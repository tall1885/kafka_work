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140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1984" y="698373"/>
            <a:ext cx="13173710" cy="60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1F5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001F5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001F5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rgbClr val="001F5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55168" y="528904"/>
            <a:ext cx="16952493" cy="1012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rgbClr val="001F5F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487739" y="2974530"/>
            <a:ext cx="13312775" cy="6753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58994" y="9865052"/>
            <a:ext cx="229234" cy="193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829393"/>
                </a:solidFill>
                <a:latin typeface="Malgun Gothic"/>
                <a:cs typeface="Malgun Gothic"/>
              </a:defRPr>
            </a:lvl1pPr>
          </a:lstStyle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g"/><Relationship Id="rId13" Type="http://schemas.openxmlformats.org/officeDocument/2006/relationships/image" Target="../media/image25.pn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12" Type="http://schemas.openxmlformats.org/officeDocument/2006/relationships/image" Target="../media/image24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11" Type="http://schemas.openxmlformats.org/officeDocument/2006/relationships/image" Target="../media/image23.jpg"/><Relationship Id="rId5" Type="http://schemas.openxmlformats.org/officeDocument/2006/relationships/image" Target="../media/image17.jpg"/><Relationship Id="rId15" Type="http://schemas.openxmlformats.org/officeDocument/2006/relationships/image" Target="../media/image27.png"/><Relationship Id="rId10" Type="http://schemas.openxmlformats.org/officeDocument/2006/relationships/image" Target="../media/image22.jpg"/><Relationship Id="rId4" Type="http://schemas.openxmlformats.org/officeDocument/2006/relationships/image" Target="../media/image16.png"/><Relationship Id="rId9" Type="http://schemas.openxmlformats.org/officeDocument/2006/relationships/image" Target="../media/image21.jpg"/><Relationship Id="rId14" Type="http://schemas.openxmlformats.org/officeDocument/2006/relationships/image" Target="../media/image26.jp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.png"/><Relationship Id="rId18" Type="http://schemas.openxmlformats.org/officeDocument/2006/relationships/image" Target="../media/image44.jpg"/><Relationship Id="rId26" Type="http://schemas.openxmlformats.org/officeDocument/2006/relationships/image" Target="../media/image52.png"/><Relationship Id="rId39" Type="http://schemas.openxmlformats.org/officeDocument/2006/relationships/image" Target="../media/image65.jpg"/><Relationship Id="rId21" Type="http://schemas.openxmlformats.org/officeDocument/2006/relationships/image" Target="../media/image47.jpg"/><Relationship Id="rId34" Type="http://schemas.openxmlformats.org/officeDocument/2006/relationships/image" Target="../media/image60.png"/><Relationship Id="rId42" Type="http://schemas.openxmlformats.org/officeDocument/2006/relationships/image" Target="../media/image68.png"/><Relationship Id="rId47" Type="http://schemas.openxmlformats.org/officeDocument/2006/relationships/image" Target="../media/image73.png"/><Relationship Id="rId50" Type="http://schemas.openxmlformats.org/officeDocument/2006/relationships/image" Target="../media/image76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9" Type="http://schemas.openxmlformats.org/officeDocument/2006/relationships/image" Target="../media/image55.png"/><Relationship Id="rId11" Type="http://schemas.openxmlformats.org/officeDocument/2006/relationships/image" Target="../media/image37.png"/><Relationship Id="rId24" Type="http://schemas.openxmlformats.org/officeDocument/2006/relationships/image" Target="../media/image50.png"/><Relationship Id="rId32" Type="http://schemas.openxmlformats.org/officeDocument/2006/relationships/image" Target="../media/image58.png"/><Relationship Id="rId37" Type="http://schemas.openxmlformats.org/officeDocument/2006/relationships/image" Target="../media/image63.png"/><Relationship Id="rId40" Type="http://schemas.openxmlformats.org/officeDocument/2006/relationships/image" Target="../media/image66.png"/><Relationship Id="rId45" Type="http://schemas.openxmlformats.org/officeDocument/2006/relationships/image" Target="../media/image71.png"/><Relationship Id="rId53" Type="http://schemas.openxmlformats.org/officeDocument/2006/relationships/image" Target="../media/image79.jp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19" Type="http://schemas.openxmlformats.org/officeDocument/2006/relationships/image" Target="../media/image45.png"/><Relationship Id="rId31" Type="http://schemas.openxmlformats.org/officeDocument/2006/relationships/image" Target="../media/image57.png"/><Relationship Id="rId44" Type="http://schemas.openxmlformats.org/officeDocument/2006/relationships/image" Target="../media/image70.png"/><Relationship Id="rId52" Type="http://schemas.openxmlformats.org/officeDocument/2006/relationships/image" Target="../media/image78.png"/><Relationship Id="rId4" Type="http://schemas.openxmlformats.org/officeDocument/2006/relationships/image" Target="../media/image30.jpg"/><Relationship Id="rId9" Type="http://schemas.openxmlformats.org/officeDocument/2006/relationships/image" Target="../media/image35.png"/><Relationship Id="rId14" Type="http://schemas.openxmlformats.org/officeDocument/2006/relationships/image" Target="../media/image40.jpg"/><Relationship Id="rId22" Type="http://schemas.openxmlformats.org/officeDocument/2006/relationships/image" Target="../media/image48.png"/><Relationship Id="rId27" Type="http://schemas.openxmlformats.org/officeDocument/2006/relationships/image" Target="../media/image53.png"/><Relationship Id="rId30" Type="http://schemas.openxmlformats.org/officeDocument/2006/relationships/image" Target="../media/image56.png"/><Relationship Id="rId35" Type="http://schemas.openxmlformats.org/officeDocument/2006/relationships/image" Target="../media/image61.png"/><Relationship Id="rId43" Type="http://schemas.openxmlformats.org/officeDocument/2006/relationships/image" Target="../media/image69.png"/><Relationship Id="rId48" Type="http://schemas.openxmlformats.org/officeDocument/2006/relationships/image" Target="../media/image74.png"/><Relationship Id="rId8" Type="http://schemas.openxmlformats.org/officeDocument/2006/relationships/image" Target="../media/image34.png"/><Relationship Id="rId51" Type="http://schemas.openxmlformats.org/officeDocument/2006/relationships/image" Target="../media/image77.png"/><Relationship Id="rId3" Type="http://schemas.openxmlformats.org/officeDocument/2006/relationships/image" Target="../media/image29.jpg"/><Relationship Id="rId12" Type="http://schemas.openxmlformats.org/officeDocument/2006/relationships/image" Target="../media/image38.png"/><Relationship Id="rId17" Type="http://schemas.openxmlformats.org/officeDocument/2006/relationships/image" Target="../media/image43.png"/><Relationship Id="rId25" Type="http://schemas.openxmlformats.org/officeDocument/2006/relationships/image" Target="../media/image51.png"/><Relationship Id="rId33" Type="http://schemas.openxmlformats.org/officeDocument/2006/relationships/image" Target="../media/image59.jpg"/><Relationship Id="rId38" Type="http://schemas.openxmlformats.org/officeDocument/2006/relationships/image" Target="../media/image64.png"/><Relationship Id="rId46" Type="http://schemas.openxmlformats.org/officeDocument/2006/relationships/image" Target="../media/image72.png"/><Relationship Id="rId20" Type="http://schemas.openxmlformats.org/officeDocument/2006/relationships/image" Target="../media/image46.jpg"/><Relationship Id="rId41" Type="http://schemas.openxmlformats.org/officeDocument/2006/relationships/image" Target="../media/image67.png"/><Relationship Id="rId54" Type="http://schemas.openxmlformats.org/officeDocument/2006/relationships/hyperlink" Target="http://www.confluent.io/hub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5" Type="http://schemas.openxmlformats.org/officeDocument/2006/relationships/image" Target="../media/image41.pn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36" Type="http://schemas.openxmlformats.org/officeDocument/2006/relationships/image" Target="../media/image62.png"/><Relationship Id="rId49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jpg"/><Relationship Id="rId13" Type="http://schemas.openxmlformats.org/officeDocument/2006/relationships/image" Target="../media/image90.png"/><Relationship Id="rId18" Type="http://schemas.openxmlformats.org/officeDocument/2006/relationships/image" Target="../media/image95.png"/><Relationship Id="rId26" Type="http://schemas.openxmlformats.org/officeDocument/2006/relationships/image" Target="../media/image103.png"/><Relationship Id="rId3" Type="http://schemas.openxmlformats.org/officeDocument/2006/relationships/image" Target="../media/image80.png"/><Relationship Id="rId21" Type="http://schemas.openxmlformats.org/officeDocument/2006/relationships/image" Target="../media/image98.png"/><Relationship Id="rId7" Type="http://schemas.openxmlformats.org/officeDocument/2006/relationships/image" Target="../media/image84.png"/><Relationship Id="rId12" Type="http://schemas.openxmlformats.org/officeDocument/2006/relationships/image" Target="../media/image89.png"/><Relationship Id="rId17" Type="http://schemas.openxmlformats.org/officeDocument/2006/relationships/image" Target="../media/image94.png"/><Relationship Id="rId25" Type="http://schemas.openxmlformats.org/officeDocument/2006/relationships/image" Target="../media/image102.png"/><Relationship Id="rId2" Type="http://schemas.openxmlformats.org/officeDocument/2006/relationships/image" Target="../media/image28.png"/><Relationship Id="rId16" Type="http://schemas.openxmlformats.org/officeDocument/2006/relationships/image" Target="../media/image93.png"/><Relationship Id="rId20" Type="http://schemas.openxmlformats.org/officeDocument/2006/relationships/image" Target="../media/image97.png"/><Relationship Id="rId29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24" Type="http://schemas.openxmlformats.org/officeDocument/2006/relationships/image" Target="../media/image101.png"/><Relationship Id="rId5" Type="http://schemas.openxmlformats.org/officeDocument/2006/relationships/image" Target="../media/image82.png"/><Relationship Id="rId15" Type="http://schemas.openxmlformats.org/officeDocument/2006/relationships/image" Target="../media/image92.png"/><Relationship Id="rId23" Type="http://schemas.openxmlformats.org/officeDocument/2006/relationships/image" Target="../media/image100.png"/><Relationship Id="rId28" Type="http://schemas.openxmlformats.org/officeDocument/2006/relationships/image" Target="../media/image105.png"/><Relationship Id="rId10" Type="http://schemas.openxmlformats.org/officeDocument/2006/relationships/image" Target="../media/image87.png"/><Relationship Id="rId19" Type="http://schemas.openxmlformats.org/officeDocument/2006/relationships/image" Target="../media/image96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Relationship Id="rId14" Type="http://schemas.openxmlformats.org/officeDocument/2006/relationships/image" Target="../media/image91.png"/><Relationship Id="rId22" Type="http://schemas.openxmlformats.org/officeDocument/2006/relationships/image" Target="../media/image99.png"/><Relationship Id="rId27" Type="http://schemas.openxmlformats.org/officeDocument/2006/relationships/image" Target="../media/image104.png"/><Relationship Id="rId30" Type="http://schemas.openxmlformats.org/officeDocument/2006/relationships/image" Target="../media/image10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jpg"/><Relationship Id="rId3" Type="http://schemas.openxmlformats.org/officeDocument/2006/relationships/image" Target="../media/image109.jpg"/><Relationship Id="rId7" Type="http://schemas.openxmlformats.org/officeDocument/2006/relationships/image" Target="../media/image113.jp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jpg"/><Relationship Id="rId4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3" Type="http://schemas.openxmlformats.org/officeDocument/2006/relationships/image" Target="../media/image125.png"/><Relationship Id="rId21" Type="http://schemas.openxmlformats.org/officeDocument/2006/relationships/image" Target="../media/image143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" Type="http://schemas.openxmlformats.org/officeDocument/2006/relationships/image" Target="../media/image124.png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10" Type="http://schemas.openxmlformats.org/officeDocument/2006/relationships/image" Target="../media/image132.png"/><Relationship Id="rId19" Type="http://schemas.openxmlformats.org/officeDocument/2006/relationships/image" Target="../media/image141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png"/><Relationship Id="rId3" Type="http://schemas.openxmlformats.org/officeDocument/2006/relationships/image" Target="../media/image143.png"/><Relationship Id="rId7" Type="http://schemas.openxmlformats.org/officeDocument/2006/relationships/image" Target="../media/image148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7.png"/><Relationship Id="rId11" Type="http://schemas.openxmlformats.org/officeDocument/2006/relationships/image" Target="../media/image152.png"/><Relationship Id="rId5" Type="http://schemas.openxmlformats.org/officeDocument/2006/relationships/image" Target="../media/image146.png"/><Relationship Id="rId10" Type="http://schemas.openxmlformats.org/officeDocument/2006/relationships/image" Target="../media/image151.png"/><Relationship Id="rId4" Type="http://schemas.openxmlformats.org/officeDocument/2006/relationships/image" Target="../media/image145.png"/><Relationship Id="rId9" Type="http://schemas.openxmlformats.org/officeDocument/2006/relationships/image" Target="../media/image15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nfluent.io/whitepaper/confluent-enterprise-reference-architecture/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png"/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156.png"/><Relationship Id="rId7" Type="http://schemas.openxmlformats.org/officeDocument/2006/relationships/image" Target="../media/image158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confluent.io/resources/confluent-" TargetMode="External"/><Relationship Id="rId5" Type="http://schemas.openxmlformats.org/officeDocument/2006/relationships/hyperlink" Target="https://www.confluent.io/whitepaper/confluent-enterprise-reference-architecture/" TargetMode="External"/><Relationship Id="rId4" Type="http://schemas.openxmlformats.org/officeDocument/2006/relationships/image" Target="../media/image157.png"/><Relationship Id="rId9" Type="http://schemas.openxmlformats.org/officeDocument/2006/relationships/image" Target="../media/image160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2.png"/><Relationship Id="rId18" Type="http://schemas.openxmlformats.org/officeDocument/2006/relationships/image" Target="../media/image177.png"/><Relationship Id="rId26" Type="http://schemas.openxmlformats.org/officeDocument/2006/relationships/image" Target="../media/image185.png"/><Relationship Id="rId39" Type="http://schemas.openxmlformats.org/officeDocument/2006/relationships/image" Target="../media/image198.png"/><Relationship Id="rId21" Type="http://schemas.openxmlformats.org/officeDocument/2006/relationships/image" Target="../media/image180.png"/><Relationship Id="rId34" Type="http://schemas.openxmlformats.org/officeDocument/2006/relationships/image" Target="../media/image193.png"/><Relationship Id="rId7" Type="http://schemas.openxmlformats.org/officeDocument/2006/relationships/image" Target="../media/image166.png"/><Relationship Id="rId12" Type="http://schemas.openxmlformats.org/officeDocument/2006/relationships/image" Target="../media/image171.png"/><Relationship Id="rId17" Type="http://schemas.openxmlformats.org/officeDocument/2006/relationships/image" Target="../media/image176.png"/><Relationship Id="rId25" Type="http://schemas.openxmlformats.org/officeDocument/2006/relationships/image" Target="../media/image184.png"/><Relationship Id="rId33" Type="http://schemas.openxmlformats.org/officeDocument/2006/relationships/image" Target="../media/image192.png"/><Relationship Id="rId38" Type="http://schemas.openxmlformats.org/officeDocument/2006/relationships/image" Target="../media/image197.png"/><Relationship Id="rId2" Type="http://schemas.openxmlformats.org/officeDocument/2006/relationships/image" Target="../media/image161.png"/><Relationship Id="rId16" Type="http://schemas.openxmlformats.org/officeDocument/2006/relationships/image" Target="../media/image175.png"/><Relationship Id="rId20" Type="http://schemas.openxmlformats.org/officeDocument/2006/relationships/image" Target="../media/image179.png"/><Relationship Id="rId29" Type="http://schemas.openxmlformats.org/officeDocument/2006/relationships/image" Target="../media/image18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5.png"/><Relationship Id="rId11" Type="http://schemas.openxmlformats.org/officeDocument/2006/relationships/image" Target="../media/image170.png"/><Relationship Id="rId24" Type="http://schemas.openxmlformats.org/officeDocument/2006/relationships/image" Target="../media/image183.png"/><Relationship Id="rId32" Type="http://schemas.openxmlformats.org/officeDocument/2006/relationships/image" Target="../media/image191.png"/><Relationship Id="rId37" Type="http://schemas.openxmlformats.org/officeDocument/2006/relationships/image" Target="../media/image196.png"/><Relationship Id="rId40" Type="http://schemas.openxmlformats.org/officeDocument/2006/relationships/image" Target="../media/image199.png"/><Relationship Id="rId5" Type="http://schemas.openxmlformats.org/officeDocument/2006/relationships/image" Target="../media/image164.png"/><Relationship Id="rId15" Type="http://schemas.openxmlformats.org/officeDocument/2006/relationships/image" Target="../media/image174.png"/><Relationship Id="rId23" Type="http://schemas.openxmlformats.org/officeDocument/2006/relationships/image" Target="../media/image182.png"/><Relationship Id="rId28" Type="http://schemas.openxmlformats.org/officeDocument/2006/relationships/image" Target="../media/image187.png"/><Relationship Id="rId36" Type="http://schemas.openxmlformats.org/officeDocument/2006/relationships/image" Target="../media/image195.png"/><Relationship Id="rId10" Type="http://schemas.openxmlformats.org/officeDocument/2006/relationships/image" Target="../media/image169.png"/><Relationship Id="rId19" Type="http://schemas.openxmlformats.org/officeDocument/2006/relationships/image" Target="../media/image178.png"/><Relationship Id="rId31" Type="http://schemas.openxmlformats.org/officeDocument/2006/relationships/image" Target="../media/image190.png"/><Relationship Id="rId4" Type="http://schemas.openxmlformats.org/officeDocument/2006/relationships/image" Target="../media/image163.png"/><Relationship Id="rId9" Type="http://schemas.openxmlformats.org/officeDocument/2006/relationships/image" Target="../media/image168.png"/><Relationship Id="rId14" Type="http://schemas.openxmlformats.org/officeDocument/2006/relationships/image" Target="../media/image173.png"/><Relationship Id="rId22" Type="http://schemas.openxmlformats.org/officeDocument/2006/relationships/image" Target="../media/image181.png"/><Relationship Id="rId27" Type="http://schemas.openxmlformats.org/officeDocument/2006/relationships/image" Target="../media/image186.png"/><Relationship Id="rId30" Type="http://schemas.openxmlformats.org/officeDocument/2006/relationships/image" Target="../media/image189.png"/><Relationship Id="rId35" Type="http://schemas.openxmlformats.org/officeDocument/2006/relationships/image" Target="../media/image194.jpg"/><Relationship Id="rId8" Type="http://schemas.openxmlformats.org/officeDocument/2006/relationships/image" Target="../media/image167.png"/><Relationship Id="rId3" Type="http://schemas.openxmlformats.org/officeDocument/2006/relationships/image" Target="../media/image162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6.png"/><Relationship Id="rId3" Type="http://schemas.openxmlformats.org/officeDocument/2006/relationships/image" Target="../media/image201.png"/><Relationship Id="rId7" Type="http://schemas.openxmlformats.org/officeDocument/2006/relationships/image" Target="../media/image205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4.png"/><Relationship Id="rId5" Type="http://schemas.openxmlformats.org/officeDocument/2006/relationships/image" Target="../media/image203.png"/><Relationship Id="rId4" Type="http://schemas.openxmlformats.org/officeDocument/2006/relationships/image" Target="../media/image202.png"/><Relationship Id="rId9" Type="http://schemas.openxmlformats.org/officeDocument/2006/relationships/image" Target="../media/image20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2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6.png"/><Relationship Id="rId7" Type="http://schemas.openxmlformats.org/officeDocument/2006/relationships/image" Target="../media/image220.png"/><Relationship Id="rId2" Type="http://schemas.openxmlformats.org/officeDocument/2006/relationships/image" Target="../media/image2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9.png"/><Relationship Id="rId5" Type="http://schemas.openxmlformats.org/officeDocument/2006/relationships/image" Target="../media/image218.png"/><Relationship Id="rId4" Type="http://schemas.openxmlformats.org/officeDocument/2006/relationships/image" Target="../media/image217.jp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.png"/><Relationship Id="rId5" Type="http://schemas.openxmlformats.org/officeDocument/2006/relationships/image" Target="../media/image223.png"/><Relationship Id="rId4" Type="http://schemas.openxmlformats.org/officeDocument/2006/relationships/image" Target="../media/image22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10" Type="http://schemas.openxmlformats.org/officeDocument/2006/relationships/image" Target="../media/image232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3.jp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23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8.jpg"/><Relationship Id="rId5" Type="http://schemas.openxmlformats.org/officeDocument/2006/relationships/image" Target="../media/image237.jpg"/><Relationship Id="rId4" Type="http://schemas.openxmlformats.org/officeDocument/2006/relationships/image" Target="../media/image23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3" Type="http://schemas.openxmlformats.org/officeDocument/2006/relationships/image" Target="../media/image240.png"/><Relationship Id="rId7" Type="http://schemas.openxmlformats.org/officeDocument/2006/relationships/image" Target="../media/image244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3.png"/><Relationship Id="rId11" Type="http://schemas.openxmlformats.org/officeDocument/2006/relationships/image" Target="../media/image248.png"/><Relationship Id="rId5" Type="http://schemas.openxmlformats.org/officeDocument/2006/relationships/image" Target="../media/image242.png"/><Relationship Id="rId10" Type="http://schemas.openxmlformats.org/officeDocument/2006/relationships/image" Target="../media/image247.png"/><Relationship Id="rId4" Type="http://schemas.openxmlformats.org/officeDocument/2006/relationships/image" Target="../media/image241.png"/><Relationship Id="rId9" Type="http://schemas.openxmlformats.org/officeDocument/2006/relationships/image" Target="../media/image2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2.jpg"/><Relationship Id="rId5" Type="http://schemas.openxmlformats.org/officeDocument/2006/relationships/image" Target="../media/image251.png"/><Relationship Id="rId4" Type="http://schemas.openxmlformats.org/officeDocument/2006/relationships/image" Target="../media/image250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9.png"/><Relationship Id="rId3" Type="http://schemas.openxmlformats.org/officeDocument/2006/relationships/image" Target="../media/image254.png"/><Relationship Id="rId7" Type="http://schemas.openxmlformats.org/officeDocument/2006/relationships/image" Target="../media/image258.png"/><Relationship Id="rId2" Type="http://schemas.openxmlformats.org/officeDocument/2006/relationships/image" Target="../media/image253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57.png"/><Relationship Id="rId5" Type="http://schemas.openxmlformats.org/officeDocument/2006/relationships/image" Target="../media/image256.png"/><Relationship Id="rId10" Type="http://schemas.openxmlformats.org/officeDocument/2006/relationships/image" Target="../media/image261.png"/><Relationship Id="rId4" Type="http://schemas.openxmlformats.org/officeDocument/2006/relationships/image" Target="../media/image255.png"/><Relationship Id="rId9" Type="http://schemas.openxmlformats.org/officeDocument/2006/relationships/image" Target="../media/image26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3" Type="http://schemas.openxmlformats.org/officeDocument/2006/relationships/image" Target="../media/image272.png"/><Relationship Id="rId18" Type="http://schemas.openxmlformats.org/officeDocument/2006/relationships/image" Target="../media/image277.png"/><Relationship Id="rId3" Type="http://schemas.openxmlformats.org/officeDocument/2006/relationships/image" Target="../media/image262.png"/><Relationship Id="rId21" Type="http://schemas.openxmlformats.org/officeDocument/2006/relationships/image" Target="../media/image280.png"/><Relationship Id="rId7" Type="http://schemas.openxmlformats.org/officeDocument/2006/relationships/image" Target="../media/image266.png"/><Relationship Id="rId12" Type="http://schemas.openxmlformats.org/officeDocument/2006/relationships/image" Target="../media/image271.png"/><Relationship Id="rId17" Type="http://schemas.openxmlformats.org/officeDocument/2006/relationships/image" Target="../media/image276.png"/><Relationship Id="rId25" Type="http://schemas.openxmlformats.org/officeDocument/2006/relationships/image" Target="../media/image284.png"/><Relationship Id="rId2" Type="http://schemas.openxmlformats.org/officeDocument/2006/relationships/image" Target="../media/image1.png"/><Relationship Id="rId16" Type="http://schemas.openxmlformats.org/officeDocument/2006/relationships/image" Target="../media/image275.png"/><Relationship Id="rId20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5.png"/><Relationship Id="rId11" Type="http://schemas.openxmlformats.org/officeDocument/2006/relationships/image" Target="../media/image270.png"/><Relationship Id="rId24" Type="http://schemas.openxmlformats.org/officeDocument/2006/relationships/image" Target="../media/image283.jpg"/><Relationship Id="rId5" Type="http://schemas.openxmlformats.org/officeDocument/2006/relationships/image" Target="../media/image264.png"/><Relationship Id="rId15" Type="http://schemas.openxmlformats.org/officeDocument/2006/relationships/image" Target="../media/image274.png"/><Relationship Id="rId23" Type="http://schemas.openxmlformats.org/officeDocument/2006/relationships/image" Target="../media/image282.png"/><Relationship Id="rId10" Type="http://schemas.openxmlformats.org/officeDocument/2006/relationships/image" Target="../media/image269.png"/><Relationship Id="rId19" Type="http://schemas.openxmlformats.org/officeDocument/2006/relationships/image" Target="../media/image278.png"/><Relationship Id="rId4" Type="http://schemas.openxmlformats.org/officeDocument/2006/relationships/image" Target="../media/image263.png"/><Relationship Id="rId9" Type="http://schemas.openxmlformats.org/officeDocument/2006/relationships/image" Target="../media/image268.png"/><Relationship Id="rId14" Type="http://schemas.openxmlformats.org/officeDocument/2006/relationships/image" Target="../media/image273.png"/><Relationship Id="rId22" Type="http://schemas.openxmlformats.org/officeDocument/2006/relationships/image" Target="../media/image281.png"/></Relationships>
</file>

<file path=ppt/slides/_rels/slide5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5.png"/><Relationship Id="rId18" Type="http://schemas.openxmlformats.org/officeDocument/2006/relationships/image" Target="../media/image300.png"/><Relationship Id="rId26" Type="http://schemas.openxmlformats.org/officeDocument/2006/relationships/image" Target="../media/image308.png"/><Relationship Id="rId39" Type="http://schemas.openxmlformats.org/officeDocument/2006/relationships/image" Target="../media/image321.png"/><Relationship Id="rId21" Type="http://schemas.openxmlformats.org/officeDocument/2006/relationships/image" Target="../media/image303.png"/><Relationship Id="rId34" Type="http://schemas.openxmlformats.org/officeDocument/2006/relationships/image" Target="../media/image316.png"/><Relationship Id="rId42" Type="http://schemas.openxmlformats.org/officeDocument/2006/relationships/image" Target="../media/image324.png"/><Relationship Id="rId47" Type="http://schemas.openxmlformats.org/officeDocument/2006/relationships/image" Target="../media/image329.png"/><Relationship Id="rId7" Type="http://schemas.openxmlformats.org/officeDocument/2006/relationships/image" Target="../media/image289.png"/><Relationship Id="rId2" Type="http://schemas.openxmlformats.org/officeDocument/2006/relationships/image" Target="../media/image1.png"/><Relationship Id="rId16" Type="http://schemas.openxmlformats.org/officeDocument/2006/relationships/image" Target="../media/image298.png"/><Relationship Id="rId29" Type="http://schemas.openxmlformats.org/officeDocument/2006/relationships/image" Target="../media/image311.png"/><Relationship Id="rId11" Type="http://schemas.openxmlformats.org/officeDocument/2006/relationships/image" Target="../media/image293.png"/><Relationship Id="rId24" Type="http://schemas.openxmlformats.org/officeDocument/2006/relationships/image" Target="../media/image306.png"/><Relationship Id="rId32" Type="http://schemas.openxmlformats.org/officeDocument/2006/relationships/image" Target="../media/image314.png"/><Relationship Id="rId37" Type="http://schemas.openxmlformats.org/officeDocument/2006/relationships/image" Target="../media/image319.png"/><Relationship Id="rId40" Type="http://schemas.openxmlformats.org/officeDocument/2006/relationships/image" Target="../media/image322.png"/><Relationship Id="rId45" Type="http://schemas.openxmlformats.org/officeDocument/2006/relationships/image" Target="../media/image327.png"/><Relationship Id="rId5" Type="http://schemas.openxmlformats.org/officeDocument/2006/relationships/image" Target="../media/image287.png"/><Relationship Id="rId15" Type="http://schemas.openxmlformats.org/officeDocument/2006/relationships/image" Target="../media/image297.png"/><Relationship Id="rId23" Type="http://schemas.openxmlformats.org/officeDocument/2006/relationships/image" Target="../media/image305.png"/><Relationship Id="rId28" Type="http://schemas.openxmlformats.org/officeDocument/2006/relationships/image" Target="../media/image310.png"/><Relationship Id="rId36" Type="http://schemas.openxmlformats.org/officeDocument/2006/relationships/image" Target="../media/image318.png"/><Relationship Id="rId49" Type="http://schemas.openxmlformats.org/officeDocument/2006/relationships/image" Target="../media/image331.png"/><Relationship Id="rId10" Type="http://schemas.openxmlformats.org/officeDocument/2006/relationships/image" Target="../media/image292.png"/><Relationship Id="rId19" Type="http://schemas.openxmlformats.org/officeDocument/2006/relationships/image" Target="../media/image301.png"/><Relationship Id="rId31" Type="http://schemas.openxmlformats.org/officeDocument/2006/relationships/image" Target="../media/image313.png"/><Relationship Id="rId44" Type="http://schemas.openxmlformats.org/officeDocument/2006/relationships/image" Target="../media/image326.png"/><Relationship Id="rId4" Type="http://schemas.openxmlformats.org/officeDocument/2006/relationships/image" Target="../media/image286.png"/><Relationship Id="rId9" Type="http://schemas.openxmlformats.org/officeDocument/2006/relationships/image" Target="../media/image291.png"/><Relationship Id="rId14" Type="http://schemas.openxmlformats.org/officeDocument/2006/relationships/image" Target="../media/image296.png"/><Relationship Id="rId22" Type="http://schemas.openxmlformats.org/officeDocument/2006/relationships/image" Target="../media/image304.png"/><Relationship Id="rId27" Type="http://schemas.openxmlformats.org/officeDocument/2006/relationships/image" Target="../media/image309.png"/><Relationship Id="rId30" Type="http://schemas.openxmlformats.org/officeDocument/2006/relationships/image" Target="../media/image312.png"/><Relationship Id="rId35" Type="http://schemas.openxmlformats.org/officeDocument/2006/relationships/image" Target="../media/image317.png"/><Relationship Id="rId43" Type="http://schemas.openxmlformats.org/officeDocument/2006/relationships/image" Target="../media/image325.png"/><Relationship Id="rId48" Type="http://schemas.openxmlformats.org/officeDocument/2006/relationships/image" Target="../media/image330.png"/><Relationship Id="rId8" Type="http://schemas.openxmlformats.org/officeDocument/2006/relationships/image" Target="../media/image290.png"/><Relationship Id="rId3" Type="http://schemas.openxmlformats.org/officeDocument/2006/relationships/image" Target="../media/image285.png"/><Relationship Id="rId12" Type="http://schemas.openxmlformats.org/officeDocument/2006/relationships/image" Target="../media/image294.png"/><Relationship Id="rId17" Type="http://schemas.openxmlformats.org/officeDocument/2006/relationships/image" Target="../media/image299.png"/><Relationship Id="rId25" Type="http://schemas.openxmlformats.org/officeDocument/2006/relationships/image" Target="../media/image307.png"/><Relationship Id="rId33" Type="http://schemas.openxmlformats.org/officeDocument/2006/relationships/image" Target="../media/image315.png"/><Relationship Id="rId38" Type="http://schemas.openxmlformats.org/officeDocument/2006/relationships/image" Target="../media/image320.png"/><Relationship Id="rId46" Type="http://schemas.openxmlformats.org/officeDocument/2006/relationships/image" Target="../media/image328.png"/><Relationship Id="rId20" Type="http://schemas.openxmlformats.org/officeDocument/2006/relationships/image" Target="../media/image302.png"/><Relationship Id="rId41" Type="http://schemas.openxmlformats.org/officeDocument/2006/relationships/image" Target="../media/image3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8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7.png"/><Relationship Id="rId13" Type="http://schemas.openxmlformats.org/officeDocument/2006/relationships/image" Target="../media/image342.png"/><Relationship Id="rId18" Type="http://schemas.openxmlformats.org/officeDocument/2006/relationships/image" Target="../media/image347.png"/><Relationship Id="rId3" Type="http://schemas.openxmlformats.org/officeDocument/2006/relationships/image" Target="../media/image332.png"/><Relationship Id="rId21" Type="http://schemas.openxmlformats.org/officeDocument/2006/relationships/image" Target="../media/image350.png"/><Relationship Id="rId7" Type="http://schemas.openxmlformats.org/officeDocument/2006/relationships/image" Target="../media/image336.png"/><Relationship Id="rId12" Type="http://schemas.openxmlformats.org/officeDocument/2006/relationships/image" Target="../media/image341.png"/><Relationship Id="rId17" Type="http://schemas.openxmlformats.org/officeDocument/2006/relationships/image" Target="../media/image346.png"/><Relationship Id="rId2" Type="http://schemas.openxmlformats.org/officeDocument/2006/relationships/image" Target="../media/image1.png"/><Relationship Id="rId16" Type="http://schemas.openxmlformats.org/officeDocument/2006/relationships/image" Target="../media/image345.png"/><Relationship Id="rId20" Type="http://schemas.openxmlformats.org/officeDocument/2006/relationships/image" Target="../media/image3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5.png"/><Relationship Id="rId11" Type="http://schemas.openxmlformats.org/officeDocument/2006/relationships/image" Target="../media/image340.png"/><Relationship Id="rId5" Type="http://schemas.openxmlformats.org/officeDocument/2006/relationships/image" Target="../media/image334.png"/><Relationship Id="rId15" Type="http://schemas.openxmlformats.org/officeDocument/2006/relationships/image" Target="../media/image344.png"/><Relationship Id="rId10" Type="http://schemas.openxmlformats.org/officeDocument/2006/relationships/image" Target="../media/image339.png"/><Relationship Id="rId19" Type="http://schemas.openxmlformats.org/officeDocument/2006/relationships/image" Target="../media/image348.png"/><Relationship Id="rId4" Type="http://schemas.openxmlformats.org/officeDocument/2006/relationships/image" Target="../media/image333.png"/><Relationship Id="rId9" Type="http://schemas.openxmlformats.org/officeDocument/2006/relationships/image" Target="../media/image338.png"/><Relationship Id="rId14" Type="http://schemas.openxmlformats.org/officeDocument/2006/relationships/image" Target="../media/image343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6.png"/><Relationship Id="rId13" Type="http://schemas.openxmlformats.org/officeDocument/2006/relationships/image" Target="../media/image361.png"/><Relationship Id="rId18" Type="http://schemas.openxmlformats.org/officeDocument/2006/relationships/image" Target="../media/image366.png"/><Relationship Id="rId3" Type="http://schemas.openxmlformats.org/officeDocument/2006/relationships/image" Target="../media/image351.png"/><Relationship Id="rId21" Type="http://schemas.openxmlformats.org/officeDocument/2006/relationships/image" Target="../media/image369.png"/><Relationship Id="rId7" Type="http://schemas.openxmlformats.org/officeDocument/2006/relationships/image" Target="../media/image355.png"/><Relationship Id="rId12" Type="http://schemas.openxmlformats.org/officeDocument/2006/relationships/image" Target="../media/image360.png"/><Relationship Id="rId17" Type="http://schemas.openxmlformats.org/officeDocument/2006/relationships/image" Target="../media/image365.png"/><Relationship Id="rId2" Type="http://schemas.openxmlformats.org/officeDocument/2006/relationships/image" Target="../media/image1.png"/><Relationship Id="rId16" Type="http://schemas.openxmlformats.org/officeDocument/2006/relationships/image" Target="../media/image364.png"/><Relationship Id="rId20" Type="http://schemas.openxmlformats.org/officeDocument/2006/relationships/image" Target="../media/image3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4.png"/><Relationship Id="rId11" Type="http://schemas.openxmlformats.org/officeDocument/2006/relationships/image" Target="../media/image359.png"/><Relationship Id="rId5" Type="http://schemas.openxmlformats.org/officeDocument/2006/relationships/image" Target="../media/image353.png"/><Relationship Id="rId15" Type="http://schemas.openxmlformats.org/officeDocument/2006/relationships/image" Target="../media/image363.png"/><Relationship Id="rId23" Type="http://schemas.openxmlformats.org/officeDocument/2006/relationships/image" Target="../media/image371.png"/><Relationship Id="rId10" Type="http://schemas.openxmlformats.org/officeDocument/2006/relationships/image" Target="../media/image358.png"/><Relationship Id="rId19" Type="http://schemas.openxmlformats.org/officeDocument/2006/relationships/image" Target="../media/image367.png"/><Relationship Id="rId4" Type="http://schemas.openxmlformats.org/officeDocument/2006/relationships/image" Target="../media/image352.png"/><Relationship Id="rId9" Type="http://schemas.openxmlformats.org/officeDocument/2006/relationships/image" Target="../media/image357.png"/><Relationship Id="rId14" Type="http://schemas.openxmlformats.org/officeDocument/2006/relationships/image" Target="../media/image362.png"/><Relationship Id="rId22" Type="http://schemas.openxmlformats.org/officeDocument/2006/relationships/image" Target="../media/image370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7.png"/><Relationship Id="rId3" Type="http://schemas.openxmlformats.org/officeDocument/2006/relationships/image" Target="../media/image372.jpg"/><Relationship Id="rId7" Type="http://schemas.openxmlformats.org/officeDocument/2006/relationships/image" Target="../media/image3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5.png"/><Relationship Id="rId5" Type="http://schemas.openxmlformats.org/officeDocument/2006/relationships/image" Target="../media/image374.jpg"/><Relationship Id="rId4" Type="http://schemas.openxmlformats.org/officeDocument/2006/relationships/image" Target="../media/image37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0.png"/><Relationship Id="rId4" Type="http://schemas.openxmlformats.org/officeDocument/2006/relationships/image" Target="../media/image379.png"/></Relationships>
</file>

<file path=ppt/slides/_rels/slide6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91.png"/><Relationship Id="rId18" Type="http://schemas.openxmlformats.org/officeDocument/2006/relationships/image" Target="../media/image396.png"/><Relationship Id="rId26" Type="http://schemas.openxmlformats.org/officeDocument/2006/relationships/image" Target="../media/image404.png"/><Relationship Id="rId39" Type="http://schemas.openxmlformats.org/officeDocument/2006/relationships/image" Target="../media/image417.png"/><Relationship Id="rId21" Type="http://schemas.openxmlformats.org/officeDocument/2006/relationships/image" Target="../media/image399.png"/><Relationship Id="rId34" Type="http://schemas.openxmlformats.org/officeDocument/2006/relationships/image" Target="../media/image412.png"/><Relationship Id="rId42" Type="http://schemas.openxmlformats.org/officeDocument/2006/relationships/image" Target="../media/image420.png"/><Relationship Id="rId47" Type="http://schemas.openxmlformats.org/officeDocument/2006/relationships/image" Target="../media/image425.png"/><Relationship Id="rId50" Type="http://schemas.openxmlformats.org/officeDocument/2006/relationships/image" Target="../media/image428.png"/><Relationship Id="rId55" Type="http://schemas.openxmlformats.org/officeDocument/2006/relationships/image" Target="../media/image433.png"/><Relationship Id="rId7" Type="http://schemas.openxmlformats.org/officeDocument/2006/relationships/image" Target="../media/image385.png"/><Relationship Id="rId2" Type="http://schemas.openxmlformats.org/officeDocument/2006/relationships/image" Target="../media/image1.png"/><Relationship Id="rId16" Type="http://schemas.openxmlformats.org/officeDocument/2006/relationships/image" Target="../media/image394.png"/><Relationship Id="rId29" Type="http://schemas.openxmlformats.org/officeDocument/2006/relationships/image" Target="../media/image407.png"/><Relationship Id="rId11" Type="http://schemas.openxmlformats.org/officeDocument/2006/relationships/image" Target="../media/image389.jpg"/><Relationship Id="rId24" Type="http://schemas.openxmlformats.org/officeDocument/2006/relationships/image" Target="../media/image402.png"/><Relationship Id="rId32" Type="http://schemas.openxmlformats.org/officeDocument/2006/relationships/image" Target="../media/image410.png"/><Relationship Id="rId37" Type="http://schemas.openxmlformats.org/officeDocument/2006/relationships/image" Target="../media/image415.png"/><Relationship Id="rId40" Type="http://schemas.openxmlformats.org/officeDocument/2006/relationships/image" Target="../media/image418.png"/><Relationship Id="rId45" Type="http://schemas.openxmlformats.org/officeDocument/2006/relationships/image" Target="../media/image423.png"/><Relationship Id="rId53" Type="http://schemas.openxmlformats.org/officeDocument/2006/relationships/image" Target="../media/image431.png"/><Relationship Id="rId58" Type="http://schemas.openxmlformats.org/officeDocument/2006/relationships/image" Target="../media/image436.png"/><Relationship Id="rId5" Type="http://schemas.openxmlformats.org/officeDocument/2006/relationships/image" Target="../media/image383.png"/><Relationship Id="rId19" Type="http://schemas.openxmlformats.org/officeDocument/2006/relationships/image" Target="../media/image397.png"/><Relationship Id="rId4" Type="http://schemas.openxmlformats.org/officeDocument/2006/relationships/image" Target="../media/image382.png"/><Relationship Id="rId9" Type="http://schemas.openxmlformats.org/officeDocument/2006/relationships/image" Target="../media/image387.png"/><Relationship Id="rId14" Type="http://schemas.openxmlformats.org/officeDocument/2006/relationships/image" Target="../media/image392.png"/><Relationship Id="rId22" Type="http://schemas.openxmlformats.org/officeDocument/2006/relationships/image" Target="../media/image400.png"/><Relationship Id="rId27" Type="http://schemas.openxmlformats.org/officeDocument/2006/relationships/image" Target="../media/image405.png"/><Relationship Id="rId30" Type="http://schemas.openxmlformats.org/officeDocument/2006/relationships/image" Target="../media/image408.png"/><Relationship Id="rId35" Type="http://schemas.openxmlformats.org/officeDocument/2006/relationships/image" Target="../media/image413.png"/><Relationship Id="rId43" Type="http://schemas.openxmlformats.org/officeDocument/2006/relationships/image" Target="../media/image421.png"/><Relationship Id="rId48" Type="http://schemas.openxmlformats.org/officeDocument/2006/relationships/image" Target="../media/image426.png"/><Relationship Id="rId56" Type="http://schemas.openxmlformats.org/officeDocument/2006/relationships/image" Target="../media/image434.png"/><Relationship Id="rId8" Type="http://schemas.openxmlformats.org/officeDocument/2006/relationships/image" Target="../media/image386.png"/><Relationship Id="rId51" Type="http://schemas.openxmlformats.org/officeDocument/2006/relationships/image" Target="../media/image429.png"/><Relationship Id="rId3" Type="http://schemas.openxmlformats.org/officeDocument/2006/relationships/image" Target="../media/image381.png"/><Relationship Id="rId12" Type="http://schemas.openxmlformats.org/officeDocument/2006/relationships/image" Target="../media/image390.png"/><Relationship Id="rId17" Type="http://schemas.openxmlformats.org/officeDocument/2006/relationships/image" Target="../media/image395.png"/><Relationship Id="rId25" Type="http://schemas.openxmlformats.org/officeDocument/2006/relationships/image" Target="../media/image403.png"/><Relationship Id="rId33" Type="http://schemas.openxmlformats.org/officeDocument/2006/relationships/image" Target="../media/image411.png"/><Relationship Id="rId38" Type="http://schemas.openxmlformats.org/officeDocument/2006/relationships/image" Target="../media/image416.png"/><Relationship Id="rId46" Type="http://schemas.openxmlformats.org/officeDocument/2006/relationships/image" Target="../media/image424.png"/><Relationship Id="rId20" Type="http://schemas.openxmlformats.org/officeDocument/2006/relationships/image" Target="../media/image398.png"/><Relationship Id="rId41" Type="http://schemas.openxmlformats.org/officeDocument/2006/relationships/image" Target="../media/image419.jpg"/><Relationship Id="rId54" Type="http://schemas.openxmlformats.org/officeDocument/2006/relationships/image" Target="../media/image4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4.png"/><Relationship Id="rId15" Type="http://schemas.openxmlformats.org/officeDocument/2006/relationships/image" Target="../media/image393.png"/><Relationship Id="rId23" Type="http://schemas.openxmlformats.org/officeDocument/2006/relationships/image" Target="../media/image401.png"/><Relationship Id="rId28" Type="http://schemas.openxmlformats.org/officeDocument/2006/relationships/image" Target="../media/image406.png"/><Relationship Id="rId36" Type="http://schemas.openxmlformats.org/officeDocument/2006/relationships/image" Target="../media/image414.png"/><Relationship Id="rId49" Type="http://schemas.openxmlformats.org/officeDocument/2006/relationships/image" Target="../media/image427.png"/><Relationship Id="rId57" Type="http://schemas.openxmlformats.org/officeDocument/2006/relationships/image" Target="../media/image435.png"/><Relationship Id="rId10" Type="http://schemas.openxmlformats.org/officeDocument/2006/relationships/image" Target="../media/image388.jpg"/><Relationship Id="rId31" Type="http://schemas.openxmlformats.org/officeDocument/2006/relationships/image" Target="../media/image409.png"/><Relationship Id="rId44" Type="http://schemas.openxmlformats.org/officeDocument/2006/relationships/image" Target="../media/image422.png"/><Relationship Id="rId52" Type="http://schemas.openxmlformats.org/officeDocument/2006/relationships/image" Target="../media/image43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8.jpg"/><Relationship Id="rId2" Type="http://schemas.openxmlformats.org/officeDocument/2006/relationships/image" Target="../media/image437.jp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48.png"/><Relationship Id="rId18" Type="http://schemas.openxmlformats.org/officeDocument/2006/relationships/image" Target="../media/image453.png"/><Relationship Id="rId26" Type="http://schemas.openxmlformats.org/officeDocument/2006/relationships/image" Target="../media/image461.png"/><Relationship Id="rId39" Type="http://schemas.openxmlformats.org/officeDocument/2006/relationships/image" Target="../media/image474.png"/><Relationship Id="rId21" Type="http://schemas.openxmlformats.org/officeDocument/2006/relationships/image" Target="../media/image456.png"/><Relationship Id="rId34" Type="http://schemas.openxmlformats.org/officeDocument/2006/relationships/image" Target="../media/image469.png"/><Relationship Id="rId42" Type="http://schemas.openxmlformats.org/officeDocument/2006/relationships/image" Target="../media/image477.png"/><Relationship Id="rId47" Type="http://schemas.openxmlformats.org/officeDocument/2006/relationships/image" Target="../media/image481.png"/><Relationship Id="rId7" Type="http://schemas.openxmlformats.org/officeDocument/2006/relationships/image" Target="../media/image443.png"/><Relationship Id="rId2" Type="http://schemas.openxmlformats.org/officeDocument/2006/relationships/image" Target="../media/image1.png"/><Relationship Id="rId16" Type="http://schemas.openxmlformats.org/officeDocument/2006/relationships/image" Target="../media/image451.png"/><Relationship Id="rId29" Type="http://schemas.openxmlformats.org/officeDocument/2006/relationships/image" Target="../media/image4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2.png"/><Relationship Id="rId11" Type="http://schemas.openxmlformats.org/officeDocument/2006/relationships/image" Target="../media/image398.png"/><Relationship Id="rId24" Type="http://schemas.openxmlformats.org/officeDocument/2006/relationships/image" Target="../media/image459.png"/><Relationship Id="rId32" Type="http://schemas.openxmlformats.org/officeDocument/2006/relationships/image" Target="../media/image467.png"/><Relationship Id="rId37" Type="http://schemas.openxmlformats.org/officeDocument/2006/relationships/image" Target="../media/image472.png"/><Relationship Id="rId40" Type="http://schemas.openxmlformats.org/officeDocument/2006/relationships/image" Target="../media/image475.png"/><Relationship Id="rId45" Type="http://schemas.openxmlformats.org/officeDocument/2006/relationships/image" Target="../media/image480.png"/><Relationship Id="rId5" Type="http://schemas.openxmlformats.org/officeDocument/2006/relationships/image" Target="../media/image441.png"/><Relationship Id="rId15" Type="http://schemas.openxmlformats.org/officeDocument/2006/relationships/image" Target="../media/image450.png"/><Relationship Id="rId23" Type="http://schemas.openxmlformats.org/officeDocument/2006/relationships/image" Target="../media/image458.png"/><Relationship Id="rId28" Type="http://schemas.openxmlformats.org/officeDocument/2006/relationships/image" Target="../media/image463.png"/><Relationship Id="rId36" Type="http://schemas.openxmlformats.org/officeDocument/2006/relationships/image" Target="../media/image471.png"/><Relationship Id="rId10" Type="http://schemas.openxmlformats.org/officeDocument/2006/relationships/image" Target="../media/image446.png"/><Relationship Id="rId19" Type="http://schemas.openxmlformats.org/officeDocument/2006/relationships/image" Target="../media/image454.png"/><Relationship Id="rId31" Type="http://schemas.openxmlformats.org/officeDocument/2006/relationships/image" Target="../media/image466.png"/><Relationship Id="rId44" Type="http://schemas.openxmlformats.org/officeDocument/2006/relationships/image" Target="../media/image479.png"/><Relationship Id="rId4" Type="http://schemas.openxmlformats.org/officeDocument/2006/relationships/image" Target="../media/image440.png"/><Relationship Id="rId9" Type="http://schemas.openxmlformats.org/officeDocument/2006/relationships/image" Target="../media/image445.png"/><Relationship Id="rId14" Type="http://schemas.openxmlformats.org/officeDocument/2006/relationships/image" Target="../media/image449.png"/><Relationship Id="rId22" Type="http://schemas.openxmlformats.org/officeDocument/2006/relationships/image" Target="../media/image457.png"/><Relationship Id="rId27" Type="http://schemas.openxmlformats.org/officeDocument/2006/relationships/image" Target="../media/image462.png"/><Relationship Id="rId30" Type="http://schemas.openxmlformats.org/officeDocument/2006/relationships/image" Target="../media/image465.png"/><Relationship Id="rId35" Type="http://schemas.openxmlformats.org/officeDocument/2006/relationships/image" Target="../media/image470.png"/><Relationship Id="rId43" Type="http://schemas.openxmlformats.org/officeDocument/2006/relationships/image" Target="../media/image478.png"/><Relationship Id="rId48" Type="http://schemas.openxmlformats.org/officeDocument/2006/relationships/image" Target="../media/image482.png"/><Relationship Id="rId8" Type="http://schemas.openxmlformats.org/officeDocument/2006/relationships/image" Target="../media/image444.png"/><Relationship Id="rId3" Type="http://schemas.openxmlformats.org/officeDocument/2006/relationships/image" Target="../media/image439.png"/><Relationship Id="rId12" Type="http://schemas.openxmlformats.org/officeDocument/2006/relationships/image" Target="../media/image447.png"/><Relationship Id="rId17" Type="http://schemas.openxmlformats.org/officeDocument/2006/relationships/image" Target="../media/image452.png"/><Relationship Id="rId25" Type="http://schemas.openxmlformats.org/officeDocument/2006/relationships/image" Target="../media/image460.png"/><Relationship Id="rId33" Type="http://schemas.openxmlformats.org/officeDocument/2006/relationships/image" Target="../media/image468.png"/><Relationship Id="rId38" Type="http://schemas.openxmlformats.org/officeDocument/2006/relationships/image" Target="../media/image473.png"/><Relationship Id="rId46" Type="http://schemas.openxmlformats.org/officeDocument/2006/relationships/image" Target="../media/image372.jpg"/><Relationship Id="rId20" Type="http://schemas.openxmlformats.org/officeDocument/2006/relationships/image" Target="../media/image455.png"/><Relationship Id="rId41" Type="http://schemas.openxmlformats.org/officeDocument/2006/relationships/image" Target="../media/image476.jp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8.png"/><Relationship Id="rId13" Type="http://schemas.openxmlformats.org/officeDocument/2006/relationships/image" Target="../media/image493.png"/><Relationship Id="rId18" Type="http://schemas.openxmlformats.org/officeDocument/2006/relationships/image" Target="../media/image498.png"/><Relationship Id="rId26" Type="http://schemas.openxmlformats.org/officeDocument/2006/relationships/image" Target="../media/image506.png"/><Relationship Id="rId3" Type="http://schemas.openxmlformats.org/officeDocument/2006/relationships/image" Target="../media/image483.png"/><Relationship Id="rId21" Type="http://schemas.openxmlformats.org/officeDocument/2006/relationships/image" Target="../media/image501.png"/><Relationship Id="rId7" Type="http://schemas.openxmlformats.org/officeDocument/2006/relationships/image" Target="../media/image487.png"/><Relationship Id="rId12" Type="http://schemas.openxmlformats.org/officeDocument/2006/relationships/image" Target="../media/image492.png"/><Relationship Id="rId17" Type="http://schemas.openxmlformats.org/officeDocument/2006/relationships/image" Target="../media/image497.png"/><Relationship Id="rId25" Type="http://schemas.openxmlformats.org/officeDocument/2006/relationships/image" Target="../media/image505.png"/><Relationship Id="rId2" Type="http://schemas.openxmlformats.org/officeDocument/2006/relationships/image" Target="../media/image1.png"/><Relationship Id="rId16" Type="http://schemas.openxmlformats.org/officeDocument/2006/relationships/image" Target="../media/image496.png"/><Relationship Id="rId20" Type="http://schemas.openxmlformats.org/officeDocument/2006/relationships/image" Target="../media/image5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6.jpg"/><Relationship Id="rId11" Type="http://schemas.openxmlformats.org/officeDocument/2006/relationships/image" Target="../media/image491.png"/><Relationship Id="rId24" Type="http://schemas.openxmlformats.org/officeDocument/2006/relationships/image" Target="../media/image504.png"/><Relationship Id="rId5" Type="http://schemas.openxmlformats.org/officeDocument/2006/relationships/image" Target="../media/image485.jpg"/><Relationship Id="rId15" Type="http://schemas.openxmlformats.org/officeDocument/2006/relationships/image" Target="../media/image495.png"/><Relationship Id="rId23" Type="http://schemas.openxmlformats.org/officeDocument/2006/relationships/image" Target="../media/image503.png"/><Relationship Id="rId10" Type="http://schemas.openxmlformats.org/officeDocument/2006/relationships/image" Target="../media/image490.png"/><Relationship Id="rId19" Type="http://schemas.openxmlformats.org/officeDocument/2006/relationships/image" Target="../media/image499.png"/><Relationship Id="rId4" Type="http://schemas.openxmlformats.org/officeDocument/2006/relationships/image" Target="../media/image484.jpg"/><Relationship Id="rId9" Type="http://schemas.openxmlformats.org/officeDocument/2006/relationships/image" Target="../media/image489.png"/><Relationship Id="rId14" Type="http://schemas.openxmlformats.org/officeDocument/2006/relationships/image" Target="../media/image494.png"/><Relationship Id="rId22" Type="http://schemas.openxmlformats.org/officeDocument/2006/relationships/image" Target="../media/image502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8.jp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493.png"/><Relationship Id="rId18" Type="http://schemas.openxmlformats.org/officeDocument/2006/relationships/image" Target="../media/image516.png"/><Relationship Id="rId26" Type="http://schemas.openxmlformats.org/officeDocument/2006/relationships/image" Target="../media/image524.jpg"/><Relationship Id="rId3" Type="http://schemas.openxmlformats.org/officeDocument/2006/relationships/image" Target="../media/image509.png"/><Relationship Id="rId21" Type="http://schemas.openxmlformats.org/officeDocument/2006/relationships/image" Target="../media/image519.png"/><Relationship Id="rId7" Type="http://schemas.openxmlformats.org/officeDocument/2006/relationships/image" Target="../media/image487.png"/><Relationship Id="rId12" Type="http://schemas.openxmlformats.org/officeDocument/2006/relationships/image" Target="../media/image492.png"/><Relationship Id="rId17" Type="http://schemas.openxmlformats.org/officeDocument/2006/relationships/image" Target="../media/image515.png"/><Relationship Id="rId25" Type="http://schemas.openxmlformats.org/officeDocument/2006/relationships/image" Target="../media/image523.png"/><Relationship Id="rId2" Type="http://schemas.openxmlformats.org/officeDocument/2006/relationships/image" Target="../media/image1.png"/><Relationship Id="rId16" Type="http://schemas.openxmlformats.org/officeDocument/2006/relationships/image" Target="../media/image514.png"/><Relationship Id="rId20" Type="http://schemas.openxmlformats.org/officeDocument/2006/relationships/image" Target="../media/image518.png"/><Relationship Id="rId29" Type="http://schemas.openxmlformats.org/officeDocument/2006/relationships/image" Target="../media/image5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6.jpg"/><Relationship Id="rId11" Type="http://schemas.openxmlformats.org/officeDocument/2006/relationships/image" Target="../media/image491.png"/><Relationship Id="rId24" Type="http://schemas.openxmlformats.org/officeDocument/2006/relationships/image" Target="../media/image522.png"/><Relationship Id="rId5" Type="http://schemas.openxmlformats.org/officeDocument/2006/relationships/image" Target="../media/image485.jpg"/><Relationship Id="rId15" Type="http://schemas.openxmlformats.org/officeDocument/2006/relationships/image" Target="../media/image513.png"/><Relationship Id="rId23" Type="http://schemas.openxmlformats.org/officeDocument/2006/relationships/image" Target="../media/image521.png"/><Relationship Id="rId28" Type="http://schemas.openxmlformats.org/officeDocument/2006/relationships/image" Target="../media/image525.png"/><Relationship Id="rId10" Type="http://schemas.openxmlformats.org/officeDocument/2006/relationships/image" Target="../media/image511.png"/><Relationship Id="rId19" Type="http://schemas.openxmlformats.org/officeDocument/2006/relationships/image" Target="../media/image517.png"/><Relationship Id="rId4" Type="http://schemas.openxmlformats.org/officeDocument/2006/relationships/image" Target="../media/image484.jpg"/><Relationship Id="rId9" Type="http://schemas.openxmlformats.org/officeDocument/2006/relationships/image" Target="../media/image510.png"/><Relationship Id="rId14" Type="http://schemas.openxmlformats.org/officeDocument/2006/relationships/image" Target="../media/image512.png"/><Relationship Id="rId22" Type="http://schemas.openxmlformats.org/officeDocument/2006/relationships/image" Target="../media/image520.png"/><Relationship Id="rId27" Type="http://schemas.openxmlformats.org/officeDocument/2006/relationships/image" Target="../media/image238.jpg"/><Relationship Id="rId30" Type="http://schemas.openxmlformats.org/officeDocument/2006/relationships/image" Target="../media/image476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7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9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9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8.jpg"/><Relationship Id="rId5" Type="http://schemas.openxmlformats.org/officeDocument/2006/relationships/image" Target="../media/image524.jpg"/><Relationship Id="rId4" Type="http://schemas.openxmlformats.org/officeDocument/2006/relationships/image" Target="../media/image530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8.jpg"/><Relationship Id="rId2" Type="http://schemas.openxmlformats.org/officeDocument/2006/relationships/image" Target="../media/image52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1.jp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7.png"/><Relationship Id="rId13" Type="http://schemas.openxmlformats.org/officeDocument/2006/relationships/image" Target="../media/image542.jpg"/><Relationship Id="rId18" Type="http://schemas.openxmlformats.org/officeDocument/2006/relationships/image" Target="../media/image547.png"/><Relationship Id="rId26" Type="http://schemas.openxmlformats.org/officeDocument/2006/relationships/image" Target="../media/image555.jpg"/><Relationship Id="rId3" Type="http://schemas.openxmlformats.org/officeDocument/2006/relationships/image" Target="../media/image532.png"/><Relationship Id="rId21" Type="http://schemas.openxmlformats.org/officeDocument/2006/relationships/image" Target="../media/image550.jpg"/><Relationship Id="rId7" Type="http://schemas.openxmlformats.org/officeDocument/2006/relationships/image" Target="../media/image536.jpg"/><Relationship Id="rId12" Type="http://schemas.openxmlformats.org/officeDocument/2006/relationships/image" Target="../media/image541.jpg"/><Relationship Id="rId17" Type="http://schemas.openxmlformats.org/officeDocument/2006/relationships/image" Target="../media/image546.png"/><Relationship Id="rId25" Type="http://schemas.openxmlformats.org/officeDocument/2006/relationships/image" Target="../media/image554.png"/><Relationship Id="rId2" Type="http://schemas.openxmlformats.org/officeDocument/2006/relationships/image" Target="../media/image1.png"/><Relationship Id="rId16" Type="http://schemas.openxmlformats.org/officeDocument/2006/relationships/image" Target="../media/image545.png"/><Relationship Id="rId20" Type="http://schemas.openxmlformats.org/officeDocument/2006/relationships/image" Target="../media/image549.png"/><Relationship Id="rId29" Type="http://schemas.openxmlformats.org/officeDocument/2006/relationships/image" Target="../media/image5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5.png"/><Relationship Id="rId11" Type="http://schemas.openxmlformats.org/officeDocument/2006/relationships/image" Target="../media/image540.png"/><Relationship Id="rId24" Type="http://schemas.openxmlformats.org/officeDocument/2006/relationships/image" Target="../media/image553.png"/><Relationship Id="rId32" Type="http://schemas.openxmlformats.org/officeDocument/2006/relationships/image" Target="../media/image561.png"/><Relationship Id="rId5" Type="http://schemas.openxmlformats.org/officeDocument/2006/relationships/image" Target="../media/image534.jpg"/><Relationship Id="rId15" Type="http://schemas.openxmlformats.org/officeDocument/2006/relationships/image" Target="../media/image544.jpg"/><Relationship Id="rId23" Type="http://schemas.openxmlformats.org/officeDocument/2006/relationships/image" Target="../media/image552.png"/><Relationship Id="rId28" Type="http://schemas.openxmlformats.org/officeDocument/2006/relationships/image" Target="../media/image557.jpg"/><Relationship Id="rId10" Type="http://schemas.openxmlformats.org/officeDocument/2006/relationships/image" Target="../media/image539.jpg"/><Relationship Id="rId19" Type="http://schemas.openxmlformats.org/officeDocument/2006/relationships/image" Target="../media/image548.jpg"/><Relationship Id="rId31" Type="http://schemas.openxmlformats.org/officeDocument/2006/relationships/image" Target="../media/image560.png"/><Relationship Id="rId4" Type="http://schemas.openxmlformats.org/officeDocument/2006/relationships/image" Target="../media/image533.png"/><Relationship Id="rId9" Type="http://schemas.openxmlformats.org/officeDocument/2006/relationships/image" Target="../media/image538.jpg"/><Relationship Id="rId14" Type="http://schemas.openxmlformats.org/officeDocument/2006/relationships/image" Target="../media/image543.png"/><Relationship Id="rId22" Type="http://schemas.openxmlformats.org/officeDocument/2006/relationships/image" Target="../media/image551.png"/><Relationship Id="rId27" Type="http://schemas.openxmlformats.org/officeDocument/2006/relationships/image" Target="../media/image556.jpg"/><Relationship Id="rId30" Type="http://schemas.openxmlformats.org/officeDocument/2006/relationships/image" Target="../media/image559.jp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991232" y="1586230"/>
            <a:ext cx="291465" cy="302895"/>
          </a:xfrm>
          <a:custGeom>
            <a:avLst/>
            <a:gdLst/>
            <a:ahLst/>
            <a:cxnLst/>
            <a:rect l="l" t="t" r="r" b="b"/>
            <a:pathLst>
              <a:path w="291464" h="302894">
                <a:moveTo>
                  <a:pt x="152146" y="0"/>
                </a:moveTo>
                <a:lnTo>
                  <a:pt x="103940" y="7428"/>
                </a:lnTo>
                <a:lnTo>
                  <a:pt x="62160" y="28342"/>
                </a:lnTo>
                <a:lnTo>
                  <a:pt x="29268" y="60679"/>
                </a:lnTo>
                <a:lnTo>
                  <a:pt x="7727" y="102380"/>
                </a:lnTo>
                <a:lnTo>
                  <a:pt x="0" y="151384"/>
                </a:lnTo>
                <a:lnTo>
                  <a:pt x="7727" y="200254"/>
                </a:lnTo>
                <a:lnTo>
                  <a:pt x="29268" y="241968"/>
                </a:lnTo>
                <a:lnTo>
                  <a:pt x="62160" y="274398"/>
                </a:lnTo>
                <a:lnTo>
                  <a:pt x="103940" y="295416"/>
                </a:lnTo>
                <a:lnTo>
                  <a:pt x="152146" y="302895"/>
                </a:lnTo>
                <a:lnTo>
                  <a:pt x="202166" y="294941"/>
                </a:lnTo>
                <a:lnTo>
                  <a:pt x="243411" y="272510"/>
                </a:lnTo>
                <a:lnTo>
                  <a:pt x="273821" y="237744"/>
                </a:lnTo>
                <a:lnTo>
                  <a:pt x="291338" y="192786"/>
                </a:lnTo>
                <a:lnTo>
                  <a:pt x="256031" y="192786"/>
                </a:lnTo>
                <a:lnTo>
                  <a:pt x="242192" y="225014"/>
                </a:lnTo>
                <a:lnTo>
                  <a:pt x="219519" y="249729"/>
                </a:lnTo>
                <a:lnTo>
                  <a:pt x="189130" y="265562"/>
                </a:lnTo>
                <a:lnTo>
                  <a:pt x="152146" y="271145"/>
                </a:lnTo>
                <a:lnTo>
                  <a:pt x="105763" y="262004"/>
                </a:lnTo>
                <a:lnTo>
                  <a:pt x="68357" y="236791"/>
                </a:lnTo>
                <a:lnTo>
                  <a:pt x="43382" y="198814"/>
                </a:lnTo>
                <a:lnTo>
                  <a:pt x="34290" y="151384"/>
                </a:lnTo>
                <a:lnTo>
                  <a:pt x="43382" y="103812"/>
                </a:lnTo>
                <a:lnTo>
                  <a:pt x="68357" y="65897"/>
                </a:lnTo>
                <a:lnTo>
                  <a:pt x="105763" y="40816"/>
                </a:lnTo>
                <a:lnTo>
                  <a:pt x="152146" y="31750"/>
                </a:lnTo>
                <a:lnTo>
                  <a:pt x="189130" y="37216"/>
                </a:lnTo>
                <a:lnTo>
                  <a:pt x="219519" y="52816"/>
                </a:lnTo>
                <a:lnTo>
                  <a:pt x="242192" y="77344"/>
                </a:lnTo>
                <a:lnTo>
                  <a:pt x="256031" y="109600"/>
                </a:lnTo>
                <a:lnTo>
                  <a:pt x="291338" y="109600"/>
                </a:lnTo>
                <a:lnTo>
                  <a:pt x="273821" y="64722"/>
                </a:lnTo>
                <a:lnTo>
                  <a:pt x="243411" y="30130"/>
                </a:lnTo>
                <a:lnTo>
                  <a:pt x="202166" y="7874"/>
                </a:lnTo>
                <a:lnTo>
                  <a:pt x="15214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363216" y="1586230"/>
            <a:ext cx="304165" cy="302895"/>
          </a:xfrm>
          <a:custGeom>
            <a:avLst/>
            <a:gdLst/>
            <a:ahLst/>
            <a:cxnLst/>
            <a:rect l="l" t="t" r="r" b="b"/>
            <a:pathLst>
              <a:path w="304164" h="302894">
                <a:moveTo>
                  <a:pt x="152145" y="0"/>
                </a:moveTo>
                <a:lnTo>
                  <a:pt x="103892" y="7645"/>
                </a:lnTo>
                <a:lnTo>
                  <a:pt x="62087" y="28976"/>
                </a:lnTo>
                <a:lnTo>
                  <a:pt x="29211" y="61584"/>
                </a:lnTo>
                <a:lnTo>
                  <a:pt x="7712" y="103063"/>
                </a:lnTo>
                <a:lnTo>
                  <a:pt x="0" y="151002"/>
                </a:lnTo>
                <a:lnTo>
                  <a:pt x="7727" y="199128"/>
                </a:lnTo>
                <a:lnTo>
                  <a:pt x="29268" y="240719"/>
                </a:lnTo>
                <a:lnTo>
                  <a:pt x="62160" y="273386"/>
                </a:lnTo>
                <a:lnTo>
                  <a:pt x="103940" y="294738"/>
                </a:lnTo>
                <a:lnTo>
                  <a:pt x="152145" y="302387"/>
                </a:lnTo>
                <a:lnTo>
                  <a:pt x="200289" y="294738"/>
                </a:lnTo>
                <a:lnTo>
                  <a:pt x="242031" y="273386"/>
                </a:lnTo>
                <a:lnTo>
                  <a:pt x="244798" y="270637"/>
                </a:lnTo>
                <a:lnTo>
                  <a:pt x="152145" y="270637"/>
                </a:lnTo>
                <a:lnTo>
                  <a:pt x="105870" y="261284"/>
                </a:lnTo>
                <a:lnTo>
                  <a:pt x="68453" y="235727"/>
                </a:lnTo>
                <a:lnTo>
                  <a:pt x="43418" y="197717"/>
                </a:lnTo>
                <a:lnTo>
                  <a:pt x="34289" y="151002"/>
                </a:lnTo>
                <a:lnTo>
                  <a:pt x="43418" y="104509"/>
                </a:lnTo>
                <a:lnTo>
                  <a:pt x="68452" y="66611"/>
                </a:lnTo>
                <a:lnTo>
                  <a:pt x="105870" y="41096"/>
                </a:lnTo>
                <a:lnTo>
                  <a:pt x="152145" y="31750"/>
                </a:lnTo>
                <a:lnTo>
                  <a:pt x="244827" y="31750"/>
                </a:lnTo>
                <a:lnTo>
                  <a:pt x="242031" y="28976"/>
                </a:lnTo>
                <a:lnTo>
                  <a:pt x="200289" y="7645"/>
                </a:lnTo>
                <a:lnTo>
                  <a:pt x="152145" y="0"/>
                </a:lnTo>
                <a:close/>
              </a:path>
              <a:path w="304164" h="302894">
                <a:moveTo>
                  <a:pt x="244827" y="31750"/>
                </a:moveTo>
                <a:lnTo>
                  <a:pt x="152145" y="31750"/>
                </a:lnTo>
                <a:lnTo>
                  <a:pt x="198508" y="41096"/>
                </a:lnTo>
                <a:lnTo>
                  <a:pt x="235870" y="66611"/>
                </a:lnTo>
                <a:lnTo>
                  <a:pt x="260802" y="104509"/>
                </a:lnTo>
                <a:lnTo>
                  <a:pt x="269875" y="151002"/>
                </a:lnTo>
                <a:lnTo>
                  <a:pt x="260802" y="197717"/>
                </a:lnTo>
                <a:lnTo>
                  <a:pt x="235870" y="235727"/>
                </a:lnTo>
                <a:lnTo>
                  <a:pt x="198508" y="261284"/>
                </a:lnTo>
                <a:lnTo>
                  <a:pt x="152145" y="270637"/>
                </a:lnTo>
                <a:lnTo>
                  <a:pt x="244798" y="270637"/>
                </a:lnTo>
                <a:lnTo>
                  <a:pt x="274904" y="240719"/>
                </a:lnTo>
                <a:lnTo>
                  <a:pt x="296438" y="199128"/>
                </a:lnTo>
                <a:lnTo>
                  <a:pt x="304164" y="151002"/>
                </a:lnTo>
                <a:lnTo>
                  <a:pt x="296438" y="103063"/>
                </a:lnTo>
                <a:lnTo>
                  <a:pt x="274904" y="61584"/>
                </a:lnTo>
                <a:lnTo>
                  <a:pt x="244827" y="317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66186" y="1591310"/>
            <a:ext cx="249554" cy="292735"/>
          </a:xfrm>
          <a:custGeom>
            <a:avLst/>
            <a:gdLst/>
            <a:ahLst/>
            <a:cxnLst/>
            <a:rect l="l" t="t" r="r" b="b"/>
            <a:pathLst>
              <a:path w="249555" h="292735">
                <a:moveTo>
                  <a:pt x="249427" y="0"/>
                </a:moveTo>
                <a:lnTo>
                  <a:pt x="215392" y="0"/>
                </a:lnTo>
                <a:lnTo>
                  <a:pt x="215392" y="233299"/>
                </a:lnTo>
                <a:lnTo>
                  <a:pt x="27686" y="0"/>
                </a:lnTo>
                <a:lnTo>
                  <a:pt x="0" y="0"/>
                </a:lnTo>
                <a:lnTo>
                  <a:pt x="0" y="292226"/>
                </a:lnTo>
                <a:lnTo>
                  <a:pt x="34036" y="292226"/>
                </a:lnTo>
                <a:lnTo>
                  <a:pt x="34036" y="61975"/>
                </a:lnTo>
                <a:lnTo>
                  <a:pt x="220980" y="292226"/>
                </a:lnTo>
                <a:lnTo>
                  <a:pt x="249427" y="292226"/>
                </a:lnTo>
                <a:lnTo>
                  <a:pt x="2494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137662" y="1591309"/>
            <a:ext cx="201295" cy="292100"/>
          </a:xfrm>
          <a:custGeom>
            <a:avLst/>
            <a:gdLst/>
            <a:ahLst/>
            <a:cxnLst/>
            <a:rect l="l" t="t" r="r" b="b"/>
            <a:pathLst>
              <a:path w="201295" h="292100">
                <a:moveTo>
                  <a:pt x="200787" y="0"/>
                </a:moveTo>
                <a:lnTo>
                  <a:pt x="0" y="0"/>
                </a:lnTo>
                <a:lnTo>
                  <a:pt x="0" y="31750"/>
                </a:lnTo>
                <a:lnTo>
                  <a:pt x="0" y="138430"/>
                </a:lnTo>
                <a:lnTo>
                  <a:pt x="0" y="170180"/>
                </a:lnTo>
                <a:lnTo>
                  <a:pt x="0" y="292100"/>
                </a:lnTo>
                <a:lnTo>
                  <a:pt x="34036" y="292100"/>
                </a:lnTo>
                <a:lnTo>
                  <a:pt x="34036" y="170180"/>
                </a:lnTo>
                <a:lnTo>
                  <a:pt x="182626" y="170180"/>
                </a:lnTo>
                <a:lnTo>
                  <a:pt x="182626" y="138430"/>
                </a:lnTo>
                <a:lnTo>
                  <a:pt x="34036" y="138430"/>
                </a:lnTo>
                <a:lnTo>
                  <a:pt x="34036" y="31750"/>
                </a:lnTo>
                <a:lnTo>
                  <a:pt x="200787" y="31750"/>
                </a:lnTo>
                <a:lnTo>
                  <a:pt x="2007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455670" y="1591309"/>
            <a:ext cx="195580" cy="292100"/>
          </a:xfrm>
          <a:custGeom>
            <a:avLst/>
            <a:gdLst/>
            <a:ahLst/>
            <a:cxnLst/>
            <a:rect l="l" t="t" r="r" b="b"/>
            <a:pathLst>
              <a:path w="195579" h="292100">
                <a:moveTo>
                  <a:pt x="195072" y="260350"/>
                </a:moveTo>
                <a:lnTo>
                  <a:pt x="33782" y="260350"/>
                </a:lnTo>
                <a:lnTo>
                  <a:pt x="33782" y="0"/>
                </a:lnTo>
                <a:lnTo>
                  <a:pt x="0" y="0"/>
                </a:lnTo>
                <a:lnTo>
                  <a:pt x="0" y="260350"/>
                </a:lnTo>
                <a:lnTo>
                  <a:pt x="0" y="292100"/>
                </a:lnTo>
                <a:lnTo>
                  <a:pt x="195072" y="292100"/>
                </a:lnTo>
                <a:lnTo>
                  <a:pt x="195072" y="26035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24021" y="1591310"/>
            <a:ext cx="250190" cy="297815"/>
          </a:xfrm>
          <a:custGeom>
            <a:avLst/>
            <a:gdLst/>
            <a:ahLst/>
            <a:cxnLst/>
            <a:rect l="l" t="t" r="r" b="b"/>
            <a:pathLst>
              <a:path w="250189" h="297814">
                <a:moveTo>
                  <a:pt x="250062" y="0"/>
                </a:moveTo>
                <a:lnTo>
                  <a:pt x="216280" y="0"/>
                </a:lnTo>
                <a:lnTo>
                  <a:pt x="216280" y="167259"/>
                </a:lnTo>
                <a:lnTo>
                  <a:pt x="209714" y="206674"/>
                </a:lnTo>
                <a:lnTo>
                  <a:pt x="191182" y="237791"/>
                </a:lnTo>
                <a:lnTo>
                  <a:pt x="162434" y="258216"/>
                </a:lnTo>
                <a:lnTo>
                  <a:pt x="125221" y="265557"/>
                </a:lnTo>
                <a:lnTo>
                  <a:pt x="87721" y="258216"/>
                </a:lnTo>
                <a:lnTo>
                  <a:pt x="58959" y="237791"/>
                </a:lnTo>
                <a:lnTo>
                  <a:pt x="40532" y="206674"/>
                </a:lnTo>
                <a:lnTo>
                  <a:pt x="34036" y="167259"/>
                </a:lnTo>
                <a:lnTo>
                  <a:pt x="34036" y="0"/>
                </a:lnTo>
                <a:lnTo>
                  <a:pt x="0" y="0"/>
                </a:lnTo>
                <a:lnTo>
                  <a:pt x="0" y="167259"/>
                </a:lnTo>
                <a:lnTo>
                  <a:pt x="8975" y="220315"/>
                </a:lnTo>
                <a:lnTo>
                  <a:pt x="34369" y="261381"/>
                </a:lnTo>
                <a:lnTo>
                  <a:pt x="73884" y="287899"/>
                </a:lnTo>
                <a:lnTo>
                  <a:pt x="125221" y="297307"/>
                </a:lnTo>
                <a:lnTo>
                  <a:pt x="176446" y="287899"/>
                </a:lnTo>
                <a:lnTo>
                  <a:pt x="215836" y="261381"/>
                </a:lnTo>
                <a:lnTo>
                  <a:pt x="241129" y="220315"/>
                </a:lnTo>
                <a:lnTo>
                  <a:pt x="250062" y="167259"/>
                </a:lnTo>
                <a:lnTo>
                  <a:pt x="2500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093210" y="1591309"/>
            <a:ext cx="204470" cy="292100"/>
          </a:xfrm>
          <a:custGeom>
            <a:avLst/>
            <a:gdLst/>
            <a:ahLst/>
            <a:cxnLst/>
            <a:rect l="l" t="t" r="r" b="b"/>
            <a:pathLst>
              <a:path w="204470" h="292100">
                <a:moveTo>
                  <a:pt x="204470" y="0"/>
                </a:moveTo>
                <a:lnTo>
                  <a:pt x="0" y="0"/>
                </a:lnTo>
                <a:lnTo>
                  <a:pt x="0" y="31750"/>
                </a:lnTo>
                <a:lnTo>
                  <a:pt x="0" y="132080"/>
                </a:lnTo>
                <a:lnTo>
                  <a:pt x="0" y="162560"/>
                </a:lnTo>
                <a:lnTo>
                  <a:pt x="0" y="260350"/>
                </a:lnTo>
                <a:lnTo>
                  <a:pt x="0" y="292100"/>
                </a:lnTo>
                <a:lnTo>
                  <a:pt x="204470" y="292100"/>
                </a:lnTo>
                <a:lnTo>
                  <a:pt x="204470" y="260350"/>
                </a:lnTo>
                <a:lnTo>
                  <a:pt x="34036" y="260350"/>
                </a:lnTo>
                <a:lnTo>
                  <a:pt x="34036" y="162560"/>
                </a:lnTo>
                <a:lnTo>
                  <a:pt x="187325" y="162560"/>
                </a:lnTo>
                <a:lnTo>
                  <a:pt x="187325" y="132080"/>
                </a:lnTo>
                <a:lnTo>
                  <a:pt x="34036" y="132080"/>
                </a:lnTo>
                <a:lnTo>
                  <a:pt x="34036" y="31750"/>
                </a:lnTo>
                <a:lnTo>
                  <a:pt x="204470" y="31750"/>
                </a:lnTo>
                <a:lnTo>
                  <a:pt x="20447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399153" y="1591310"/>
            <a:ext cx="249554" cy="292735"/>
          </a:xfrm>
          <a:custGeom>
            <a:avLst/>
            <a:gdLst/>
            <a:ahLst/>
            <a:cxnLst/>
            <a:rect l="l" t="t" r="r" b="b"/>
            <a:pathLst>
              <a:path w="249554" h="292735">
                <a:moveTo>
                  <a:pt x="249300" y="0"/>
                </a:moveTo>
                <a:lnTo>
                  <a:pt x="215264" y="0"/>
                </a:lnTo>
                <a:lnTo>
                  <a:pt x="215264" y="233299"/>
                </a:lnTo>
                <a:lnTo>
                  <a:pt x="27559" y="0"/>
                </a:lnTo>
                <a:lnTo>
                  <a:pt x="0" y="0"/>
                </a:lnTo>
                <a:lnTo>
                  <a:pt x="0" y="292226"/>
                </a:lnTo>
                <a:lnTo>
                  <a:pt x="34036" y="292226"/>
                </a:lnTo>
                <a:lnTo>
                  <a:pt x="34036" y="61975"/>
                </a:lnTo>
                <a:lnTo>
                  <a:pt x="220852" y="292226"/>
                </a:lnTo>
                <a:lnTo>
                  <a:pt x="249300" y="292226"/>
                </a:lnTo>
                <a:lnTo>
                  <a:pt x="249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738624" y="1591309"/>
            <a:ext cx="249554" cy="292100"/>
          </a:xfrm>
          <a:custGeom>
            <a:avLst/>
            <a:gdLst/>
            <a:ahLst/>
            <a:cxnLst/>
            <a:rect l="l" t="t" r="r" b="b"/>
            <a:pathLst>
              <a:path w="249554" h="292100">
                <a:moveTo>
                  <a:pt x="249047" y="0"/>
                </a:moveTo>
                <a:lnTo>
                  <a:pt x="0" y="0"/>
                </a:lnTo>
                <a:lnTo>
                  <a:pt x="0" y="31750"/>
                </a:lnTo>
                <a:lnTo>
                  <a:pt x="107188" y="31750"/>
                </a:lnTo>
                <a:lnTo>
                  <a:pt x="107188" y="292100"/>
                </a:lnTo>
                <a:lnTo>
                  <a:pt x="141224" y="292100"/>
                </a:lnTo>
                <a:lnTo>
                  <a:pt x="141224" y="31750"/>
                </a:lnTo>
                <a:lnTo>
                  <a:pt x="249047" y="31750"/>
                </a:lnTo>
                <a:lnTo>
                  <a:pt x="2490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2" name="object 12"/>
          <p:cNvGrpSpPr/>
          <p:nvPr/>
        </p:nvGrpSpPr>
        <p:grpSpPr>
          <a:xfrm>
            <a:off x="0" y="994257"/>
            <a:ext cx="18288000" cy="9293225"/>
            <a:chOff x="0" y="994257"/>
            <a:chExt cx="18288000" cy="9293225"/>
          </a:xfrm>
        </p:grpSpPr>
        <p:sp>
          <p:nvSpPr>
            <p:cNvPr id="13" name="object 13"/>
            <p:cNvSpPr/>
            <p:nvPr/>
          </p:nvSpPr>
          <p:spPr>
            <a:xfrm>
              <a:off x="1141018" y="1426717"/>
              <a:ext cx="624205" cy="624205"/>
            </a:xfrm>
            <a:custGeom>
              <a:avLst/>
              <a:gdLst/>
              <a:ahLst/>
              <a:cxnLst/>
              <a:rect l="l" t="t" r="r" b="b"/>
              <a:pathLst>
                <a:path w="624205" h="624205">
                  <a:moveTo>
                    <a:pt x="502361" y="305689"/>
                  </a:moveTo>
                  <a:lnTo>
                    <a:pt x="454736" y="303403"/>
                  </a:lnTo>
                  <a:lnTo>
                    <a:pt x="390131" y="301371"/>
                  </a:lnTo>
                  <a:lnTo>
                    <a:pt x="392557" y="301371"/>
                  </a:lnTo>
                  <a:lnTo>
                    <a:pt x="373761" y="301028"/>
                  </a:lnTo>
                  <a:lnTo>
                    <a:pt x="381939" y="301028"/>
                  </a:lnTo>
                  <a:lnTo>
                    <a:pt x="323418" y="300672"/>
                  </a:lnTo>
                  <a:lnTo>
                    <a:pt x="323367" y="296837"/>
                  </a:lnTo>
                  <a:lnTo>
                    <a:pt x="323278" y="288963"/>
                  </a:lnTo>
                  <a:lnTo>
                    <a:pt x="323189" y="280162"/>
                  </a:lnTo>
                  <a:lnTo>
                    <a:pt x="323088" y="269290"/>
                  </a:lnTo>
                  <a:lnTo>
                    <a:pt x="323037" y="264541"/>
                  </a:lnTo>
                  <a:lnTo>
                    <a:pt x="322948" y="256032"/>
                  </a:lnTo>
                  <a:lnTo>
                    <a:pt x="322821" y="246189"/>
                  </a:lnTo>
                  <a:lnTo>
                    <a:pt x="322707" y="237045"/>
                  </a:lnTo>
                  <a:lnTo>
                    <a:pt x="322338" y="219964"/>
                  </a:lnTo>
                  <a:lnTo>
                    <a:pt x="321386" y="183388"/>
                  </a:lnTo>
                  <a:lnTo>
                    <a:pt x="321297" y="180314"/>
                  </a:lnTo>
                  <a:lnTo>
                    <a:pt x="321195" y="176403"/>
                  </a:lnTo>
                  <a:lnTo>
                    <a:pt x="321081" y="172339"/>
                  </a:lnTo>
                  <a:lnTo>
                    <a:pt x="321005" y="169037"/>
                  </a:lnTo>
                  <a:lnTo>
                    <a:pt x="319925" y="145224"/>
                  </a:lnTo>
                  <a:lnTo>
                    <a:pt x="319290" y="133350"/>
                  </a:lnTo>
                  <a:lnTo>
                    <a:pt x="318465" y="121412"/>
                  </a:lnTo>
                  <a:lnTo>
                    <a:pt x="305130" y="121412"/>
                  </a:lnTo>
                  <a:lnTo>
                    <a:pt x="304330" y="133350"/>
                  </a:lnTo>
                  <a:lnTo>
                    <a:pt x="303822" y="144018"/>
                  </a:lnTo>
                  <a:lnTo>
                    <a:pt x="303339" y="154787"/>
                  </a:lnTo>
                  <a:lnTo>
                    <a:pt x="303225" y="157137"/>
                  </a:lnTo>
                  <a:lnTo>
                    <a:pt x="301320" y="216662"/>
                  </a:lnTo>
                  <a:lnTo>
                    <a:pt x="300812" y="256032"/>
                  </a:lnTo>
                  <a:lnTo>
                    <a:pt x="284937" y="219964"/>
                  </a:lnTo>
                  <a:lnTo>
                    <a:pt x="265506" y="176403"/>
                  </a:lnTo>
                  <a:lnTo>
                    <a:pt x="255422" y="154787"/>
                  </a:lnTo>
                  <a:lnTo>
                    <a:pt x="250304" y="144018"/>
                  </a:lnTo>
                  <a:lnTo>
                    <a:pt x="245059" y="133350"/>
                  </a:lnTo>
                  <a:lnTo>
                    <a:pt x="232740" y="138557"/>
                  </a:lnTo>
                  <a:lnTo>
                    <a:pt x="236639" y="149860"/>
                  </a:lnTo>
                  <a:lnTo>
                    <a:pt x="244729" y="172339"/>
                  </a:lnTo>
                  <a:lnTo>
                    <a:pt x="248615" y="183388"/>
                  </a:lnTo>
                  <a:lnTo>
                    <a:pt x="265760" y="227838"/>
                  </a:lnTo>
                  <a:lnTo>
                    <a:pt x="269227" y="237045"/>
                  </a:lnTo>
                  <a:lnTo>
                    <a:pt x="272783" y="246189"/>
                  </a:lnTo>
                  <a:lnTo>
                    <a:pt x="276466" y="255460"/>
                  </a:lnTo>
                  <a:lnTo>
                    <a:pt x="280111" y="264541"/>
                  </a:lnTo>
                  <a:lnTo>
                    <a:pt x="273126" y="257594"/>
                  </a:lnTo>
                  <a:lnTo>
                    <a:pt x="266103" y="250685"/>
                  </a:lnTo>
                  <a:lnTo>
                    <a:pt x="259029" y="243852"/>
                  </a:lnTo>
                  <a:lnTo>
                    <a:pt x="217373" y="204343"/>
                  </a:lnTo>
                  <a:lnTo>
                    <a:pt x="208394" y="196380"/>
                  </a:lnTo>
                  <a:lnTo>
                    <a:pt x="190703" y="180314"/>
                  </a:lnTo>
                  <a:lnTo>
                    <a:pt x="181813" y="172339"/>
                  </a:lnTo>
                  <a:lnTo>
                    <a:pt x="172288" y="181737"/>
                  </a:lnTo>
                  <a:lnTo>
                    <a:pt x="180251" y="190754"/>
                  </a:lnTo>
                  <a:lnTo>
                    <a:pt x="237058" y="251968"/>
                  </a:lnTo>
                  <a:lnTo>
                    <a:pt x="264490" y="280162"/>
                  </a:lnTo>
                  <a:lnTo>
                    <a:pt x="246138" y="272846"/>
                  </a:lnTo>
                  <a:lnTo>
                    <a:pt x="236982" y="269290"/>
                  </a:lnTo>
                  <a:lnTo>
                    <a:pt x="183337" y="248666"/>
                  </a:lnTo>
                  <a:lnTo>
                    <a:pt x="149796" y="236689"/>
                  </a:lnTo>
                  <a:lnTo>
                    <a:pt x="138506" y="232791"/>
                  </a:lnTo>
                  <a:lnTo>
                    <a:pt x="133286" y="244703"/>
                  </a:lnTo>
                  <a:lnTo>
                    <a:pt x="133172" y="244983"/>
                  </a:lnTo>
                  <a:lnTo>
                    <a:pt x="143954" y="250317"/>
                  </a:lnTo>
                  <a:lnTo>
                    <a:pt x="176352" y="265557"/>
                  </a:lnTo>
                  <a:lnTo>
                    <a:pt x="256336" y="301028"/>
                  </a:lnTo>
                  <a:lnTo>
                    <a:pt x="236245" y="301028"/>
                  </a:lnTo>
                  <a:lnTo>
                    <a:pt x="168986" y="302641"/>
                  </a:lnTo>
                  <a:lnTo>
                    <a:pt x="154952" y="303403"/>
                  </a:lnTo>
                  <a:lnTo>
                    <a:pt x="154482" y="303403"/>
                  </a:lnTo>
                  <a:lnTo>
                    <a:pt x="132029" y="304457"/>
                  </a:lnTo>
                  <a:lnTo>
                    <a:pt x="132359" y="304457"/>
                  </a:lnTo>
                  <a:lnTo>
                    <a:pt x="121348" y="305181"/>
                  </a:lnTo>
                  <a:lnTo>
                    <a:pt x="121348" y="318516"/>
                  </a:lnTo>
                  <a:lnTo>
                    <a:pt x="135089" y="319468"/>
                  </a:lnTo>
                  <a:lnTo>
                    <a:pt x="135636" y="319468"/>
                  </a:lnTo>
                  <a:lnTo>
                    <a:pt x="168986" y="321056"/>
                  </a:lnTo>
                  <a:lnTo>
                    <a:pt x="240525" y="322834"/>
                  </a:lnTo>
                  <a:lnTo>
                    <a:pt x="300304" y="323342"/>
                  </a:lnTo>
                  <a:lnTo>
                    <a:pt x="300329" y="326859"/>
                  </a:lnTo>
                  <a:lnTo>
                    <a:pt x="300850" y="371983"/>
                  </a:lnTo>
                  <a:lnTo>
                    <a:pt x="300964" y="378498"/>
                  </a:lnTo>
                  <a:lnTo>
                    <a:pt x="301066" y="385318"/>
                  </a:lnTo>
                  <a:lnTo>
                    <a:pt x="302856" y="447294"/>
                  </a:lnTo>
                  <a:lnTo>
                    <a:pt x="304812" y="490385"/>
                  </a:lnTo>
                  <a:lnTo>
                    <a:pt x="305638" y="502285"/>
                  </a:lnTo>
                  <a:lnTo>
                    <a:pt x="317957" y="502285"/>
                  </a:lnTo>
                  <a:lnTo>
                    <a:pt x="320243" y="454660"/>
                  </a:lnTo>
                  <a:lnTo>
                    <a:pt x="322097" y="397078"/>
                  </a:lnTo>
                  <a:lnTo>
                    <a:pt x="322529" y="366903"/>
                  </a:lnTo>
                  <a:lnTo>
                    <a:pt x="331038" y="386156"/>
                  </a:lnTo>
                  <a:lnTo>
                    <a:pt x="334759" y="394525"/>
                  </a:lnTo>
                  <a:lnTo>
                    <a:pt x="358470" y="447294"/>
                  </a:lnTo>
                  <a:lnTo>
                    <a:pt x="378929" y="490385"/>
                  </a:lnTo>
                  <a:lnTo>
                    <a:pt x="390220" y="485394"/>
                  </a:lnTo>
                  <a:lnTo>
                    <a:pt x="386397" y="474103"/>
                  </a:lnTo>
                  <a:lnTo>
                    <a:pt x="382422" y="462889"/>
                  </a:lnTo>
                  <a:lnTo>
                    <a:pt x="374345" y="440563"/>
                  </a:lnTo>
                  <a:lnTo>
                    <a:pt x="357454" y="396113"/>
                  </a:lnTo>
                  <a:lnTo>
                    <a:pt x="354025" y="387019"/>
                  </a:lnTo>
                  <a:lnTo>
                    <a:pt x="350291" y="377253"/>
                  </a:lnTo>
                  <a:lnTo>
                    <a:pt x="346240" y="366903"/>
                  </a:lnTo>
                  <a:lnTo>
                    <a:pt x="342938" y="358648"/>
                  </a:lnTo>
                  <a:lnTo>
                    <a:pt x="342849" y="358394"/>
                  </a:lnTo>
                  <a:lnTo>
                    <a:pt x="406603" y="419100"/>
                  </a:lnTo>
                  <a:lnTo>
                    <a:pt x="442163" y="450850"/>
                  </a:lnTo>
                  <a:lnTo>
                    <a:pt x="450799" y="442214"/>
                  </a:lnTo>
                  <a:lnTo>
                    <a:pt x="418795" y="406781"/>
                  </a:lnTo>
                  <a:lnTo>
                    <a:pt x="386283" y="371983"/>
                  </a:lnTo>
                  <a:lnTo>
                    <a:pt x="358470" y="343154"/>
                  </a:lnTo>
                  <a:lnTo>
                    <a:pt x="367677" y="346773"/>
                  </a:lnTo>
                  <a:lnTo>
                    <a:pt x="440385" y="374523"/>
                  </a:lnTo>
                  <a:lnTo>
                    <a:pt x="474167" y="386511"/>
                  </a:lnTo>
                  <a:lnTo>
                    <a:pt x="485470" y="390398"/>
                  </a:lnTo>
                  <a:lnTo>
                    <a:pt x="489940" y="379450"/>
                  </a:lnTo>
                  <a:lnTo>
                    <a:pt x="490042" y="379222"/>
                  </a:lnTo>
                  <a:lnTo>
                    <a:pt x="479374" y="373900"/>
                  </a:lnTo>
                  <a:lnTo>
                    <a:pt x="468604" y="368744"/>
                  </a:lnTo>
                  <a:lnTo>
                    <a:pt x="446989" y="358648"/>
                  </a:lnTo>
                  <a:lnTo>
                    <a:pt x="412902" y="343154"/>
                  </a:lnTo>
                  <a:lnTo>
                    <a:pt x="403682" y="338963"/>
                  </a:lnTo>
                  <a:lnTo>
                    <a:pt x="366598" y="322834"/>
                  </a:lnTo>
                  <a:lnTo>
                    <a:pt x="407111" y="322072"/>
                  </a:lnTo>
                  <a:lnTo>
                    <a:pt x="454736" y="320548"/>
                  </a:lnTo>
                  <a:lnTo>
                    <a:pt x="490448" y="318833"/>
                  </a:lnTo>
                  <a:lnTo>
                    <a:pt x="502361" y="318008"/>
                  </a:lnTo>
                  <a:lnTo>
                    <a:pt x="502361" y="305689"/>
                  </a:lnTo>
                  <a:close/>
                </a:path>
                <a:path w="624205" h="624205">
                  <a:moveTo>
                    <a:pt x="623646" y="311785"/>
                  </a:moveTo>
                  <a:lnTo>
                    <a:pt x="620268" y="266014"/>
                  </a:lnTo>
                  <a:lnTo>
                    <a:pt x="620255" y="265823"/>
                  </a:lnTo>
                  <a:lnTo>
                    <a:pt x="610425" y="221919"/>
                  </a:lnTo>
                  <a:lnTo>
                    <a:pt x="594626" y="180568"/>
                  </a:lnTo>
                  <a:lnTo>
                    <a:pt x="594436" y="180225"/>
                  </a:lnTo>
                  <a:lnTo>
                    <a:pt x="594436" y="311785"/>
                  </a:lnTo>
                  <a:lnTo>
                    <a:pt x="590727" y="357606"/>
                  </a:lnTo>
                  <a:lnTo>
                    <a:pt x="579996" y="401078"/>
                  </a:lnTo>
                  <a:lnTo>
                    <a:pt x="562851" y="441629"/>
                  </a:lnTo>
                  <a:lnTo>
                    <a:pt x="539838" y="478675"/>
                  </a:lnTo>
                  <a:lnTo>
                    <a:pt x="511581" y="511619"/>
                  </a:lnTo>
                  <a:lnTo>
                    <a:pt x="478637" y="539902"/>
                  </a:lnTo>
                  <a:lnTo>
                    <a:pt x="441617" y="562902"/>
                  </a:lnTo>
                  <a:lnTo>
                    <a:pt x="401078" y="580059"/>
                  </a:lnTo>
                  <a:lnTo>
                    <a:pt x="357632" y="590791"/>
                  </a:lnTo>
                  <a:lnTo>
                    <a:pt x="311861" y="594487"/>
                  </a:lnTo>
                  <a:lnTo>
                    <a:pt x="266039" y="590791"/>
                  </a:lnTo>
                  <a:lnTo>
                    <a:pt x="222567" y="580059"/>
                  </a:lnTo>
                  <a:lnTo>
                    <a:pt x="182016" y="562902"/>
                  </a:lnTo>
                  <a:lnTo>
                    <a:pt x="144983" y="539902"/>
                  </a:lnTo>
                  <a:lnTo>
                    <a:pt x="112039" y="511619"/>
                  </a:lnTo>
                  <a:lnTo>
                    <a:pt x="83769" y="478675"/>
                  </a:lnTo>
                  <a:lnTo>
                    <a:pt x="60756" y="441629"/>
                  </a:lnTo>
                  <a:lnTo>
                    <a:pt x="43599" y="401078"/>
                  </a:lnTo>
                  <a:lnTo>
                    <a:pt x="32943" y="357847"/>
                  </a:lnTo>
                  <a:lnTo>
                    <a:pt x="32880" y="357606"/>
                  </a:lnTo>
                  <a:lnTo>
                    <a:pt x="29184" y="311785"/>
                  </a:lnTo>
                  <a:lnTo>
                    <a:pt x="32880" y="266014"/>
                  </a:lnTo>
                  <a:lnTo>
                    <a:pt x="43599" y="222567"/>
                  </a:lnTo>
                  <a:lnTo>
                    <a:pt x="60756" y="182029"/>
                  </a:lnTo>
                  <a:lnTo>
                    <a:pt x="83769" y="145008"/>
                  </a:lnTo>
                  <a:lnTo>
                    <a:pt x="112039" y="112064"/>
                  </a:lnTo>
                  <a:lnTo>
                    <a:pt x="144983" y="83807"/>
                  </a:lnTo>
                  <a:lnTo>
                    <a:pt x="182016" y="60794"/>
                  </a:lnTo>
                  <a:lnTo>
                    <a:pt x="222567" y="43649"/>
                  </a:lnTo>
                  <a:lnTo>
                    <a:pt x="266039" y="32918"/>
                  </a:lnTo>
                  <a:lnTo>
                    <a:pt x="311861" y="29210"/>
                  </a:lnTo>
                  <a:lnTo>
                    <a:pt x="357632" y="32918"/>
                  </a:lnTo>
                  <a:lnTo>
                    <a:pt x="401078" y="43649"/>
                  </a:lnTo>
                  <a:lnTo>
                    <a:pt x="441617" y="60794"/>
                  </a:lnTo>
                  <a:lnTo>
                    <a:pt x="478637" y="83807"/>
                  </a:lnTo>
                  <a:lnTo>
                    <a:pt x="511581" y="112064"/>
                  </a:lnTo>
                  <a:lnTo>
                    <a:pt x="539838" y="145008"/>
                  </a:lnTo>
                  <a:lnTo>
                    <a:pt x="562851" y="182029"/>
                  </a:lnTo>
                  <a:lnTo>
                    <a:pt x="579996" y="222567"/>
                  </a:lnTo>
                  <a:lnTo>
                    <a:pt x="590677" y="265823"/>
                  </a:lnTo>
                  <a:lnTo>
                    <a:pt x="590727" y="266014"/>
                  </a:lnTo>
                  <a:lnTo>
                    <a:pt x="594436" y="311785"/>
                  </a:lnTo>
                  <a:lnTo>
                    <a:pt x="594436" y="180225"/>
                  </a:lnTo>
                  <a:lnTo>
                    <a:pt x="573354" y="142240"/>
                  </a:lnTo>
                  <a:lnTo>
                    <a:pt x="547090" y="107442"/>
                  </a:lnTo>
                  <a:lnTo>
                    <a:pt x="516318" y="76644"/>
                  </a:lnTo>
                  <a:lnTo>
                    <a:pt x="481520" y="50355"/>
                  </a:lnTo>
                  <a:lnTo>
                    <a:pt x="443471" y="29210"/>
                  </a:lnTo>
                  <a:lnTo>
                    <a:pt x="401815" y="13246"/>
                  </a:lnTo>
                  <a:lnTo>
                    <a:pt x="357873" y="3403"/>
                  </a:lnTo>
                  <a:lnTo>
                    <a:pt x="311861" y="0"/>
                  </a:lnTo>
                  <a:lnTo>
                    <a:pt x="265861" y="3403"/>
                  </a:lnTo>
                  <a:lnTo>
                    <a:pt x="221932" y="13246"/>
                  </a:lnTo>
                  <a:lnTo>
                    <a:pt x="180555" y="29070"/>
                  </a:lnTo>
                  <a:lnTo>
                    <a:pt x="142227" y="50355"/>
                  </a:lnTo>
                  <a:lnTo>
                    <a:pt x="107416" y="76644"/>
                  </a:lnTo>
                  <a:lnTo>
                    <a:pt x="76619" y="107442"/>
                  </a:lnTo>
                  <a:lnTo>
                    <a:pt x="50342" y="142240"/>
                  </a:lnTo>
                  <a:lnTo>
                    <a:pt x="29044" y="180568"/>
                  </a:lnTo>
                  <a:lnTo>
                    <a:pt x="13233" y="221919"/>
                  </a:lnTo>
                  <a:lnTo>
                    <a:pt x="3378" y="265823"/>
                  </a:lnTo>
                  <a:lnTo>
                    <a:pt x="0" y="311785"/>
                  </a:lnTo>
                  <a:lnTo>
                    <a:pt x="3365" y="357606"/>
                  </a:lnTo>
                  <a:lnTo>
                    <a:pt x="3378" y="357847"/>
                  </a:lnTo>
                  <a:lnTo>
                    <a:pt x="13233" y="401815"/>
                  </a:lnTo>
                  <a:lnTo>
                    <a:pt x="29044" y="443204"/>
                  </a:lnTo>
                  <a:lnTo>
                    <a:pt x="50342" y="481545"/>
                  </a:lnTo>
                  <a:lnTo>
                    <a:pt x="76619" y="516356"/>
                  </a:lnTo>
                  <a:lnTo>
                    <a:pt x="107416" y="547141"/>
                  </a:lnTo>
                  <a:lnTo>
                    <a:pt x="142227" y="573405"/>
                  </a:lnTo>
                  <a:lnTo>
                    <a:pt x="180555" y="594690"/>
                  </a:lnTo>
                  <a:lnTo>
                    <a:pt x="221932" y="610489"/>
                  </a:lnTo>
                  <a:lnTo>
                    <a:pt x="265861" y="620318"/>
                  </a:lnTo>
                  <a:lnTo>
                    <a:pt x="311861" y="623697"/>
                  </a:lnTo>
                  <a:lnTo>
                    <a:pt x="357873" y="620318"/>
                  </a:lnTo>
                  <a:lnTo>
                    <a:pt x="401815" y="610489"/>
                  </a:lnTo>
                  <a:lnTo>
                    <a:pt x="443191" y="594690"/>
                  </a:lnTo>
                  <a:lnTo>
                    <a:pt x="443534" y="594487"/>
                  </a:lnTo>
                  <a:lnTo>
                    <a:pt x="481520" y="573405"/>
                  </a:lnTo>
                  <a:lnTo>
                    <a:pt x="516318" y="547141"/>
                  </a:lnTo>
                  <a:lnTo>
                    <a:pt x="547090" y="516356"/>
                  </a:lnTo>
                  <a:lnTo>
                    <a:pt x="573354" y="481545"/>
                  </a:lnTo>
                  <a:lnTo>
                    <a:pt x="594626" y="443204"/>
                  </a:lnTo>
                  <a:lnTo>
                    <a:pt x="610425" y="401815"/>
                  </a:lnTo>
                  <a:lnTo>
                    <a:pt x="620255" y="357847"/>
                  </a:lnTo>
                  <a:lnTo>
                    <a:pt x="623646" y="3117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276913"/>
              <a:ext cx="18287999" cy="901008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269338" y="994257"/>
              <a:ext cx="2718180" cy="1183919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128471" y="2831389"/>
            <a:ext cx="7600315" cy="7969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00" i="1" spc="620" dirty="0">
                <a:solidFill>
                  <a:srgbClr val="FFFFFF"/>
                </a:solidFill>
                <a:latin typeface="Calibri"/>
                <a:cs typeface="Calibri"/>
              </a:rPr>
              <a:t>Confluent</a:t>
            </a:r>
            <a:r>
              <a:rPr sz="4800" i="1" spc="3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4800" i="1" spc="610" dirty="0">
                <a:solidFill>
                  <a:srgbClr val="FFFFFF"/>
                </a:solidFill>
                <a:latin typeface="Calibri"/>
                <a:cs typeface="Calibri"/>
              </a:rPr>
              <a:t>Platform</a:t>
            </a:r>
            <a:r>
              <a:rPr sz="4800" i="1" spc="3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5050" i="1" spc="-409" dirty="0">
                <a:solidFill>
                  <a:srgbClr val="FFFFFF"/>
                </a:solidFill>
                <a:latin typeface="Dotum"/>
                <a:cs typeface="Dotum"/>
              </a:rPr>
              <a:t>소개</a:t>
            </a:r>
            <a:endParaRPr sz="5050">
              <a:latin typeface="Dotum"/>
              <a:cs typeface="Dotu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78763" y="4071277"/>
            <a:ext cx="10632440" cy="44615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7330" indent="-570230">
              <a:lnSpc>
                <a:spcPct val="100000"/>
              </a:lnSpc>
              <a:spcBef>
                <a:spcPts val="95"/>
              </a:spcBef>
              <a:buSzPct val="180555"/>
              <a:buFont typeface="Arial"/>
              <a:buChar char="•"/>
              <a:tabLst>
                <a:tab pos="1497330" algn="l"/>
              </a:tabLst>
            </a:pPr>
            <a:r>
              <a:rPr sz="3600" b="1" i="1" spc="445" dirty="0">
                <a:solidFill>
                  <a:srgbClr val="FFFFFF"/>
                </a:solidFill>
                <a:latin typeface="Calibri"/>
                <a:cs typeface="Calibri"/>
              </a:rPr>
              <a:t>Confluet</a:t>
            </a:r>
            <a:r>
              <a:rPr sz="3600" b="1" i="1" spc="2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i="1" spc="475" dirty="0">
                <a:solidFill>
                  <a:srgbClr val="FFFFFF"/>
                </a:solidFill>
                <a:latin typeface="Calibri"/>
                <a:cs typeface="Calibri"/>
              </a:rPr>
              <a:t>Platform(Apache</a:t>
            </a:r>
            <a:r>
              <a:rPr sz="3600" b="1" i="1" spc="2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i="1" spc="470" dirty="0">
                <a:solidFill>
                  <a:srgbClr val="FFFFFF"/>
                </a:solidFill>
                <a:latin typeface="Calibri"/>
                <a:cs typeface="Calibri"/>
              </a:rPr>
              <a:t>Kafka)</a:t>
            </a:r>
            <a:r>
              <a:rPr sz="3600" b="1" i="1" spc="2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00" b="1" i="1" spc="-300" dirty="0">
                <a:solidFill>
                  <a:srgbClr val="FFFFFF"/>
                </a:solidFill>
                <a:latin typeface="Dotum"/>
                <a:cs typeface="Dotum"/>
              </a:rPr>
              <a:t>이론</a:t>
            </a:r>
            <a:endParaRPr sz="3800">
              <a:latin typeface="Dotum"/>
              <a:cs typeface="Dotum"/>
            </a:endParaRPr>
          </a:p>
          <a:p>
            <a:pPr marL="1497330" indent="-570230">
              <a:lnSpc>
                <a:spcPct val="100000"/>
              </a:lnSpc>
              <a:spcBef>
                <a:spcPts val="1920"/>
              </a:spcBef>
              <a:buSzPct val="180555"/>
              <a:buFont typeface="Arial"/>
              <a:buChar char="•"/>
              <a:tabLst>
                <a:tab pos="1497330" algn="l"/>
              </a:tabLst>
            </a:pPr>
            <a:r>
              <a:rPr sz="3600" b="1" i="1" spc="434" dirty="0">
                <a:solidFill>
                  <a:srgbClr val="FFFFFF"/>
                </a:solidFill>
                <a:latin typeface="Calibri"/>
                <a:cs typeface="Calibri"/>
              </a:rPr>
              <a:t>Flink</a:t>
            </a:r>
            <a:r>
              <a:rPr sz="3600" b="1" i="1" spc="2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800" b="1" i="1" spc="-300" dirty="0">
                <a:solidFill>
                  <a:srgbClr val="FFFFFF"/>
                </a:solidFill>
                <a:latin typeface="Dotum"/>
                <a:cs typeface="Dotum"/>
              </a:rPr>
              <a:t>소개</a:t>
            </a:r>
            <a:endParaRPr sz="3800">
              <a:latin typeface="Dotum"/>
              <a:cs typeface="Dotum"/>
            </a:endParaRPr>
          </a:p>
          <a:p>
            <a:pPr marL="1497330" indent="-570230">
              <a:lnSpc>
                <a:spcPct val="100000"/>
              </a:lnSpc>
              <a:spcBef>
                <a:spcPts val="1920"/>
              </a:spcBef>
              <a:buSzPct val="171052"/>
              <a:buFont typeface="Arial"/>
              <a:buChar char="•"/>
              <a:tabLst>
                <a:tab pos="1497330" algn="l"/>
              </a:tabLst>
            </a:pPr>
            <a:r>
              <a:rPr sz="3800" b="1" i="1" spc="-270" dirty="0">
                <a:solidFill>
                  <a:srgbClr val="FFFFFF"/>
                </a:solidFill>
                <a:latin typeface="Dotum"/>
                <a:cs typeface="Dotum"/>
              </a:rPr>
              <a:t>산업군별</a:t>
            </a:r>
            <a:r>
              <a:rPr sz="3800" b="1" i="1" spc="-31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3800" b="1" i="1" spc="-305" dirty="0">
                <a:solidFill>
                  <a:srgbClr val="FFFFFF"/>
                </a:solidFill>
                <a:latin typeface="Dotum"/>
                <a:cs typeface="Dotum"/>
              </a:rPr>
              <a:t>활용방법</a:t>
            </a:r>
            <a:endParaRPr sz="3800">
              <a:latin typeface="Dotum"/>
              <a:cs typeface="Dotum"/>
            </a:endParaRPr>
          </a:p>
          <a:p>
            <a:pPr marL="1497330" indent="-570230">
              <a:lnSpc>
                <a:spcPct val="100000"/>
              </a:lnSpc>
              <a:spcBef>
                <a:spcPts val="1920"/>
              </a:spcBef>
              <a:buSzPct val="171052"/>
              <a:buFont typeface="Arial"/>
              <a:buChar char="•"/>
              <a:tabLst>
                <a:tab pos="1497330" algn="l"/>
              </a:tabLst>
            </a:pPr>
            <a:r>
              <a:rPr sz="3800" b="1" i="1" spc="-265" dirty="0">
                <a:solidFill>
                  <a:srgbClr val="FFFFFF"/>
                </a:solidFill>
                <a:latin typeface="Dotum"/>
                <a:cs typeface="Dotum"/>
              </a:rPr>
              <a:t>고객사례</a:t>
            </a:r>
            <a:r>
              <a:rPr sz="3800" b="1" i="1" spc="-31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3800" b="1" i="1" spc="-320" dirty="0">
                <a:solidFill>
                  <a:srgbClr val="FFFFFF"/>
                </a:solidFill>
                <a:latin typeface="Dotum"/>
                <a:cs typeface="Dotum"/>
              </a:rPr>
              <a:t>소개</a:t>
            </a:r>
            <a:endParaRPr sz="3800">
              <a:latin typeface="Dotum"/>
              <a:cs typeface="Dotum"/>
            </a:endParaRPr>
          </a:p>
          <a:p>
            <a:pPr marL="12700" marR="4193540">
              <a:lnSpc>
                <a:spcPct val="148100"/>
              </a:lnSpc>
              <a:spcBef>
                <a:spcPts val="2165"/>
              </a:spcBef>
            </a:pPr>
            <a:r>
              <a:rPr sz="2500" spc="-100" dirty="0">
                <a:solidFill>
                  <a:srgbClr val="FFFFFF"/>
                </a:solidFill>
                <a:latin typeface="Dotum"/>
                <a:cs typeface="Dotum"/>
              </a:rPr>
              <a:t>타임게이트</a:t>
            </a:r>
            <a:r>
              <a:rPr sz="2500" spc="-215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400" i="1" spc="-105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2500" spc="-105" dirty="0">
                <a:solidFill>
                  <a:srgbClr val="FFFFFF"/>
                </a:solidFill>
                <a:latin typeface="Dotum"/>
                <a:cs typeface="Dotum"/>
              </a:rPr>
              <a:t>플랫폼사업본부</a:t>
            </a:r>
            <a:r>
              <a:rPr sz="2500" spc="-200" dirty="0">
                <a:solidFill>
                  <a:srgbClr val="FFFFFF"/>
                </a:solidFill>
                <a:latin typeface="Dotum"/>
                <a:cs typeface="Dotum"/>
              </a:rPr>
              <a:t> </a:t>
            </a:r>
            <a:r>
              <a:rPr sz="2400" i="1" dirty="0">
                <a:solidFill>
                  <a:srgbClr val="FFFFFF"/>
                </a:solidFill>
                <a:latin typeface="Calibri"/>
                <a:cs typeface="Calibri"/>
              </a:rPr>
              <a:t>.</a:t>
            </a:r>
            <a:r>
              <a:rPr sz="2400" i="1" spc="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400" i="1" spc="280" dirty="0">
                <a:solidFill>
                  <a:srgbClr val="FFFFFF"/>
                </a:solidFill>
                <a:latin typeface="Calibri"/>
                <a:cs typeface="Calibri"/>
              </a:rPr>
              <a:t>DataStreams</a:t>
            </a:r>
            <a:r>
              <a:rPr sz="2500" spc="280" dirty="0">
                <a:solidFill>
                  <a:srgbClr val="FFFFFF"/>
                </a:solidFill>
                <a:latin typeface="Dotum"/>
                <a:cs typeface="Dotum"/>
              </a:rPr>
              <a:t>팀 </a:t>
            </a:r>
            <a:r>
              <a:rPr sz="2400" i="1" spc="135" dirty="0">
                <a:solidFill>
                  <a:srgbClr val="FFFFFF"/>
                </a:solidFill>
                <a:latin typeface="Calibri"/>
                <a:cs typeface="Calibri"/>
              </a:rPr>
              <a:t>2025.09.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59454" y="27"/>
            <a:ext cx="8226425" cy="10287000"/>
            <a:chOff x="10059454" y="27"/>
            <a:chExt cx="82264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9454" y="27"/>
              <a:ext cx="8226133" cy="102869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044671" y="757554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712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69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35" y="153924"/>
                  </a:lnTo>
                  <a:lnTo>
                    <a:pt x="286385" y="151257"/>
                  </a:lnTo>
                  <a:lnTo>
                    <a:pt x="286042" y="143243"/>
                  </a:lnTo>
                  <a:lnTo>
                    <a:pt x="285927" y="140525"/>
                  </a:lnTo>
                  <a:lnTo>
                    <a:pt x="285381" y="129857"/>
                  </a:lnTo>
                  <a:lnTo>
                    <a:pt x="284759" y="119291"/>
                  </a:lnTo>
                  <a:lnTo>
                    <a:pt x="284099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45" y="128333"/>
                  </a:lnTo>
                  <a:lnTo>
                    <a:pt x="271056" y="129857"/>
                  </a:lnTo>
                  <a:lnTo>
                    <a:pt x="270624" y="140525"/>
                  </a:lnTo>
                  <a:lnTo>
                    <a:pt x="270370" y="147764"/>
                  </a:lnTo>
                  <a:lnTo>
                    <a:pt x="270256" y="151257"/>
                  </a:lnTo>
                  <a:lnTo>
                    <a:pt x="268986" y="193675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82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59"/>
                  </a:lnTo>
                  <a:lnTo>
                    <a:pt x="214731" y="143243"/>
                  </a:lnTo>
                  <a:lnTo>
                    <a:pt x="221996" y="163322"/>
                  </a:lnTo>
                  <a:lnTo>
                    <a:pt x="237236" y="203073"/>
                  </a:lnTo>
                  <a:lnTo>
                    <a:pt x="240893" y="212369"/>
                  </a:lnTo>
                  <a:lnTo>
                    <a:pt x="248158" y="230974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38" y="217805"/>
                  </a:lnTo>
                  <a:lnTo>
                    <a:pt x="194310" y="182499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183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755" y="243636"/>
                  </a:lnTo>
                  <a:lnTo>
                    <a:pt x="235839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5501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680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1081" y="416420"/>
                  </a:lnTo>
                  <a:lnTo>
                    <a:pt x="271500" y="427113"/>
                  </a:lnTo>
                  <a:lnTo>
                    <a:pt x="272084" y="437515"/>
                  </a:lnTo>
                  <a:lnTo>
                    <a:pt x="272923" y="448310"/>
                  </a:lnTo>
                  <a:lnTo>
                    <a:pt x="284099" y="448310"/>
                  </a:lnTo>
                  <a:lnTo>
                    <a:pt x="284759" y="437794"/>
                  </a:lnTo>
                  <a:lnTo>
                    <a:pt x="285330" y="427888"/>
                  </a:lnTo>
                  <a:lnTo>
                    <a:pt x="285826" y="418338"/>
                  </a:lnTo>
                  <a:lnTo>
                    <a:pt x="285927" y="416420"/>
                  </a:lnTo>
                  <a:lnTo>
                    <a:pt x="286258" y="408800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85" y="347726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35" y="344258"/>
                  </a:lnTo>
                  <a:lnTo>
                    <a:pt x="302387" y="360680"/>
                  </a:lnTo>
                  <a:lnTo>
                    <a:pt x="319913" y="399161"/>
                  </a:lnTo>
                  <a:lnTo>
                    <a:pt x="324446" y="408800"/>
                  </a:lnTo>
                  <a:lnTo>
                    <a:pt x="328866" y="418338"/>
                  </a:lnTo>
                  <a:lnTo>
                    <a:pt x="333375" y="427888"/>
                  </a:lnTo>
                  <a:lnTo>
                    <a:pt x="338201" y="437515"/>
                  </a:lnTo>
                  <a:lnTo>
                    <a:pt x="348488" y="433578"/>
                  </a:lnTo>
                  <a:lnTo>
                    <a:pt x="344995" y="423506"/>
                  </a:lnTo>
                  <a:lnTo>
                    <a:pt x="337629" y="403402"/>
                  </a:lnTo>
                  <a:lnTo>
                    <a:pt x="334137" y="393319"/>
                  </a:lnTo>
                  <a:lnTo>
                    <a:pt x="319405" y="353568"/>
                  </a:lnTo>
                  <a:lnTo>
                    <a:pt x="316064" y="345186"/>
                  </a:lnTo>
                  <a:lnTo>
                    <a:pt x="312851" y="336981"/>
                  </a:lnTo>
                  <a:lnTo>
                    <a:pt x="309270" y="327660"/>
                  </a:lnTo>
                  <a:lnTo>
                    <a:pt x="306451" y="320040"/>
                  </a:lnTo>
                  <a:lnTo>
                    <a:pt x="312889" y="326428"/>
                  </a:lnTo>
                  <a:lnTo>
                    <a:pt x="319443" y="332803"/>
                  </a:lnTo>
                  <a:lnTo>
                    <a:pt x="332740" y="345567"/>
                  </a:lnTo>
                  <a:lnTo>
                    <a:pt x="364109" y="374650"/>
                  </a:lnTo>
                  <a:lnTo>
                    <a:pt x="395732" y="403225"/>
                  </a:lnTo>
                  <a:lnTo>
                    <a:pt x="403352" y="395097"/>
                  </a:lnTo>
                  <a:lnTo>
                    <a:pt x="375285" y="363474"/>
                  </a:lnTo>
                  <a:lnTo>
                    <a:pt x="346202" y="332105"/>
                  </a:lnTo>
                  <a:lnTo>
                    <a:pt x="334505" y="320040"/>
                  </a:lnTo>
                  <a:lnTo>
                    <a:pt x="327113" y="312445"/>
                  </a:lnTo>
                  <a:lnTo>
                    <a:pt x="320802" y="305816"/>
                  </a:lnTo>
                  <a:lnTo>
                    <a:pt x="337502" y="312445"/>
                  </a:lnTo>
                  <a:lnTo>
                    <a:pt x="345833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258"/>
                  </a:lnTo>
                  <a:lnTo>
                    <a:pt x="434213" y="347726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001" y="305816"/>
                  </a:lnTo>
                  <a:lnTo>
                    <a:pt x="360934" y="301752"/>
                  </a:lnTo>
                  <a:lnTo>
                    <a:pt x="328295" y="287528"/>
                  </a:lnTo>
                  <a:lnTo>
                    <a:pt x="337121" y="287401"/>
                  </a:lnTo>
                  <a:lnTo>
                    <a:pt x="355053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114" y="161721"/>
                  </a:lnTo>
                  <a:lnTo>
                    <a:pt x="531114" y="278384"/>
                  </a:lnTo>
                  <a:lnTo>
                    <a:pt x="527037" y="323507"/>
                  </a:lnTo>
                  <a:lnTo>
                    <a:pt x="515239" y="366331"/>
                  </a:lnTo>
                  <a:lnTo>
                    <a:pt x="496557" y="405561"/>
                  </a:lnTo>
                  <a:lnTo>
                    <a:pt x="471614" y="440804"/>
                  </a:lnTo>
                  <a:lnTo>
                    <a:pt x="441172" y="471246"/>
                  </a:lnTo>
                  <a:lnTo>
                    <a:pt x="405930" y="496189"/>
                  </a:lnTo>
                  <a:lnTo>
                    <a:pt x="366636" y="514896"/>
                  </a:lnTo>
                  <a:lnTo>
                    <a:pt x="324002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278" y="366331"/>
                  </a:lnTo>
                  <a:lnTo>
                    <a:pt x="30568" y="323900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42113" y="190766"/>
                  </a:lnTo>
                  <a:lnTo>
                    <a:pt x="60960" y="150990"/>
                  </a:lnTo>
                  <a:lnTo>
                    <a:pt x="85902" y="115773"/>
                  </a:lnTo>
                  <a:lnTo>
                    <a:pt x="116344" y="85369"/>
                  </a:lnTo>
                  <a:lnTo>
                    <a:pt x="151587" y="60477"/>
                  </a:lnTo>
                  <a:lnTo>
                    <a:pt x="190881" y="41821"/>
                  </a:lnTo>
                  <a:lnTo>
                    <a:pt x="233514" y="30099"/>
                  </a:lnTo>
                  <a:lnTo>
                    <a:pt x="278765" y="26035"/>
                  </a:lnTo>
                  <a:lnTo>
                    <a:pt x="324002" y="30099"/>
                  </a:lnTo>
                  <a:lnTo>
                    <a:pt x="366636" y="41821"/>
                  </a:lnTo>
                  <a:lnTo>
                    <a:pt x="405930" y="60477"/>
                  </a:lnTo>
                  <a:lnTo>
                    <a:pt x="441172" y="85369"/>
                  </a:lnTo>
                  <a:lnTo>
                    <a:pt x="471614" y="115773"/>
                  </a:lnTo>
                  <a:lnTo>
                    <a:pt x="496557" y="150990"/>
                  </a:lnTo>
                  <a:lnTo>
                    <a:pt x="515302" y="190423"/>
                  </a:lnTo>
                  <a:lnTo>
                    <a:pt x="527024" y="233006"/>
                  </a:lnTo>
                  <a:lnTo>
                    <a:pt x="531114" y="278384"/>
                  </a:lnTo>
                  <a:lnTo>
                    <a:pt x="531114" y="161721"/>
                  </a:lnTo>
                  <a:lnTo>
                    <a:pt x="526567" y="150990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19" y="323507"/>
                  </a:lnTo>
                  <a:lnTo>
                    <a:pt x="3644" y="323900"/>
                  </a:lnTo>
                  <a:lnTo>
                    <a:pt x="14135" y="366331"/>
                  </a:lnTo>
                  <a:lnTo>
                    <a:pt x="31165" y="406641"/>
                  </a:lnTo>
                  <a:lnTo>
                    <a:pt x="53860" y="443103"/>
                  </a:lnTo>
                  <a:lnTo>
                    <a:pt x="81749" y="475526"/>
                  </a:lnTo>
                  <a:lnTo>
                    <a:pt x="114249" y="503339"/>
                  </a:lnTo>
                  <a:lnTo>
                    <a:pt x="150774" y="525970"/>
                  </a:lnTo>
                  <a:lnTo>
                    <a:pt x="190754" y="542836"/>
                  </a:lnTo>
                  <a:lnTo>
                    <a:pt x="233616" y="553389"/>
                  </a:lnTo>
                  <a:lnTo>
                    <a:pt x="278765" y="557022"/>
                  </a:lnTo>
                  <a:lnTo>
                    <a:pt x="323735" y="553389"/>
                  </a:lnTo>
                  <a:lnTo>
                    <a:pt x="366547" y="542836"/>
                  </a:lnTo>
                  <a:lnTo>
                    <a:pt x="406488" y="525970"/>
                  </a:lnTo>
                  <a:lnTo>
                    <a:pt x="443268" y="503174"/>
                  </a:lnTo>
                  <a:lnTo>
                    <a:pt x="475767" y="475284"/>
                  </a:lnTo>
                  <a:lnTo>
                    <a:pt x="503656" y="442798"/>
                  </a:lnTo>
                  <a:lnTo>
                    <a:pt x="526351" y="406285"/>
                  </a:lnTo>
                  <a:lnTo>
                    <a:pt x="543280" y="366331"/>
                  </a:lnTo>
                  <a:lnTo>
                    <a:pt x="553770" y="323900"/>
                  </a:lnTo>
                  <a:lnTo>
                    <a:pt x="553872" y="323507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03147" y="4526819"/>
            <a:ext cx="15495269" cy="1070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850" i="1" spc="-190" dirty="0">
                <a:solidFill>
                  <a:srgbClr val="173360"/>
                </a:solidFill>
                <a:latin typeface="Malgun Gothic"/>
                <a:cs typeface="Malgun Gothic"/>
              </a:rPr>
              <a:t>Confluent</a:t>
            </a:r>
            <a:r>
              <a:rPr sz="6850" i="1" spc="-30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6850" i="1" spc="-204" dirty="0">
                <a:solidFill>
                  <a:srgbClr val="173360"/>
                </a:solidFill>
                <a:latin typeface="Malgun Gothic"/>
                <a:cs typeface="Malgun Gothic"/>
              </a:rPr>
              <a:t>Platform(Apache</a:t>
            </a:r>
            <a:r>
              <a:rPr sz="6850" i="1" spc="-28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6850" i="1" spc="-170" dirty="0">
                <a:solidFill>
                  <a:srgbClr val="173360"/>
                </a:solidFill>
                <a:latin typeface="Malgun Gothic"/>
                <a:cs typeface="Malgun Gothic"/>
              </a:rPr>
              <a:t>Kafka)</a:t>
            </a:r>
            <a:r>
              <a:rPr sz="6850" i="1" spc="-34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6850" i="1" spc="-440" dirty="0">
                <a:solidFill>
                  <a:srgbClr val="173360"/>
                </a:solidFill>
                <a:latin typeface="Malgun Gothic"/>
                <a:cs typeface="Malgun Gothic"/>
              </a:rPr>
              <a:t>이론</a:t>
            </a:r>
            <a:endParaRPr sz="68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04941" y="9418519"/>
            <a:ext cx="95250" cy="1936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00" spc="-50" dirty="0">
                <a:solidFill>
                  <a:srgbClr val="829393"/>
                </a:solidFill>
                <a:latin typeface="Malgun Gothic"/>
                <a:cs typeface="Malgun Gothic"/>
              </a:rPr>
              <a:t>2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What</a:t>
            </a:r>
            <a:r>
              <a:rPr sz="4400" spc="-2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Does</a:t>
            </a:r>
            <a:r>
              <a:rPr sz="4400" spc="-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Kafka</a:t>
            </a:r>
            <a:r>
              <a:rPr sz="4400" spc="-25" dirty="0">
                <a:solidFill>
                  <a:srgbClr val="173360"/>
                </a:solidFill>
              </a:rPr>
              <a:t> Do?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1517630" y="1788109"/>
            <a:ext cx="5443220" cy="7222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</a:tabLst>
            </a:pPr>
            <a:r>
              <a:rPr sz="2400" b="1" dirty="0">
                <a:latin typeface="Malgun Gothic"/>
                <a:cs typeface="Malgun Gothic"/>
              </a:rPr>
              <a:t>이벤트</a:t>
            </a:r>
            <a:r>
              <a:rPr sz="2400" b="1" spc="-15" dirty="0">
                <a:latin typeface="Malgun Gothic"/>
                <a:cs typeface="Malgun Gothic"/>
              </a:rPr>
              <a:t> </a:t>
            </a:r>
            <a:r>
              <a:rPr sz="2400" b="1" spc="-20" dirty="0">
                <a:latin typeface="Malgun Gothic"/>
                <a:cs typeface="Malgun Gothic"/>
              </a:rPr>
              <a:t>스트리밍</a:t>
            </a:r>
            <a:endParaRPr sz="2400">
              <a:latin typeface="Malgun Gothic"/>
              <a:cs typeface="Malgun Gothic"/>
            </a:endParaRPr>
          </a:p>
          <a:p>
            <a:pPr marL="355600" marR="5080">
              <a:lnSpc>
                <a:spcPct val="100000"/>
              </a:lnSpc>
              <a:spcBef>
                <a:spcPts val="20"/>
              </a:spcBef>
            </a:pPr>
            <a:r>
              <a:rPr sz="2000" dirty="0">
                <a:latin typeface="Malgun Gothic"/>
                <a:cs typeface="Malgun Gothic"/>
              </a:rPr>
              <a:t>결제,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주문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및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데이터베이스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변경과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같은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50" dirty="0">
                <a:latin typeface="Malgun Gothic"/>
                <a:cs typeface="Malgun Gothic"/>
              </a:rPr>
              <a:t>이 </a:t>
            </a:r>
            <a:r>
              <a:rPr sz="2000" dirty="0">
                <a:latin typeface="Malgun Gothic"/>
                <a:cs typeface="Malgun Gothic"/>
              </a:rPr>
              <a:t>벤트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스트림을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밀리초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단위로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생성,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20" dirty="0">
                <a:latin typeface="Malgun Gothic"/>
                <a:cs typeface="Malgun Gothic"/>
              </a:rPr>
              <a:t>가져오기</a:t>
            </a:r>
            <a:endParaRPr sz="2000">
              <a:latin typeface="Malgun Gothic"/>
              <a:cs typeface="Malgun Gothic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Malgun Gothic"/>
                <a:cs typeface="Malgun Gothic"/>
              </a:rPr>
              <a:t>,</a:t>
            </a:r>
            <a:r>
              <a:rPr sz="2000" spc="-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공유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Malgun Gothic"/>
                <a:cs typeface="Malgun Gothic"/>
              </a:rPr>
              <a:t>필요한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만큼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35" dirty="0">
                <a:latin typeface="Malgun Gothic"/>
                <a:cs typeface="Malgun Gothic"/>
              </a:rPr>
              <a:t>보관</a:t>
            </a:r>
            <a:endParaRPr sz="2000">
              <a:latin typeface="Malgun Gothic"/>
              <a:cs typeface="Malgun Gothic"/>
            </a:endParaRPr>
          </a:p>
          <a:p>
            <a:pPr marL="355600" marR="15049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Malgun Gothic"/>
                <a:cs typeface="Malgun Gothic"/>
              </a:rPr>
              <a:t>타임머신처럼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기록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데이터를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재생하고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재처 </a:t>
            </a:r>
            <a:r>
              <a:rPr sz="2000" spc="-50" dirty="0">
                <a:latin typeface="Malgun Gothic"/>
                <a:cs typeface="Malgun Gothic"/>
              </a:rPr>
              <a:t>리</a:t>
            </a:r>
            <a:endParaRPr sz="2000">
              <a:latin typeface="Malgun Gothic"/>
              <a:cs typeface="Malgun Gothic"/>
            </a:endParaRPr>
          </a:p>
          <a:p>
            <a:pPr marL="355600">
              <a:lnSpc>
                <a:spcPct val="100000"/>
              </a:lnSpc>
              <a:spcBef>
                <a:spcPts val="2385"/>
              </a:spcBef>
            </a:pPr>
            <a:r>
              <a:rPr sz="2400" b="1" dirty="0">
                <a:latin typeface="Malgun Gothic"/>
                <a:cs typeface="Malgun Gothic"/>
              </a:rPr>
              <a:t>지속적인</a:t>
            </a:r>
            <a:r>
              <a:rPr sz="2400" b="1" spc="10" dirty="0">
                <a:latin typeface="Malgun Gothic"/>
                <a:cs typeface="Malgun Gothic"/>
              </a:rPr>
              <a:t> </a:t>
            </a:r>
            <a:r>
              <a:rPr sz="2400" b="1" dirty="0">
                <a:latin typeface="Malgun Gothic"/>
                <a:cs typeface="Malgun Gothic"/>
              </a:rPr>
              <a:t>실시간</a:t>
            </a:r>
            <a:r>
              <a:rPr sz="2400" b="1" spc="5" dirty="0">
                <a:latin typeface="Malgun Gothic"/>
                <a:cs typeface="Malgun Gothic"/>
              </a:rPr>
              <a:t> </a:t>
            </a:r>
            <a:r>
              <a:rPr sz="2400" b="1" spc="-25" dirty="0">
                <a:latin typeface="Malgun Gothic"/>
                <a:cs typeface="Malgun Gothic"/>
              </a:rPr>
              <a:t>처리</a:t>
            </a:r>
            <a:endParaRPr sz="2400">
              <a:latin typeface="Malgun Gothic"/>
              <a:cs typeface="Malgun Gothic"/>
            </a:endParaRPr>
          </a:p>
          <a:p>
            <a:pPr marL="355600" marR="60960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Malgun Gothic"/>
                <a:cs typeface="Malgun Gothic"/>
              </a:rPr>
              <a:t>이벤트에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즉시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대응하고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실시간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작업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중에 </a:t>
            </a:r>
            <a:r>
              <a:rPr sz="2000" dirty="0">
                <a:latin typeface="Malgun Gothic"/>
                <a:cs typeface="Malgun Gothic"/>
              </a:rPr>
              <a:t>확장할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있는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가볍고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탄력적인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10" dirty="0">
                <a:latin typeface="Malgun Gothic"/>
                <a:cs typeface="Malgun Gothic"/>
              </a:rPr>
              <a:t>애플리케이 </a:t>
            </a:r>
            <a:r>
              <a:rPr sz="2000" dirty="0">
                <a:latin typeface="Malgun Gothic"/>
                <a:cs typeface="Malgun Gothic"/>
              </a:rPr>
              <a:t>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및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마이크로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서비스를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구축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Malgun Gothic"/>
                <a:cs typeface="Malgun Gothic"/>
              </a:rPr>
              <a:t>실시간으로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데이터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스트림과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테이블을</a:t>
            </a:r>
            <a:r>
              <a:rPr sz="2000" spc="-20" dirty="0">
                <a:latin typeface="Malgun Gothic"/>
                <a:cs typeface="Malgun Gothic"/>
              </a:rPr>
              <a:t> 24x7</a:t>
            </a:r>
            <a:endParaRPr sz="2000">
              <a:latin typeface="Malgun Gothic"/>
              <a:cs typeface="Malgun Gothic"/>
            </a:endParaRPr>
          </a:p>
          <a:p>
            <a:pPr marL="355600">
              <a:lnSpc>
                <a:spcPct val="100000"/>
              </a:lnSpc>
            </a:pPr>
            <a:r>
              <a:rPr sz="2000" dirty="0">
                <a:latin typeface="Malgun Gothic"/>
                <a:cs typeface="Malgun Gothic"/>
              </a:rPr>
              <a:t>로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처리,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결합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및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분석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가능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330"/>
              </a:spcBef>
            </a:pPr>
            <a:endParaRPr sz="2000">
              <a:latin typeface="Malgun Gothic"/>
              <a:cs typeface="Malgun Gothic"/>
            </a:endParaRPr>
          </a:p>
          <a:p>
            <a:pPr marL="355600">
              <a:lnSpc>
                <a:spcPct val="100000"/>
              </a:lnSpc>
            </a:pPr>
            <a:r>
              <a:rPr sz="2400" b="1" dirty="0">
                <a:latin typeface="Malgun Gothic"/>
                <a:cs typeface="Malgun Gothic"/>
              </a:rPr>
              <a:t>어디서나 데이터</a:t>
            </a:r>
            <a:r>
              <a:rPr sz="2400" b="1" spc="5" dirty="0">
                <a:latin typeface="Malgun Gothic"/>
                <a:cs typeface="Malgun Gothic"/>
              </a:rPr>
              <a:t> </a:t>
            </a:r>
            <a:r>
              <a:rPr sz="2400" b="1" dirty="0">
                <a:latin typeface="Malgun Gothic"/>
                <a:cs typeface="Malgun Gothic"/>
              </a:rPr>
              <a:t>사용</a:t>
            </a:r>
            <a:r>
              <a:rPr sz="2400" b="1" spc="5" dirty="0">
                <a:latin typeface="Malgun Gothic"/>
                <a:cs typeface="Malgun Gothic"/>
              </a:rPr>
              <a:t> </a:t>
            </a:r>
            <a:r>
              <a:rPr sz="2400" b="1" spc="-25" dirty="0">
                <a:latin typeface="Malgun Gothic"/>
                <a:cs typeface="Malgun Gothic"/>
              </a:rPr>
              <a:t>가능</a:t>
            </a:r>
            <a:endParaRPr sz="2400">
              <a:latin typeface="Malgun Gothic"/>
              <a:cs typeface="Malgun Gothic"/>
            </a:endParaRPr>
          </a:p>
          <a:p>
            <a:pPr marL="355600" marR="149860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Malgun Gothic"/>
                <a:cs typeface="Malgun Gothic"/>
              </a:rPr>
              <a:t>단일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플랫폼을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사용하여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전사적으로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데이터 </a:t>
            </a:r>
            <a:r>
              <a:rPr sz="2000" dirty="0">
                <a:latin typeface="Malgun Gothic"/>
                <a:cs typeface="Malgun Gothic"/>
              </a:rPr>
              <a:t>를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이동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가능</a:t>
            </a:r>
            <a:endParaRPr sz="2000">
              <a:latin typeface="Malgun Gothic"/>
              <a:cs typeface="Malgun Gothic"/>
            </a:endParaRPr>
          </a:p>
          <a:p>
            <a:pPr marL="355600" marR="172085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Malgun Gothic"/>
                <a:cs typeface="Malgun Gothic"/>
              </a:rPr>
              <a:t>신뢰할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있는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동일한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기술로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시스템,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데이 </a:t>
            </a:r>
            <a:r>
              <a:rPr sz="2000" dirty="0">
                <a:latin typeface="Malgun Gothic"/>
                <a:cs typeface="Malgun Gothic"/>
              </a:rPr>
              <a:t>터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센터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및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클라우드를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연결</a:t>
            </a:r>
            <a:endParaRPr sz="2000">
              <a:latin typeface="Malgun Gothic"/>
              <a:cs typeface="Malgun Gothic"/>
            </a:endParaRPr>
          </a:p>
          <a:p>
            <a:pPr marL="355600" marR="31496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Malgun Gothic"/>
                <a:cs typeface="Malgun Gothic"/>
              </a:rPr>
              <a:t>최대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규모의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프로덕션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구현은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하루에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수조 </a:t>
            </a:r>
            <a:r>
              <a:rPr sz="2000" dirty="0">
                <a:latin typeface="Malgun Gothic"/>
                <a:cs typeface="Malgun Gothic"/>
              </a:rPr>
              <a:t>개의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이벤트를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처리</a:t>
            </a:r>
            <a:endParaRPr sz="20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371" y="2076615"/>
            <a:ext cx="9758426" cy="740016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489169" y="9419129"/>
            <a:ext cx="158750" cy="1936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z="1000" spc="-50" dirty="0">
                <a:solidFill>
                  <a:srgbClr val="829393"/>
                </a:solidFill>
                <a:latin typeface="Malgun Gothic"/>
                <a:cs typeface="Malgun Gothic"/>
              </a:rPr>
              <a:t>3</a:t>
            </a:fld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Overview</a:t>
            </a:r>
            <a:r>
              <a:rPr sz="4400" spc="-8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of</a:t>
            </a:r>
            <a:r>
              <a:rPr sz="4400" spc="-7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Kafka</a:t>
            </a:r>
            <a:r>
              <a:rPr sz="4400" spc="-105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Architecture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0227" y="1808505"/>
            <a:ext cx="11300079" cy="79490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112243" y="1865833"/>
            <a:ext cx="5297805" cy="6369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Malgun Gothic"/>
                <a:cs typeface="Malgun Gothic"/>
              </a:rPr>
              <a:t>Kafka</a:t>
            </a:r>
            <a:endParaRPr sz="2400">
              <a:latin typeface="Malgun Gothic"/>
              <a:cs typeface="Malgun Gothic"/>
            </a:endParaRPr>
          </a:p>
          <a:p>
            <a:pPr marL="352425" marR="5080" indent="-339725" algn="just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Malgun Gothic"/>
                <a:cs typeface="Malgun Gothic"/>
              </a:rPr>
              <a:t>개발자가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실시간으로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발생하는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새로운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이벤 	</a:t>
            </a:r>
            <a:r>
              <a:rPr sz="2000" dirty="0">
                <a:latin typeface="Malgun Gothic"/>
                <a:cs typeface="Malgun Gothic"/>
              </a:rPr>
              <a:t>트에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반응할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있게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해주는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데이터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스트리 	</a:t>
            </a:r>
            <a:r>
              <a:rPr sz="2000" dirty="0">
                <a:latin typeface="Malgun Gothic"/>
                <a:cs typeface="Malgun Gothic"/>
              </a:rPr>
              <a:t>밍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시스템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sz="2400" b="1" dirty="0">
                <a:latin typeface="Malgun Gothic"/>
                <a:cs typeface="Malgun Gothic"/>
              </a:rPr>
              <a:t>Kafka</a:t>
            </a:r>
            <a:r>
              <a:rPr sz="2400" b="1" spc="-60" dirty="0">
                <a:latin typeface="Malgun Gothic"/>
                <a:cs typeface="Malgun Gothic"/>
              </a:rPr>
              <a:t> </a:t>
            </a:r>
            <a:r>
              <a:rPr sz="2400" b="1" spc="-10" dirty="0">
                <a:latin typeface="Malgun Gothic"/>
                <a:cs typeface="Malgun Gothic"/>
              </a:rPr>
              <a:t>Architecture</a:t>
            </a:r>
            <a:endParaRPr sz="24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Malgun Gothic"/>
                <a:cs typeface="Malgun Gothic"/>
              </a:rPr>
              <a:t>스토리지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계층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latin typeface="Malgun Gothic"/>
                <a:cs typeface="Malgun Gothic"/>
              </a:rPr>
              <a:t>컴퓨팅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계층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385"/>
              </a:spcBef>
            </a:pPr>
            <a:r>
              <a:rPr sz="2400" b="1" dirty="0">
                <a:latin typeface="Malgun Gothic"/>
                <a:cs typeface="Malgun Gothic"/>
              </a:rPr>
              <a:t>스토리지</a:t>
            </a:r>
            <a:r>
              <a:rPr sz="2400" b="1" spc="10" dirty="0">
                <a:latin typeface="Malgun Gothic"/>
                <a:cs typeface="Malgun Gothic"/>
              </a:rPr>
              <a:t> </a:t>
            </a:r>
            <a:r>
              <a:rPr sz="2400" b="1" spc="-35" dirty="0">
                <a:latin typeface="Malgun Gothic"/>
                <a:cs typeface="Malgun Gothic"/>
              </a:rPr>
              <a:t>계층</a:t>
            </a:r>
            <a:endParaRPr sz="2400">
              <a:latin typeface="Malgun Gothic"/>
              <a:cs typeface="Malgun Gothic"/>
            </a:endParaRPr>
          </a:p>
          <a:p>
            <a:pPr marL="355600" marR="81915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Malgun Gothic"/>
                <a:cs typeface="Malgun Gothic"/>
              </a:rPr>
              <a:t>데이터를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효율적으로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저장하도록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spc="-20" dirty="0">
                <a:latin typeface="Malgun Gothic"/>
                <a:cs typeface="Malgun Gothic"/>
              </a:rPr>
              <a:t>설계되었 </a:t>
            </a:r>
            <a:r>
              <a:rPr sz="2000" dirty="0">
                <a:latin typeface="Malgun Gothic"/>
                <a:cs typeface="Malgun Gothic"/>
              </a:rPr>
              <a:t>으며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시간이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지남에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따라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스토리지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요구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50" dirty="0">
                <a:latin typeface="Malgun Gothic"/>
                <a:cs typeface="Malgun Gothic"/>
              </a:rPr>
              <a:t>사 </a:t>
            </a:r>
            <a:r>
              <a:rPr sz="2000" dirty="0">
                <a:latin typeface="Malgun Gothic"/>
                <a:cs typeface="Malgun Gothic"/>
              </a:rPr>
              <a:t>항이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증가하는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경우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확장을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수용하기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위해 </a:t>
            </a:r>
            <a:r>
              <a:rPr sz="2000" dirty="0">
                <a:latin typeface="Malgun Gothic"/>
                <a:cs typeface="Malgun Gothic"/>
              </a:rPr>
              <a:t>시스템을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쉽게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확장할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있는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분산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시스템</a:t>
            </a: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390"/>
              </a:spcBef>
            </a:pPr>
            <a:r>
              <a:rPr sz="2400" b="1" dirty="0">
                <a:latin typeface="Malgun Gothic"/>
                <a:cs typeface="Malgun Gothic"/>
              </a:rPr>
              <a:t>컴퓨팅</a:t>
            </a:r>
            <a:r>
              <a:rPr sz="2400" b="1" spc="10" dirty="0">
                <a:latin typeface="Malgun Gothic"/>
                <a:cs typeface="Malgun Gothic"/>
              </a:rPr>
              <a:t> </a:t>
            </a:r>
            <a:r>
              <a:rPr sz="2400" b="1" spc="-35" dirty="0">
                <a:latin typeface="Malgun Gothic"/>
                <a:cs typeface="Malgun Gothic"/>
              </a:rPr>
              <a:t>계층</a:t>
            </a:r>
            <a:endParaRPr sz="2400">
              <a:latin typeface="Malgun Gothic"/>
              <a:cs typeface="Malgun Gothic"/>
            </a:endParaRPr>
          </a:p>
          <a:p>
            <a:pPr marL="355600" marR="116205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latin typeface="Malgun Gothic"/>
                <a:cs typeface="Malgun Gothic"/>
              </a:rPr>
              <a:t>Kafka가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분산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시스템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전체에서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10" dirty="0">
                <a:latin typeface="Malgun Gothic"/>
                <a:cs typeface="Malgun Gothic"/>
              </a:rPr>
              <a:t>애플리케이 </a:t>
            </a:r>
            <a:r>
              <a:rPr sz="2000" dirty="0">
                <a:latin typeface="Malgun Gothic"/>
                <a:cs typeface="Malgun Gothic"/>
              </a:rPr>
              <a:t>션을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확장할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있도록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하는</a:t>
            </a:r>
            <a:r>
              <a:rPr sz="2000" spc="-10" dirty="0">
                <a:latin typeface="Malgun Gothic"/>
                <a:cs typeface="Malgun Gothic"/>
              </a:rPr>
              <a:t> Producer, </a:t>
            </a:r>
            <a:r>
              <a:rPr sz="2000" dirty="0">
                <a:latin typeface="Malgun Gothic"/>
                <a:cs typeface="Malgun Gothic"/>
              </a:rPr>
              <a:t>Consumer,</a:t>
            </a:r>
            <a:r>
              <a:rPr sz="2000" spc="-6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Stream</a:t>
            </a:r>
            <a:r>
              <a:rPr sz="2000" spc="-6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및</a:t>
            </a:r>
            <a:r>
              <a:rPr sz="2000" spc="-6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Connector</a:t>
            </a:r>
            <a:r>
              <a:rPr sz="2000" spc="-5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API의</a:t>
            </a:r>
            <a:r>
              <a:rPr sz="2000" spc="-75" dirty="0">
                <a:latin typeface="Malgun Gothic"/>
                <a:cs typeface="Malgun Gothic"/>
              </a:rPr>
              <a:t> </a:t>
            </a:r>
            <a:r>
              <a:rPr sz="2000" spc="-50" dirty="0">
                <a:latin typeface="Malgun Gothic"/>
                <a:cs typeface="Malgun Gothic"/>
              </a:rPr>
              <a:t>네 </a:t>
            </a:r>
            <a:r>
              <a:rPr sz="2000" dirty="0">
                <a:latin typeface="Malgun Gothic"/>
                <a:cs typeface="Malgun Gothic"/>
              </a:rPr>
              <a:t>가지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핵심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구성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요소로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구성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489169" y="9419129"/>
            <a:ext cx="158750" cy="1936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z="1000" spc="-50" dirty="0">
                <a:solidFill>
                  <a:srgbClr val="829393"/>
                </a:solidFill>
                <a:latin typeface="Malgun Gothic"/>
                <a:cs typeface="Malgun Gothic"/>
              </a:rPr>
              <a:t>4</a:t>
            </a:fld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Overview</a:t>
            </a:r>
            <a:r>
              <a:rPr sz="4400" spc="-8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of</a:t>
            </a:r>
            <a:r>
              <a:rPr sz="4400" spc="-7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Kafka</a:t>
            </a:r>
            <a:r>
              <a:rPr sz="4400" spc="-105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Architecture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500227" y="1808505"/>
            <a:ext cx="11300460" cy="7949565"/>
            <a:chOff x="500227" y="1808505"/>
            <a:chExt cx="11300460" cy="79495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0227" y="1808505"/>
              <a:ext cx="11300079" cy="794905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75393" y="2263266"/>
              <a:ext cx="2258949" cy="22589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0476" y="3159277"/>
              <a:ext cx="501370" cy="5013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427211" y="3187699"/>
              <a:ext cx="411226" cy="4102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427211" y="3187064"/>
              <a:ext cx="411480" cy="411480"/>
            </a:xfrm>
            <a:custGeom>
              <a:avLst/>
              <a:gdLst/>
              <a:ahLst/>
              <a:cxnLst/>
              <a:rect l="l" t="t" r="r" b="b"/>
              <a:pathLst>
                <a:path w="411479" h="411479">
                  <a:moveTo>
                    <a:pt x="0" y="139826"/>
                  </a:moveTo>
                  <a:lnTo>
                    <a:pt x="139827" y="139826"/>
                  </a:lnTo>
                  <a:lnTo>
                    <a:pt x="139827" y="0"/>
                  </a:lnTo>
                  <a:lnTo>
                    <a:pt x="271399" y="0"/>
                  </a:lnTo>
                  <a:lnTo>
                    <a:pt x="271399" y="139826"/>
                  </a:lnTo>
                  <a:lnTo>
                    <a:pt x="411226" y="139826"/>
                  </a:lnTo>
                  <a:lnTo>
                    <a:pt x="411226" y="271525"/>
                  </a:lnTo>
                  <a:lnTo>
                    <a:pt x="271399" y="271525"/>
                  </a:lnTo>
                  <a:lnTo>
                    <a:pt x="271399" y="411225"/>
                  </a:lnTo>
                  <a:lnTo>
                    <a:pt x="139827" y="411225"/>
                  </a:lnTo>
                  <a:lnTo>
                    <a:pt x="139827" y="271525"/>
                  </a:lnTo>
                  <a:lnTo>
                    <a:pt x="0" y="271525"/>
                  </a:lnTo>
                  <a:lnTo>
                    <a:pt x="0" y="139826"/>
                  </a:lnTo>
                  <a:close/>
                </a:path>
              </a:pathLst>
            </a:custGeom>
            <a:ln w="9525">
              <a:solidFill>
                <a:srgbClr val="00AEB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004675" y="1847799"/>
            <a:ext cx="5553710" cy="72815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400"/>
              </a:lnSpc>
              <a:spcBef>
                <a:spcPts val="105"/>
              </a:spcBef>
            </a:pPr>
            <a:r>
              <a:rPr sz="2000" b="1" dirty="0">
                <a:latin typeface="Malgun Gothic"/>
                <a:cs typeface="Malgun Gothic"/>
              </a:rPr>
              <a:t>Producer</a:t>
            </a:r>
            <a:r>
              <a:rPr sz="2000" b="1" spc="-5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and</a:t>
            </a:r>
            <a:r>
              <a:rPr sz="2000" b="1" spc="-3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Consumer</a:t>
            </a:r>
            <a:r>
              <a:rPr sz="2000" b="1" spc="-4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APIs</a:t>
            </a:r>
            <a:endParaRPr sz="2000">
              <a:latin typeface="Malgun Gothic"/>
              <a:cs typeface="Malgun Gothic"/>
            </a:endParaRPr>
          </a:p>
          <a:p>
            <a:pPr marL="299085" marR="165100" indent="-287020">
              <a:lnSpc>
                <a:spcPts val="2160"/>
              </a:lnSpc>
              <a:spcBef>
                <a:spcPts val="70"/>
              </a:spcBef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latin typeface="Malgun Gothic"/>
                <a:cs typeface="Malgun Gothic"/>
              </a:rPr>
              <a:t>Kafka의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강력한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애플리케이션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계층의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기반은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스토 </a:t>
            </a:r>
            <a:r>
              <a:rPr sz="1800" dirty="0">
                <a:latin typeface="Malgun Gothic"/>
                <a:cs typeface="Malgun Gothic"/>
              </a:rPr>
              <a:t>리지에 액세스하기 위한 두</a:t>
            </a:r>
            <a:r>
              <a:rPr sz="1800" spc="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가지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기본 </a:t>
            </a:r>
            <a:r>
              <a:rPr sz="1800" spc="-25" dirty="0">
                <a:latin typeface="Malgun Gothic"/>
                <a:cs typeface="Malgun Gothic"/>
              </a:rPr>
              <a:t>API</a:t>
            </a:r>
            <a:endParaRPr sz="1800">
              <a:latin typeface="Malgun Gothic"/>
              <a:cs typeface="Malgun Gothic"/>
            </a:endParaRPr>
          </a:p>
          <a:p>
            <a:pPr marL="299085" marR="59690" indent="-287020">
              <a:lnSpc>
                <a:spcPts val="2160"/>
              </a:lnSpc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latin typeface="Malgun Gothic"/>
                <a:cs typeface="Malgun Gothic"/>
              </a:rPr>
              <a:t>이벤트를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작성하기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위한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Producer API와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이를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읽기 </a:t>
            </a:r>
            <a:r>
              <a:rPr sz="1800" dirty="0">
                <a:latin typeface="Malgun Gothic"/>
                <a:cs typeface="Malgun Gothic"/>
              </a:rPr>
              <a:t>위한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Consumer</a:t>
            </a:r>
            <a:r>
              <a:rPr sz="1800" spc="-4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API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ts val="2400"/>
              </a:lnSpc>
              <a:spcBef>
                <a:spcPts val="2095"/>
              </a:spcBef>
            </a:pPr>
            <a:r>
              <a:rPr sz="2000" b="1" dirty="0">
                <a:latin typeface="Malgun Gothic"/>
                <a:cs typeface="Malgun Gothic"/>
              </a:rPr>
              <a:t>Kafka</a:t>
            </a:r>
            <a:r>
              <a:rPr sz="2000" b="1" spc="-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Connect(with</a:t>
            </a:r>
            <a:r>
              <a:rPr sz="2000" b="1" spc="-80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Connector)</a:t>
            </a:r>
            <a:endParaRPr sz="2000">
              <a:latin typeface="Malgun Gothic"/>
              <a:cs typeface="Malgun Gothic"/>
            </a:endParaRPr>
          </a:p>
          <a:p>
            <a:pPr marL="299085" indent="-286385">
              <a:lnSpc>
                <a:spcPts val="2160"/>
              </a:lnSpc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latin typeface="Malgun Gothic"/>
                <a:cs typeface="Malgun Gothic"/>
              </a:rPr>
              <a:t>Producer</a:t>
            </a:r>
            <a:r>
              <a:rPr sz="1800" spc="-3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및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Consumer</a:t>
            </a:r>
            <a:r>
              <a:rPr sz="1800" spc="-3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API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위에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구축된</a:t>
            </a:r>
            <a:r>
              <a:rPr sz="1800" spc="-10" dirty="0">
                <a:latin typeface="Malgun Gothic"/>
                <a:cs typeface="Malgun Gothic"/>
              </a:rPr>
              <a:t> Kafka</a:t>
            </a:r>
            <a:endParaRPr sz="1800">
              <a:latin typeface="Malgun Gothic"/>
              <a:cs typeface="Malgun Gothic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Malgun Gothic"/>
                <a:cs typeface="Malgun Gothic"/>
              </a:rPr>
              <a:t>Connect는</a:t>
            </a:r>
            <a:r>
              <a:rPr sz="1800" spc="-3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Kafka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및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외부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시스템에서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데이터를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통</a:t>
            </a:r>
            <a:endParaRPr sz="1800">
              <a:latin typeface="Malgun Gothic"/>
              <a:cs typeface="Malgun Gothic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Malgun Gothic"/>
                <a:cs typeface="Malgun Gothic"/>
              </a:rPr>
              <a:t>합하는 간단한 방법을 </a:t>
            </a:r>
            <a:r>
              <a:rPr sz="1800" spc="-25" dirty="0">
                <a:latin typeface="Malgun Gothic"/>
                <a:cs typeface="Malgun Gothic"/>
              </a:rPr>
              <a:t>제공</a:t>
            </a:r>
            <a:endParaRPr sz="18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latin typeface="Malgun Gothic"/>
                <a:cs typeface="Malgun Gothic"/>
              </a:rPr>
              <a:t>소스 커넥터는 외부 시스템에서</a:t>
            </a:r>
            <a:r>
              <a:rPr sz="1800" spc="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데이터를 </a:t>
            </a:r>
            <a:r>
              <a:rPr sz="1800" spc="-25" dirty="0">
                <a:latin typeface="Malgun Gothic"/>
                <a:cs typeface="Malgun Gothic"/>
              </a:rPr>
              <a:t>가져와</a:t>
            </a:r>
            <a:endParaRPr sz="1800">
              <a:latin typeface="Malgun Gothic"/>
              <a:cs typeface="Malgun Gothic"/>
            </a:endParaRPr>
          </a:p>
          <a:p>
            <a:pPr marL="299085">
              <a:lnSpc>
                <a:spcPct val="100000"/>
              </a:lnSpc>
            </a:pPr>
            <a:r>
              <a:rPr sz="1800" dirty="0">
                <a:latin typeface="Malgun Gothic"/>
                <a:cs typeface="Malgun Gothic"/>
              </a:rPr>
              <a:t>Kafka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토픽에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생성</a:t>
            </a:r>
            <a:endParaRPr sz="1800">
              <a:latin typeface="Malgun Gothic"/>
              <a:cs typeface="Malgun Gothic"/>
            </a:endParaRPr>
          </a:p>
          <a:p>
            <a:pPr marL="299085" marR="82550" indent="-287020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latin typeface="Malgun Gothic"/>
                <a:cs typeface="Malgun Gothic"/>
              </a:rPr>
              <a:t>싱크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커넥터는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Kafka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토픽에서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데이터를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가져와</a:t>
            </a:r>
            <a:r>
              <a:rPr sz="1800" spc="10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외 </a:t>
            </a:r>
            <a:r>
              <a:rPr sz="1800" dirty="0">
                <a:latin typeface="Malgun Gothic"/>
                <a:cs typeface="Malgun Gothic"/>
              </a:rPr>
              <a:t>부 시스템에 </a:t>
            </a:r>
            <a:r>
              <a:rPr sz="1800" spc="-25" dirty="0">
                <a:latin typeface="Malgun Gothic"/>
                <a:cs typeface="Malgun Gothic"/>
              </a:rPr>
              <a:t>기록</a:t>
            </a:r>
            <a:endParaRPr sz="1800">
              <a:latin typeface="Malgun Gothic"/>
              <a:cs typeface="Malgun Gothic"/>
            </a:endParaRPr>
          </a:p>
          <a:p>
            <a:pPr marL="12700" algn="just">
              <a:lnSpc>
                <a:spcPts val="2400"/>
              </a:lnSpc>
              <a:spcBef>
                <a:spcPts val="2165"/>
              </a:spcBef>
            </a:pPr>
            <a:r>
              <a:rPr sz="2000" b="1" dirty="0">
                <a:latin typeface="Malgun Gothic"/>
                <a:cs typeface="Malgun Gothic"/>
              </a:rPr>
              <a:t>Kafka</a:t>
            </a:r>
            <a:r>
              <a:rPr sz="2000" b="1" spc="-4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Streams(Flink</a:t>
            </a:r>
            <a:r>
              <a:rPr sz="2000" b="1" spc="-60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Data</a:t>
            </a:r>
            <a:r>
              <a:rPr sz="2000" b="1" spc="-45" dirty="0">
                <a:latin typeface="Malgun Gothic"/>
                <a:cs typeface="Malgun Gothic"/>
              </a:rPr>
              <a:t> </a:t>
            </a:r>
            <a:r>
              <a:rPr sz="2000" b="1" dirty="0">
                <a:latin typeface="Malgun Gothic"/>
                <a:cs typeface="Malgun Gothic"/>
              </a:rPr>
              <a:t>Stream</a:t>
            </a:r>
            <a:r>
              <a:rPr sz="2000" b="1" spc="-35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API)</a:t>
            </a:r>
            <a:endParaRPr sz="2000">
              <a:latin typeface="Malgun Gothic"/>
              <a:cs typeface="Malgun Gothic"/>
            </a:endParaRPr>
          </a:p>
          <a:p>
            <a:pPr marL="297815" marR="483234" indent="-285750" algn="just">
              <a:lnSpc>
                <a:spcPts val="2160"/>
              </a:lnSpc>
              <a:spcBef>
                <a:spcPts val="70"/>
              </a:spcBef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latin typeface="Malgun Gothic"/>
                <a:cs typeface="Malgun Gothic"/>
              </a:rPr>
              <a:t>도착하는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이벤트를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처리하기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위해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Producer</a:t>
            </a:r>
            <a:r>
              <a:rPr sz="1800" spc="-30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및 	</a:t>
            </a:r>
            <a:r>
              <a:rPr sz="1800" dirty="0">
                <a:latin typeface="Malgun Gothic"/>
                <a:cs typeface="Malgun Gothic"/>
              </a:rPr>
              <a:t>Consumer</a:t>
            </a:r>
            <a:r>
              <a:rPr sz="1800" spc="-4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API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위에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구축된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Java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라이브러리인 	</a:t>
            </a:r>
            <a:r>
              <a:rPr sz="1800" dirty="0">
                <a:latin typeface="Malgun Gothic"/>
                <a:cs typeface="Malgun Gothic"/>
              </a:rPr>
              <a:t>Kafka</a:t>
            </a:r>
            <a:r>
              <a:rPr sz="1800" spc="-6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Streams가</a:t>
            </a:r>
            <a:r>
              <a:rPr sz="1800" spc="-50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존재</a:t>
            </a:r>
            <a:endParaRPr sz="1800">
              <a:latin typeface="Malgun Gothic"/>
              <a:cs typeface="Malgun Gothic"/>
            </a:endParaRPr>
          </a:p>
          <a:p>
            <a:pPr marL="299085" marR="26034" indent="-287020" algn="just">
              <a:lnSpc>
                <a:spcPts val="2160"/>
              </a:lnSpc>
              <a:buFont typeface="Arial"/>
              <a:buChar char="•"/>
              <a:tabLst>
                <a:tab pos="299085" algn="l"/>
              </a:tabLst>
            </a:pPr>
            <a:r>
              <a:rPr sz="1800" dirty="0">
                <a:latin typeface="Malgun Gothic"/>
                <a:cs typeface="Malgun Gothic"/>
              </a:rPr>
              <a:t>Kafka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Streams를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사용하면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실시간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스트림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처리,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강 </a:t>
            </a:r>
            <a:r>
              <a:rPr sz="1800" dirty="0">
                <a:latin typeface="Malgun Gothic"/>
                <a:cs typeface="Malgun Gothic"/>
              </a:rPr>
              <a:t>력한 변환 및 이벤트</a:t>
            </a:r>
            <a:r>
              <a:rPr sz="1800" spc="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데이터 집계를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수행할 수 </a:t>
            </a:r>
            <a:r>
              <a:rPr sz="1800" spc="-25" dirty="0">
                <a:latin typeface="Malgun Gothic"/>
                <a:cs typeface="Malgun Gothic"/>
              </a:rPr>
              <a:t>있음</a:t>
            </a:r>
            <a:endParaRPr sz="1800">
              <a:latin typeface="Malgun Gothic"/>
              <a:cs typeface="Malgun Gothic"/>
            </a:endParaRPr>
          </a:p>
          <a:p>
            <a:pPr marL="12700" algn="just">
              <a:lnSpc>
                <a:spcPts val="2400"/>
              </a:lnSpc>
              <a:spcBef>
                <a:spcPts val="2095"/>
              </a:spcBef>
            </a:pPr>
            <a:r>
              <a:rPr sz="2000" b="1" dirty="0">
                <a:latin typeface="Malgun Gothic"/>
                <a:cs typeface="Malgun Gothic"/>
              </a:rPr>
              <a:t>ksqlDB(Flink</a:t>
            </a:r>
            <a:r>
              <a:rPr sz="2000" b="1" spc="-60" dirty="0">
                <a:latin typeface="Malgun Gothic"/>
                <a:cs typeface="Malgun Gothic"/>
              </a:rPr>
              <a:t> </a:t>
            </a:r>
            <a:r>
              <a:rPr sz="2000" b="1" spc="-20" dirty="0">
                <a:latin typeface="Malgun Gothic"/>
                <a:cs typeface="Malgun Gothic"/>
              </a:rPr>
              <a:t>SQL)</a:t>
            </a:r>
            <a:endParaRPr sz="2000">
              <a:latin typeface="Malgun Gothic"/>
              <a:cs typeface="Malgun Gothic"/>
            </a:endParaRPr>
          </a:p>
          <a:p>
            <a:pPr marL="297815" indent="-285750" algn="just">
              <a:lnSpc>
                <a:spcPts val="2160"/>
              </a:lnSpc>
              <a:buFont typeface="Arial"/>
              <a:buChar char="•"/>
              <a:tabLst>
                <a:tab pos="297815" algn="l"/>
                <a:tab pos="299085" algn="l"/>
              </a:tabLst>
            </a:pPr>
            <a:r>
              <a:rPr sz="1800" dirty="0">
                <a:latin typeface="Malgun Gothic"/>
                <a:cs typeface="Malgun Gothic"/>
              </a:rPr>
              <a:t>Kafka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Streams를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기반으로</a:t>
            </a:r>
            <a:r>
              <a:rPr sz="1800" spc="-3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구축된</a:t>
            </a:r>
            <a:r>
              <a:rPr sz="1800" spc="-3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ksqlDB는</a:t>
            </a:r>
            <a:r>
              <a:rPr sz="1800" spc="-45" dirty="0">
                <a:latin typeface="Malgun Gothic"/>
                <a:cs typeface="Malgun Gothic"/>
              </a:rPr>
              <a:t> </a:t>
            </a:r>
            <a:r>
              <a:rPr sz="1800" spc="-25" dirty="0">
                <a:latin typeface="Malgun Gothic"/>
                <a:cs typeface="Malgun Gothic"/>
              </a:rPr>
              <a:t>유사한</a:t>
            </a:r>
            <a:endParaRPr sz="1800">
              <a:latin typeface="Malgun Gothic"/>
              <a:cs typeface="Malgun Gothic"/>
            </a:endParaRPr>
          </a:p>
          <a:p>
            <a:pPr marL="299085" marR="6350">
              <a:lnSpc>
                <a:spcPct val="100000"/>
              </a:lnSpc>
            </a:pPr>
            <a:r>
              <a:rPr sz="1800" dirty="0">
                <a:latin typeface="Malgun Gothic"/>
                <a:cs typeface="Malgun Gothic"/>
              </a:rPr>
              <a:t>처리를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허용하지만 선언적 SQL과 유사한 구문을</a:t>
            </a:r>
            <a:r>
              <a:rPr sz="1800" spc="15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사 </a:t>
            </a:r>
            <a:r>
              <a:rPr sz="1800" dirty="0">
                <a:latin typeface="Malgun Gothic"/>
                <a:cs typeface="Malgun Gothic"/>
              </a:rPr>
              <a:t>용하는 스트리밍 </a:t>
            </a:r>
            <a:r>
              <a:rPr sz="1800" spc="-10" dirty="0">
                <a:latin typeface="Malgun Gothic"/>
                <a:cs typeface="Malgun Gothic"/>
              </a:rPr>
              <a:t>데이터베이스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89169" y="9419129"/>
            <a:ext cx="158750" cy="193675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z="1000" spc="-50" dirty="0">
                <a:solidFill>
                  <a:srgbClr val="829393"/>
                </a:solidFill>
                <a:latin typeface="Malgun Gothic"/>
                <a:cs typeface="Malgun Gothic"/>
              </a:rPr>
              <a:t>5</a:t>
            </a:fld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Kafka</a:t>
            </a:r>
            <a:r>
              <a:rPr sz="4400" spc="-11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Topic과</a:t>
            </a:r>
            <a:r>
              <a:rPr sz="4400" spc="-9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Topic</a:t>
            </a:r>
            <a:r>
              <a:rPr sz="4400" spc="-85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Partitions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7514569" y="9430308"/>
            <a:ext cx="952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829393"/>
                </a:solidFill>
                <a:latin typeface="Malgun Gothic"/>
                <a:cs typeface="Malgun Gothic"/>
              </a:rPr>
              <a:t>6</a:t>
            </a:r>
            <a:endParaRPr sz="10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23907" y="1585710"/>
            <a:ext cx="7759065" cy="7552055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0"/>
              </a:spcBef>
            </a:pPr>
            <a:r>
              <a:rPr sz="2400" b="1" spc="-10" dirty="0">
                <a:solidFill>
                  <a:srgbClr val="221F1F"/>
                </a:solidFill>
                <a:latin typeface="Arial"/>
                <a:cs typeface="Arial"/>
              </a:rPr>
              <a:t>Topic(Kafka</a:t>
            </a:r>
            <a:r>
              <a:rPr sz="2400" b="1" spc="-10" dirty="0">
                <a:solidFill>
                  <a:srgbClr val="221F1F"/>
                </a:solidFill>
                <a:latin typeface="Malgun Gothic"/>
                <a:cs typeface="Malgun Gothic"/>
              </a:rPr>
              <a:t>의</a:t>
            </a:r>
            <a:r>
              <a:rPr sz="2400" b="1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400" b="1" dirty="0">
                <a:solidFill>
                  <a:srgbClr val="221F1F"/>
                </a:solidFill>
                <a:latin typeface="Malgun Gothic"/>
                <a:cs typeface="Malgun Gothic"/>
              </a:rPr>
              <a:t>핵심</a:t>
            </a:r>
            <a:r>
              <a:rPr sz="2400" b="1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400" b="1" spc="-25" dirty="0">
                <a:solidFill>
                  <a:srgbClr val="221F1F"/>
                </a:solidFill>
                <a:latin typeface="Malgun Gothic"/>
                <a:cs typeface="Malgun Gothic"/>
              </a:rPr>
              <a:t>개념</a:t>
            </a:r>
            <a:r>
              <a:rPr sz="2400" b="1" spc="-25" dirty="0">
                <a:solidFill>
                  <a:srgbClr val="221F1F"/>
                </a:solidFill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300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Kafka</a:t>
            </a:r>
            <a:r>
              <a:rPr sz="2000" spc="-20" dirty="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내부에</a:t>
            </a:r>
            <a:r>
              <a:rPr sz="2000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이벤트</a:t>
            </a: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(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)</a:t>
            </a:r>
            <a:r>
              <a:rPr sz="2000" spc="-50" dirty="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저장소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추가전용의</a:t>
            </a:r>
            <a:r>
              <a:rPr sz="2000" spc="-1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불변의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이벤트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35" dirty="0">
                <a:solidFill>
                  <a:srgbClr val="221F1F"/>
                </a:solidFill>
                <a:latin typeface="Malgun Gothic"/>
                <a:cs typeface="Malgun Gothic"/>
              </a:rPr>
              <a:t>로그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토픽에서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이벤트의</a:t>
            </a:r>
            <a:r>
              <a:rPr sz="2000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저장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sz="2000" spc="-1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처리를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분산하기</a:t>
            </a:r>
            <a:r>
              <a:rPr sz="2000" spc="-1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위해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파티션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개념을</a:t>
            </a:r>
            <a:endParaRPr sz="2000">
              <a:latin typeface="Malgun Gothic"/>
              <a:cs typeface="Malgun Gothic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사용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토픽은</a:t>
            </a:r>
            <a:r>
              <a:rPr sz="2000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파티션들로</a:t>
            </a:r>
            <a:r>
              <a:rPr sz="2000" spc="-1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구성되어</a:t>
            </a:r>
            <a:r>
              <a:rPr sz="2000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Kafka</a:t>
            </a:r>
            <a:r>
              <a:rPr sz="2000" spc="-25" dirty="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브로커에</a:t>
            </a:r>
            <a:r>
              <a:rPr sz="2000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있는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여러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10" dirty="0">
                <a:solidFill>
                  <a:srgbClr val="221F1F"/>
                </a:solidFill>
                <a:latin typeface="Arial"/>
                <a:cs typeface="Arial"/>
              </a:rPr>
              <a:t>“Buckets”</a:t>
            </a:r>
            <a:endParaRPr sz="2000">
              <a:latin typeface="Arial"/>
              <a:cs typeface="Arial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에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분산됨</a:t>
            </a:r>
            <a:endParaRPr sz="20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20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221F1F"/>
                </a:solidFill>
                <a:latin typeface="Arial"/>
                <a:cs typeface="Arial"/>
              </a:rPr>
              <a:t>Partition(Commit</a:t>
            </a:r>
            <a:r>
              <a:rPr sz="2400" b="1" spc="-90" dirty="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221F1F"/>
                </a:solidFill>
                <a:latin typeface="Arial"/>
                <a:cs typeface="Arial"/>
              </a:rPr>
              <a:t>Log)</a:t>
            </a:r>
            <a:endParaRPr sz="2400">
              <a:latin typeface="Arial"/>
              <a:cs typeface="Arial"/>
            </a:endParaRPr>
          </a:p>
          <a:p>
            <a:pPr marL="354965" indent="-342265">
              <a:lnSpc>
                <a:spcPct val="100000"/>
              </a:lnSpc>
              <a:spcBef>
                <a:spcPts val="1300"/>
              </a:spcBef>
              <a:buClr>
                <a:srgbClr val="000000"/>
              </a:buClr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Kafka</a:t>
            </a:r>
            <a:r>
              <a:rPr sz="2000" spc="-20" dirty="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이벤트의</a:t>
            </a:r>
            <a:r>
              <a:rPr sz="2000" spc="-1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기본</a:t>
            </a:r>
            <a:r>
              <a:rPr sz="2000" spc="-1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스토리지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단위이며</a:t>
            </a:r>
            <a:r>
              <a:rPr sz="2000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병렬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처리의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20" dirty="0">
                <a:solidFill>
                  <a:srgbClr val="221F1F"/>
                </a:solidFill>
                <a:latin typeface="Malgun Gothic"/>
                <a:cs typeface="Malgun Gothic"/>
              </a:rPr>
              <a:t>기본단위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하나의</a:t>
            </a:r>
            <a:r>
              <a:rPr sz="2000" spc="-1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Topic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은</a:t>
            </a:r>
            <a:r>
              <a:rPr sz="2000" spc="-15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하나</a:t>
            </a:r>
            <a:r>
              <a:rPr sz="2000" spc="-15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이상의</a:t>
            </a:r>
            <a:r>
              <a:rPr sz="2000" spc="-1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10" dirty="0">
                <a:solidFill>
                  <a:srgbClr val="221F1F"/>
                </a:solidFill>
                <a:latin typeface="Arial"/>
                <a:cs typeface="Arial"/>
              </a:rPr>
              <a:t>Partition</a:t>
            </a:r>
            <a:r>
              <a:rPr sz="2000" spc="-10" dirty="0">
                <a:solidFill>
                  <a:srgbClr val="221F1F"/>
                </a:solidFill>
                <a:latin typeface="Malgun Gothic"/>
                <a:cs typeface="Malgun Gothic"/>
              </a:rPr>
              <a:t>으로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구성됨</a:t>
            </a:r>
            <a:endParaRPr sz="200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이벤트에는</a:t>
            </a:r>
            <a:r>
              <a:rPr sz="2000" spc="-16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10" dirty="0">
                <a:solidFill>
                  <a:srgbClr val="221F1F"/>
                </a:solidFill>
                <a:latin typeface="Arial"/>
                <a:cs typeface="Arial"/>
              </a:rPr>
              <a:t>Offset</a:t>
            </a:r>
            <a:r>
              <a:rPr sz="2000" spc="-10" dirty="0">
                <a:solidFill>
                  <a:srgbClr val="221F1F"/>
                </a:solidFill>
                <a:latin typeface="Malgun Gothic"/>
                <a:cs typeface="Malgun Gothic"/>
              </a:rPr>
              <a:t>이라는</a:t>
            </a:r>
            <a:r>
              <a:rPr sz="2000" spc="-1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유니크한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고유</a:t>
            </a:r>
            <a:r>
              <a:rPr sz="2000" spc="-15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식별자가</a:t>
            </a:r>
            <a:r>
              <a:rPr sz="2000" spc="-1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지정됨</a:t>
            </a:r>
            <a:endParaRPr sz="2000">
              <a:latin typeface="Malgun Gothic"/>
              <a:cs typeface="Malgun Gothic"/>
            </a:endParaRPr>
          </a:p>
          <a:p>
            <a:pPr marL="355600" marR="5080" indent="-342900">
              <a:lnSpc>
                <a:spcPct val="150000"/>
              </a:lnSpc>
              <a:buClr>
                <a:srgbClr val="000000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병렬처리</a:t>
            </a: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(Throughput</a:t>
            </a:r>
            <a:r>
              <a:rPr sz="2000" spc="-85" dirty="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향상</a:t>
            </a: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)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를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위해서</a:t>
            </a:r>
            <a:r>
              <a:rPr sz="2000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다수의</a:t>
            </a:r>
            <a:r>
              <a:rPr sz="2000" spc="-1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Partition</a:t>
            </a:r>
            <a:r>
              <a:rPr sz="2000" spc="-25" dirty="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사용하며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50" dirty="0">
                <a:solidFill>
                  <a:srgbClr val="221F1F"/>
                </a:solidFill>
                <a:latin typeface="Malgun Gothic"/>
                <a:cs typeface="Malgun Gothic"/>
              </a:rPr>
              <a:t>클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러스터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노드에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분산됨</a:t>
            </a:r>
            <a:endParaRPr sz="2000">
              <a:latin typeface="Malgun Gothic"/>
              <a:cs typeface="Malgun Gothic"/>
            </a:endParaRPr>
          </a:p>
          <a:p>
            <a:pPr marL="355600" marR="89535" indent="-342900">
              <a:lnSpc>
                <a:spcPct val="150000"/>
              </a:lnSpc>
              <a:spcBef>
                <a:spcPts val="5"/>
              </a:spcBef>
              <a:buClr>
                <a:srgbClr val="000000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데이터의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분산</a:t>
            </a:r>
            <a:r>
              <a:rPr sz="2000" spc="-1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배치로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다수의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10" dirty="0">
                <a:solidFill>
                  <a:srgbClr val="221F1F"/>
                </a:solidFill>
                <a:latin typeface="Arial"/>
                <a:cs typeface="Arial"/>
              </a:rPr>
              <a:t>Client</a:t>
            </a:r>
            <a:r>
              <a:rPr sz="2000" spc="-10" dirty="0">
                <a:solidFill>
                  <a:srgbClr val="221F1F"/>
                </a:solidFill>
                <a:latin typeface="Malgun Gothic"/>
                <a:cs typeface="Malgun Gothic"/>
              </a:rPr>
              <a:t>가</a:t>
            </a:r>
            <a:r>
              <a:rPr sz="2000" spc="-1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여러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브로커에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동시에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데이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터를</a:t>
            </a:r>
            <a:r>
              <a:rPr sz="2000" spc="-1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Arial"/>
                <a:cs typeface="Arial"/>
              </a:rPr>
              <a:t>Read/Write</a:t>
            </a:r>
            <a:r>
              <a:rPr sz="2000" spc="-70" dirty="0">
                <a:solidFill>
                  <a:srgbClr val="221F1F"/>
                </a:solidFill>
                <a:latin typeface="Arial"/>
                <a:cs typeface="Arial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가능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423907" y="9263583"/>
            <a:ext cx="63766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분산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클러스터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구조로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고가용성과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뛰어난</a:t>
            </a:r>
            <a:r>
              <a:rPr sz="2000" spc="-1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221F1F"/>
                </a:solidFill>
                <a:latin typeface="Malgun Gothic"/>
                <a:cs typeface="Malgun Gothic"/>
              </a:rPr>
              <a:t>확장성</a:t>
            </a:r>
            <a:r>
              <a:rPr sz="2000" spc="-18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221F1F"/>
                </a:solidFill>
                <a:latin typeface="Malgun Gothic"/>
                <a:cs typeface="Malgun Gothic"/>
              </a:rPr>
              <a:t>제공</a:t>
            </a:r>
            <a:endParaRPr sz="2000">
              <a:latin typeface="Malgun Gothic"/>
              <a:cs typeface="Malgun Gothic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0473" y="2031110"/>
            <a:ext cx="8540750" cy="250532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0423" y="5568632"/>
            <a:ext cx="8578469" cy="378447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105"/>
              </a:spcBef>
            </a:pPr>
            <a:r>
              <a:rPr sz="4400" spc="-10" dirty="0">
                <a:solidFill>
                  <a:srgbClr val="173360"/>
                </a:solidFill>
              </a:rPr>
              <a:t>Events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2859004" y="3659251"/>
            <a:ext cx="399542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84530" marR="5080" indent="-672465">
              <a:lnSpc>
                <a:spcPct val="100000"/>
              </a:lnSpc>
              <a:spcBef>
                <a:spcPts val="100"/>
              </a:spcBef>
            </a:pPr>
            <a:r>
              <a:rPr sz="3600" spc="425" dirty="0">
                <a:solidFill>
                  <a:srgbClr val="173360"/>
                </a:solidFill>
                <a:latin typeface="Calibri"/>
                <a:cs typeface="Calibri"/>
              </a:rPr>
              <a:t>Event</a:t>
            </a:r>
            <a:r>
              <a:rPr sz="3600" spc="14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3600" spc="409" dirty="0">
                <a:solidFill>
                  <a:srgbClr val="173360"/>
                </a:solidFill>
                <a:latin typeface="Calibri"/>
                <a:cs typeface="Calibri"/>
              </a:rPr>
              <a:t>Processing </a:t>
            </a:r>
            <a:r>
              <a:rPr sz="3600" spc="350" dirty="0">
                <a:solidFill>
                  <a:srgbClr val="173360"/>
                </a:solidFill>
                <a:latin typeface="Calibri"/>
                <a:cs typeface="Calibri"/>
              </a:rPr>
              <a:t>Application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86653" y="4942332"/>
            <a:ext cx="5845810" cy="4206875"/>
            <a:chOff x="5986653" y="4942332"/>
            <a:chExt cx="5845810" cy="4206875"/>
          </a:xfrm>
        </p:grpSpPr>
        <p:sp>
          <p:nvSpPr>
            <p:cNvPr id="5" name="object 5"/>
            <p:cNvSpPr/>
            <p:nvPr/>
          </p:nvSpPr>
          <p:spPr>
            <a:xfrm>
              <a:off x="6005703" y="4961382"/>
              <a:ext cx="5807710" cy="1418590"/>
            </a:xfrm>
            <a:custGeom>
              <a:avLst/>
              <a:gdLst/>
              <a:ahLst/>
              <a:cxnLst/>
              <a:rect l="l" t="t" r="r" b="b"/>
              <a:pathLst>
                <a:path w="5807709" h="1418589">
                  <a:moveTo>
                    <a:pt x="0" y="85978"/>
                  </a:moveTo>
                  <a:lnTo>
                    <a:pt x="6754" y="52506"/>
                  </a:lnTo>
                  <a:lnTo>
                    <a:pt x="25177" y="25177"/>
                  </a:lnTo>
                  <a:lnTo>
                    <a:pt x="52506" y="6754"/>
                  </a:lnTo>
                  <a:lnTo>
                    <a:pt x="85979" y="0"/>
                  </a:lnTo>
                  <a:lnTo>
                    <a:pt x="5721223" y="0"/>
                  </a:lnTo>
                  <a:lnTo>
                    <a:pt x="5754695" y="6754"/>
                  </a:lnTo>
                  <a:lnTo>
                    <a:pt x="5782024" y="25177"/>
                  </a:lnTo>
                  <a:lnTo>
                    <a:pt x="5800447" y="52506"/>
                  </a:lnTo>
                  <a:lnTo>
                    <a:pt x="5807202" y="85978"/>
                  </a:lnTo>
                  <a:lnTo>
                    <a:pt x="5807202" y="1332483"/>
                  </a:lnTo>
                  <a:lnTo>
                    <a:pt x="5800447" y="1365956"/>
                  </a:lnTo>
                  <a:lnTo>
                    <a:pt x="5782024" y="1393285"/>
                  </a:lnTo>
                  <a:lnTo>
                    <a:pt x="5754695" y="1411708"/>
                  </a:lnTo>
                  <a:lnTo>
                    <a:pt x="5721223" y="1418463"/>
                  </a:lnTo>
                  <a:lnTo>
                    <a:pt x="85979" y="1418463"/>
                  </a:lnTo>
                  <a:lnTo>
                    <a:pt x="52506" y="1411708"/>
                  </a:lnTo>
                  <a:lnTo>
                    <a:pt x="25177" y="1393285"/>
                  </a:lnTo>
                  <a:lnTo>
                    <a:pt x="6754" y="1365956"/>
                  </a:lnTo>
                  <a:lnTo>
                    <a:pt x="0" y="1332483"/>
                  </a:lnTo>
                  <a:lnTo>
                    <a:pt x="0" y="85978"/>
                  </a:lnTo>
                  <a:close/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443472" y="5407532"/>
              <a:ext cx="4932045" cy="526415"/>
            </a:xfrm>
            <a:custGeom>
              <a:avLst/>
              <a:gdLst/>
              <a:ahLst/>
              <a:cxnLst/>
              <a:rect l="l" t="t" r="r" b="b"/>
              <a:pathLst>
                <a:path w="4932045" h="526414">
                  <a:moveTo>
                    <a:pt x="722503" y="87630"/>
                  </a:moveTo>
                  <a:lnTo>
                    <a:pt x="715606" y="53530"/>
                  </a:lnTo>
                  <a:lnTo>
                    <a:pt x="696823" y="25679"/>
                  </a:lnTo>
                  <a:lnTo>
                    <a:pt x="668972" y="6896"/>
                  </a:lnTo>
                  <a:lnTo>
                    <a:pt x="634873" y="0"/>
                  </a:lnTo>
                  <a:lnTo>
                    <a:pt x="87630" y="0"/>
                  </a:lnTo>
                  <a:lnTo>
                    <a:pt x="53517" y="6896"/>
                  </a:lnTo>
                  <a:lnTo>
                    <a:pt x="25666" y="25679"/>
                  </a:lnTo>
                  <a:lnTo>
                    <a:pt x="6883" y="53530"/>
                  </a:lnTo>
                  <a:lnTo>
                    <a:pt x="0" y="87630"/>
                  </a:lnTo>
                  <a:lnTo>
                    <a:pt x="0" y="438531"/>
                  </a:lnTo>
                  <a:lnTo>
                    <a:pt x="6883" y="472643"/>
                  </a:lnTo>
                  <a:lnTo>
                    <a:pt x="25666" y="500494"/>
                  </a:lnTo>
                  <a:lnTo>
                    <a:pt x="53517" y="519277"/>
                  </a:lnTo>
                  <a:lnTo>
                    <a:pt x="87630" y="526161"/>
                  </a:lnTo>
                  <a:lnTo>
                    <a:pt x="634873" y="526161"/>
                  </a:lnTo>
                  <a:lnTo>
                    <a:pt x="668972" y="519277"/>
                  </a:lnTo>
                  <a:lnTo>
                    <a:pt x="696823" y="500494"/>
                  </a:lnTo>
                  <a:lnTo>
                    <a:pt x="715606" y="472643"/>
                  </a:lnTo>
                  <a:lnTo>
                    <a:pt x="722503" y="438531"/>
                  </a:lnTo>
                  <a:lnTo>
                    <a:pt x="722503" y="87630"/>
                  </a:lnTo>
                  <a:close/>
                </a:path>
                <a:path w="4932045" h="526414">
                  <a:moveTo>
                    <a:pt x="1564386" y="87630"/>
                  </a:moveTo>
                  <a:lnTo>
                    <a:pt x="1557489" y="53530"/>
                  </a:lnTo>
                  <a:lnTo>
                    <a:pt x="1538693" y="25679"/>
                  </a:lnTo>
                  <a:lnTo>
                    <a:pt x="1510804" y="6896"/>
                  </a:lnTo>
                  <a:lnTo>
                    <a:pt x="1476629" y="0"/>
                  </a:lnTo>
                  <a:lnTo>
                    <a:pt x="929513" y="0"/>
                  </a:lnTo>
                  <a:lnTo>
                    <a:pt x="895375" y="6896"/>
                  </a:lnTo>
                  <a:lnTo>
                    <a:pt x="867486" y="25679"/>
                  </a:lnTo>
                  <a:lnTo>
                    <a:pt x="848652" y="53530"/>
                  </a:lnTo>
                  <a:lnTo>
                    <a:pt x="841756" y="87630"/>
                  </a:lnTo>
                  <a:lnTo>
                    <a:pt x="841756" y="438531"/>
                  </a:lnTo>
                  <a:lnTo>
                    <a:pt x="848652" y="472643"/>
                  </a:lnTo>
                  <a:lnTo>
                    <a:pt x="867486" y="500494"/>
                  </a:lnTo>
                  <a:lnTo>
                    <a:pt x="895375" y="519277"/>
                  </a:lnTo>
                  <a:lnTo>
                    <a:pt x="929513" y="526161"/>
                  </a:lnTo>
                  <a:lnTo>
                    <a:pt x="1476629" y="526161"/>
                  </a:lnTo>
                  <a:lnTo>
                    <a:pt x="1510804" y="519277"/>
                  </a:lnTo>
                  <a:lnTo>
                    <a:pt x="1538693" y="500494"/>
                  </a:lnTo>
                  <a:lnTo>
                    <a:pt x="1557489" y="472643"/>
                  </a:lnTo>
                  <a:lnTo>
                    <a:pt x="1564386" y="438531"/>
                  </a:lnTo>
                  <a:lnTo>
                    <a:pt x="1564386" y="87630"/>
                  </a:lnTo>
                  <a:close/>
                </a:path>
                <a:path w="4932045" h="526414">
                  <a:moveTo>
                    <a:pt x="3248025" y="87630"/>
                  </a:moveTo>
                  <a:lnTo>
                    <a:pt x="3241129" y="53530"/>
                  </a:lnTo>
                  <a:lnTo>
                    <a:pt x="3222345" y="25679"/>
                  </a:lnTo>
                  <a:lnTo>
                    <a:pt x="3194494" y="6896"/>
                  </a:lnTo>
                  <a:lnTo>
                    <a:pt x="3160395" y="0"/>
                  </a:lnTo>
                  <a:lnTo>
                    <a:pt x="2613152" y="0"/>
                  </a:lnTo>
                  <a:lnTo>
                    <a:pt x="2579039" y="6896"/>
                  </a:lnTo>
                  <a:lnTo>
                    <a:pt x="2551188" y="25679"/>
                  </a:lnTo>
                  <a:lnTo>
                    <a:pt x="2532405" y="53530"/>
                  </a:lnTo>
                  <a:lnTo>
                    <a:pt x="2525522" y="87630"/>
                  </a:lnTo>
                  <a:lnTo>
                    <a:pt x="2525522" y="438531"/>
                  </a:lnTo>
                  <a:lnTo>
                    <a:pt x="2532405" y="472643"/>
                  </a:lnTo>
                  <a:lnTo>
                    <a:pt x="2551188" y="500494"/>
                  </a:lnTo>
                  <a:lnTo>
                    <a:pt x="2579039" y="519277"/>
                  </a:lnTo>
                  <a:lnTo>
                    <a:pt x="2613152" y="526161"/>
                  </a:lnTo>
                  <a:lnTo>
                    <a:pt x="3160395" y="526161"/>
                  </a:lnTo>
                  <a:lnTo>
                    <a:pt x="3194494" y="519277"/>
                  </a:lnTo>
                  <a:lnTo>
                    <a:pt x="3222345" y="500494"/>
                  </a:lnTo>
                  <a:lnTo>
                    <a:pt x="3241129" y="472643"/>
                  </a:lnTo>
                  <a:lnTo>
                    <a:pt x="3248025" y="438531"/>
                  </a:lnTo>
                  <a:lnTo>
                    <a:pt x="3248025" y="87630"/>
                  </a:lnTo>
                  <a:close/>
                </a:path>
                <a:path w="4932045" h="526414">
                  <a:moveTo>
                    <a:pt x="4089908" y="87630"/>
                  </a:moveTo>
                  <a:lnTo>
                    <a:pt x="4082999" y="53530"/>
                  </a:lnTo>
                  <a:lnTo>
                    <a:pt x="4064165" y="25679"/>
                  </a:lnTo>
                  <a:lnTo>
                    <a:pt x="4036276" y="6896"/>
                  </a:lnTo>
                  <a:lnTo>
                    <a:pt x="4002151" y="0"/>
                  </a:lnTo>
                  <a:lnTo>
                    <a:pt x="3455035" y="0"/>
                  </a:lnTo>
                  <a:lnTo>
                    <a:pt x="3420846" y="6896"/>
                  </a:lnTo>
                  <a:lnTo>
                    <a:pt x="3392957" y="25679"/>
                  </a:lnTo>
                  <a:lnTo>
                    <a:pt x="3374161" y="53530"/>
                  </a:lnTo>
                  <a:lnTo>
                    <a:pt x="3367278" y="87630"/>
                  </a:lnTo>
                  <a:lnTo>
                    <a:pt x="3367278" y="438531"/>
                  </a:lnTo>
                  <a:lnTo>
                    <a:pt x="3374161" y="472643"/>
                  </a:lnTo>
                  <a:lnTo>
                    <a:pt x="3392957" y="500494"/>
                  </a:lnTo>
                  <a:lnTo>
                    <a:pt x="3420846" y="519277"/>
                  </a:lnTo>
                  <a:lnTo>
                    <a:pt x="3455035" y="526161"/>
                  </a:lnTo>
                  <a:lnTo>
                    <a:pt x="4002151" y="526161"/>
                  </a:lnTo>
                  <a:lnTo>
                    <a:pt x="4036276" y="519277"/>
                  </a:lnTo>
                  <a:lnTo>
                    <a:pt x="4064165" y="500494"/>
                  </a:lnTo>
                  <a:lnTo>
                    <a:pt x="4082999" y="472643"/>
                  </a:lnTo>
                  <a:lnTo>
                    <a:pt x="4089908" y="438531"/>
                  </a:lnTo>
                  <a:lnTo>
                    <a:pt x="4089908" y="87630"/>
                  </a:lnTo>
                  <a:close/>
                </a:path>
                <a:path w="4932045" h="526414">
                  <a:moveTo>
                    <a:pt x="4931664" y="87630"/>
                  </a:moveTo>
                  <a:lnTo>
                    <a:pt x="4924768" y="53530"/>
                  </a:lnTo>
                  <a:lnTo>
                    <a:pt x="4905984" y="25679"/>
                  </a:lnTo>
                  <a:lnTo>
                    <a:pt x="4878133" y="6896"/>
                  </a:lnTo>
                  <a:lnTo>
                    <a:pt x="4844034" y="0"/>
                  </a:lnTo>
                  <a:lnTo>
                    <a:pt x="4296791" y="0"/>
                  </a:lnTo>
                  <a:lnTo>
                    <a:pt x="4262679" y="6896"/>
                  </a:lnTo>
                  <a:lnTo>
                    <a:pt x="4234827" y="25679"/>
                  </a:lnTo>
                  <a:lnTo>
                    <a:pt x="4216044" y="53530"/>
                  </a:lnTo>
                  <a:lnTo>
                    <a:pt x="4209161" y="87630"/>
                  </a:lnTo>
                  <a:lnTo>
                    <a:pt x="4209161" y="438531"/>
                  </a:lnTo>
                  <a:lnTo>
                    <a:pt x="4216044" y="472643"/>
                  </a:lnTo>
                  <a:lnTo>
                    <a:pt x="4234827" y="500494"/>
                  </a:lnTo>
                  <a:lnTo>
                    <a:pt x="4262679" y="519277"/>
                  </a:lnTo>
                  <a:lnTo>
                    <a:pt x="4296791" y="526161"/>
                  </a:lnTo>
                  <a:lnTo>
                    <a:pt x="4844034" y="526161"/>
                  </a:lnTo>
                  <a:lnTo>
                    <a:pt x="4878133" y="519277"/>
                  </a:lnTo>
                  <a:lnTo>
                    <a:pt x="4905984" y="500494"/>
                  </a:lnTo>
                  <a:lnTo>
                    <a:pt x="4924768" y="472643"/>
                  </a:lnTo>
                  <a:lnTo>
                    <a:pt x="4931664" y="438531"/>
                  </a:lnTo>
                  <a:lnTo>
                    <a:pt x="4931664" y="8763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127111" y="5407533"/>
              <a:ext cx="722630" cy="526415"/>
            </a:xfrm>
            <a:custGeom>
              <a:avLst/>
              <a:gdLst/>
              <a:ahLst/>
              <a:cxnLst/>
              <a:rect l="l" t="t" r="r" b="b"/>
              <a:pathLst>
                <a:path w="722629" h="526414">
                  <a:moveTo>
                    <a:pt x="634873" y="0"/>
                  </a:moveTo>
                  <a:lnTo>
                    <a:pt x="87757" y="0"/>
                  </a:lnTo>
                  <a:lnTo>
                    <a:pt x="53578" y="6887"/>
                  </a:lnTo>
                  <a:lnTo>
                    <a:pt x="25685" y="25669"/>
                  </a:lnTo>
                  <a:lnTo>
                    <a:pt x="6889" y="53524"/>
                  </a:lnTo>
                  <a:lnTo>
                    <a:pt x="0" y="87629"/>
                  </a:lnTo>
                  <a:lnTo>
                    <a:pt x="0" y="438530"/>
                  </a:lnTo>
                  <a:lnTo>
                    <a:pt x="6889" y="472636"/>
                  </a:lnTo>
                  <a:lnTo>
                    <a:pt x="25685" y="500491"/>
                  </a:lnTo>
                  <a:lnTo>
                    <a:pt x="53578" y="519273"/>
                  </a:lnTo>
                  <a:lnTo>
                    <a:pt x="87757" y="526161"/>
                  </a:lnTo>
                  <a:lnTo>
                    <a:pt x="634873" y="526161"/>
                  </a:lnTo>
                  <a:lnTo>
                    <a:pt x="668998" y="519273"/>
                  </a:lnTo>
                  <a:lnTo>
                    <a:pt x="696896" y="500491"/>
                  </a:lnTo>
                  <a:lnTo>
                    <a:pt x="715722" y="472636"/>
                  </a:lnTo>
                  <a:lnTo>
                    <a:pt x="722630" y="438530"/>
                  </a:lnTo>
                  <a:lnTo>
                    <a:pt x="722630" y="87629"/>
                  </a:lnTo>
                  <a:lnTo>
                    <a:pt x="715722" y="53524"/>
                  </a:lnTo>
                  <a:lnTo>
                    <a:pt x="696896" y="25669"/>
                  </a:lnTo>
                  <a:lnTo>
                    <a:pt x="668998" y="6887"/>
                  </a:lnTo>
                  <a:lnTo>
                    <a:pt x="634873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988429" y="6848983"/>
              <a:ext cx="3841750" cy="2261870"/>
            </a:xfrm>
            <a:custGeom>
              <a:avLst/>
              <a:gdLst/>
              <a:ahLst/>
              <a:cxnLst/>
              <a:rect l="l" t="t" r="r" b="b"/>
              <a:pathLst>
                <a:path w="3841750" h="2261870">
                  <a:moveTo>
                    <a:pt x="0" y="376936"/>
                  </a:moveTo>
                  <a:lnTo>
                    <a:pt x="2937" y="329658"/>
                  </a:lnTo>
                  <a:lnTo>
                    <a:pt x="11513" y="284132"/>
                  </a:lnTo>
                  <a:lnTo>
                    <a:pt x="25374" y="240710"/>
                  </a:lnTo>
                  <a:lnTo>
                    <a:pt x="44168" y="199746"/>
                  </a:lnTo>
                  <a:lnTo>
                    <a:pt x="67540" y="161594"/>
                  </a:lnTo>
                  <a:lnTo>
                    <a:pt x="95137" y="126607"/>
                  </a:lnTo>
                  <a:lnTo>
                    <a:pt x="126607" y="95137"/>
                  </a:lnTo>
                  <a:lnTo>
                    <a:pt x="161594" y="67540"/>
                  </a:lnTo>
                  <a:lnTo>
                    <a:pt x="199746" y="44168"/>
                  </a:lnTo>
                  <a:lnTo>
                    <a:pt x="240710" y="25374"/>
                  </a:lnTo>
                  <a:lnTo>
                    <a:pt x="284132" y="11513"/>
                  </a:lnTo>
                  <a:lnTo>
                    <a:pt x="329658" y="2937"/>
                  </a:lnTo>
                  <a:lnTo>
                    <a:pt x="376936" y="0"/>
                  </a:lnTo>
                  <a:lnTo>
                    <a:pt x="3464814" y="0"/>
                  </a:lnTo>
                  <a:lnTo>
                    <a:pt x="3512091" y="2937"/>
                  </a:lnTo>
                  <a:lnTo>
                    <a:pt x="3557617" y="11513"/>
                  </a:lnTo>
                  <a:lnTo>
                    <a:pt x="3601039" y="25374"/>
                  </a:lnTo>
                  <a:lnTo>
                    <a:pt x="3642003" y="44168"/>
                  </a:lnTo>
                  <a:lnTo>
                    <a:pt x="3680155" y="67540"/>
                  </a:lnTo>
                  <a:lnTo>
                    <a:pt x="3715142" y="95137"/>
                  </a:lnTo>
                  <a:lnTo>
                    <a:pt x="3746612" y="126607"/>
                  </a:lnTo>
                  <a:lnTo>
                    <a:pt x="3774209" y="161594"/>
                  </a:lnTo>
                  <a:lnTo>
                    <a:pt x="3797581" y="199746"/>
                  </a:lnTo>
                  <a:lnTo>
                    <a:pt x="3816375" y="240710"/>
                  </a:lnTo>
                  <a:lnTo>
                    <a:pt x="3830236" y="284132"/>
                  </a:lnTo>
                  <a:lnTo>
                    <a:pt x="3838812" y="329658"/>
                  </a:lnTo>
                  <a:lnTo>
                    <a:pt x="3841750" y="376936"/>
                  </a:lnTo>
                  <a:lnTo>
                    <a:pt x="3841750" y="1884680"/>
                  </a:lnTo>
                  <a:lnTo>
                    <a:pt x="3838812" y="1931957"/>
                  </a:lnTo>
                  <a:lnTo>
                    <a:pt x="3830236" y="1977482"/>
                  </a:lnTo>
                  <a:lnTo>
                    <a:pt x="3816375" y="2020902"/>
                  </a:lnTo>
                  <a:lnTo>
                    <a:pt x="3797581" y="2061863"/>
                  </a:lnTo>
                  <a:lnTo>
                    <a:pt x="3774209" y="2100013"/>
                  </a:lnTo>
                  <a:lnTo>
                    <a:pt x="3746612" y="2134997"/>
                  </a:lnTo>
                  <a:lnTo>
                    <a:pt x="3715142" y="2166463"/>
                  </a:lnTo>
                  <a:lnTo>
                    <a:pt x="3680155" y="2194058"/>
                  </a:lnTo>
                  <a:lnTo>
                    <a:pt x="3642003" y="2217427"/>
                  </a:lnTo>
                  <a:lnTo>
                    <a:pt x="3601039" y="2236219"/>
                  </a:lnTo>
                  <a:lnTo>
                    <a:pt x="3557617" y="2250078"/>
                  </a:lnTo>
                  <a:lnTo>
                    <a:pt x="3512091" y="2258653"/>
                  </a:lnTo>
                  <a:lnTo>
                    <a:pt x="3464814" y="2261590"/>
                  </a:lnTo>
                  <a:lnTo>
                    <a:pt x="376936" y="2261590"/>
                  </a:lnTo>
                  <a:lnTo>
                    <a:pt x="329658" y="2258653"/>
                  </a:lnTo>
                  <a:lnTo>
                    <a:pt x="284132" y="2250078"/>
                  </a:lnTo>
                  <a:lnTo>
                    <a:pt x="240710" y="2236219"/>
                  </a:lnTo>
                  <a:lnTo>
                    <a:pt x="199746" y="2217427"/>
                  </a:lnTo>
                  <a:lnTo>
                    <a:pt x="161594" y="2194058"/>
                  </a:lnTo>
                  <a:lnTo>
                    <a:pt x="126607" y="2166463"/>
                  </a:lnTo>
                  <a:lnTo>
                    <a:pt x="95137" y="2134997"/>
                  </a:lnTo>
                  <a:lnTo>
                    <a:pt x="67540" y="2100013"/>
                  </a:lnTo>
                  <a:lnTo>
                    <a:pt x="44168" y="2061863"/>
                  </a:lnTo>
                  <a:lnTo>
                    <a:pt x="25374" y="2020902"/>
                  </a:lnTo>
                  <a:lnTo>
                    <a:pt x="11513" y="1977482"/>
                  </a:lnTo>
                  <a:lnTo>
                    <a:pt x="2937" y="1931957"/>
                  </a:lnTo>
                  <a:lnTo>
                    <a:pt x="0" y="1884680"/>
                  </a:lnTo>
                  <a:lnTo>
                    <a:pt x="0" y="376936"/>
                  </a:lnTo>
                  <a:close/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3872826" y="4820411"/>
            <a:ext cx="2242820" cy="1700530"/>
            <a:chOff x="13872826" y="4820411"/>
            <a:chExt cx="2242820" cy="17005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772131" y="5176519"/>
              <a:ext cx="1343278" cy="57785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3872820" y="4820411"/>
              <a:ext cx="2091055" cy="1700530"/>
            </a:xfrm>
            <a:custGeom>
              <a:avLst/>
              <a:gdLst/>
              <a:ahLst/>
              <a:cxnLst/>
              <a:rect l="l" t="t" r="r" b="b"/>
              <a:pathLst>
                <a:path w="2091055" h="1700529">
                  <a:moveTo>
                    <a:pt x="2090483" y="868603"/>
                  </a:moveTo>
                  <a:lnTo>
                    <a:pt x="2090051" y="821385"/>
                  </a:lnTo>
                  <a:lnTo>
                    <a:pt x="2086317" y="774217"/>
                  </a:lnTo>
                  <a:lnTo>
                    <a:pt x="2079269" y="727176"/>
                  </a:lnTo>
                  <a:lnTo>
                    <a:pt x="2068893" y="680351"/>
                  </a:lnTo>
                  <a:lnTo>
                    <a:pt x="2055202" y="633831"/>
                  </a:lnTo>
                  <a:lnTo>
                    <a:pt x="2038172" y="587705"/>
                  </a:lnTo>
                  <a:lnTo>
                    <a:pt x="2017801" y="542036"/>
                  </a:lnTo>
                  <a:lnTo>
                    <a:pt x="1996554" y="500303"/>
                  </a:lnTo>
                  <a:lnTo>
                    <a:pt x="1972818" y="459803"/>
                  </a:lnTo>
                  <a:lnTo>
                    <a:pt x="1946643" y="420585"/>
                  </a:lnTo>
                  <a:lnTo>
                    <a:pt x="1918093" y="382727"/>
                  </a:lnTo>
                  <a:lnTo>
                    <a:pt x="1887220" y="346278"/>
                  </a:lnTo>
                  <a:lnTo>
                    <a:pt x="1854111" y="311277"/>
                  </a:lnTo>
                  <a:lnTo>
                    <a:pt x="1818792" y="277812"/>
                  </a:lnTo>
                  <a:lnTo>
                    <a:pt x="1781352" y="245910"/>
                  </a:lnTo>
                  <a:lnTo>
                    <a:pt x="1741855" y="215633"/>
                  </a:lnTo>
                  <a:lnTo>
                    <a:pt x="1700352" y="187058"/>
                  </a:lnTo>
                  <a:lnTo>
                    <a:pt x="1656905" y="160210"/>
                  </a:lnTo>
                  <a:lnTo>
                    <a:pt x="1611579" y="135166"/>
                  </a:lnTo>
                  <a:lnTo>
                    <a:pt x="1564436" y="111975"/>
                  </a:lnTo>
                  <a:lnTo>
                    <a:pt x="1515554" y="90690"/>
                  </a:lnTo>
                  <a:lnTo>
                    <a:pt x="1464970" y="71374"/>
                  </a:lnTo>
                  <a:lnTo>
                    <a:pt x="1414259" y="54635"/>
                  </a:lnTo>
                  <a:lnTo>
                    <a:pt x="1362976" y="40132"/>
                  </a:lnTo>
                  <a:lnTo>
                    <a:pt x="1311198" y="27863"/>
                  </a:lnTo>
                  <a:lnTo>
                    <a:pt x="1259001" y="17830"/>
                  </a:lnTo>
                  <a:lnTo>
                    <a:pt x="1206449" y="10033"/>
                  </a:lnTo>
                  <a:lnTo>
                    <a:pt x="1153642" y="4457"/>
                  </a:lnTo>
                  <a:lnTo>
                    <a:pt x="1100632" y="1117"/>
                  </a:lnTo>
                  <a:lnTo>
                    <a:pt x="1047521" y="0"/>
                  </a:lnTo>
                  <a:lnTo>
                    <a:pt x="999121" y="927"/>
                  </a:lnTo>
                  <a:lnTo>
                    <a:pt x="950734" y="3708"/>
                  </a:lnTo>
                  <a:lnTo>
                    <a:pt x="902449" y="8305"/>
                  </a:lnTo>
                  <a:lnTo>
                    <a:pt x="854316" y="14732"/>
                  </a:lnTo>
                  <a:lnTo>
                    <a:pt x="806411" y="22974"/>
                  </a:lnTo>
                  <a:lnTo>
                    <a:pt x="758799" y="33007"/>
                  </a:lnTo>
                  <a:lnTo>
                    <a:pt x="711555" y="44831"/>
                  </a:lnTo>
                  <a:lnTo>
                    <a:pt x="664743" y="58420"/>
                  </a:lnTo>
                  <a:lnTo>
                    <a:pt x="613448" y="75704"/>
                  </a:lnTo>
                  <a:lnTo>
                    <a:pt x="563689" y="95072"/>
                  </a:lnTo>
                  <a:lnTo>
                    <a:pt x="515518" y="116497"/>
                  </a:lnTo>
                  <a:lnTo>
                    <a:pt x="468998" y="139890"/>
                  </a:lnTo>
                  <a:lnTo>
                    <a:pt x="424205" y="165214"/>
                  </a:lnTo>
                  <a:lnTo>
                    <a:pt x="381203" y="192392"/>
                  </a:lnTo>
                  <a:lnTo>
                    <a:pt x="340067" y="221361"/>
                  </a:lnTo>
                  <a:lnTo>
                    <a:pt x="300863" y="252082"/>
                  </a:lnTo>
                  <a:lnTo>
                    <a:pt x="263664" y="284480"/>
                  </a:lnTo>
                  <a:lnTo>
                    <a:pt x="228536" y="318503"/>
                  </a:lnTo>
                  <a:lnTo>
                    <a:pt x="195541" y="354088"/>
                  </a:lnTo>
                  <a:lnTo>
                    <a:pt x="164769" y="391160"/>
                  </a:lnTo>
                  <a:lnTo>
                    <a:pt x="136271" y="429679"/>
                  </a:lnTo>
                  <a:lnTo>
                    <a:pt x="110109" y="469582"/>
                  </a:lnTo>
                  <a:lnTo>
                    <a:pt x="86385" y="510794"/>
                  </a:lnTo>
                  <a:lnTo>
                    <a:pt x="63817" y="557555"/>
                  </a:lnTo>
                  <a:lnTo>
                    <a:pt x="44411" y="605536"/>
                  </a:lnTo>
                  <a:lnTo>
                    <a:pt x="28308" y="654494"/>
                  </a:lnTo>
                  <a:lnTo>
                    <a:pt x="15671" y="704189"/>
                  </a:lnTo>
                  <a:lnTo>
                    <a:pt x="6642" y="754380"/>
                  </a:lnTo>
                  <a:lnTo>
                    <a:pt x="1371" y="804799"/>
                  </a:lnTo>
                  <a:lnTo>
                    <a:pt x="0" y="855218"/>
                  </a:lnTo>
                  <a:lnTo>
                    <a:pt x="2692" y="905383"/>
                  </a:lnTo>
                  <a:lnTo>
                    <a:pt x="8864" y="930097"/>
                  </a:lnTo>
                  <a:lnTo>
                    <a:pt x="25679" y="950137"/>
                  </a:lnTo>
                  <a:lnTo>
                    <a:pt x="50482" y="963587"/>
                  </a:lnTo>
                  <a:lnTo>
                    <a:pt x="80670" y="968502"/>
                  </a:lnTo>
                  <a:lnTo>
                    <a:pt x="84480" y="968502"/>
                  </a:lnTo>
                  <a:lnTo>
                    <a:pt x="143090" y="946683"/>
                  </a:lnTo>
                  <a:lnTo>
                    <a:pt x="163601" y="897763"/>
                  </a:lnTo>
                  <a:lnTo>
                    <a:pt x="161556" y="849604"/>
                  </a:lnTo>
                  <a:lnTo>
                    <a:pt x="163741" y="801522"/>
                  </a:lnTo>
                  <a:lnTo>
                    <a:pt x="170053" y="753618"/>
                  </a:lnTo>
                  <a:lnTo>
                    <a:pt x="180378" y="705993"/>
                  </a:lnTo>
                  <a:lnTo>
                    <a:pt x="194602" y="658723"/>
                  </a:lnTo>
                  <a:lnTo>
                    <a:pt x="212623" y="611911"/>
                  </a:lnTo>
                  <a:lnTo>
                    <a:pt x="234340" y="565658"/>
                  </a:lnTo>
                  <a:lnTo>
                    <a:pt x="257225" y="525386"/>
                  </a:lnTo>
                  <a:lnTo>
                    <a:pt x="282892" y="486676"/>
                  </a:lnTo>
                  <a:lnTo>
                    <a:pt x="311226" y="449580"/>
                  </a:lnTo>
                  <a:lnTo>
                    <a:pt x="342163" y="414197"/>
                  </a:lnTo>
                  <a:lnTo>
                    <a:pt x="375589" y="380580"/>
                  </a:lnTo>
                  <a:lnTo>
                    <a:pt x="411429" y="348805"/>
                  </a:lnTo>
                  <a:lnTo>
                    <a:pt x="449605" y="318947"/>
                  </a:lnTo>
                  <a:lnTo>
                    <a:pt x="490004" y="291071"/>
                  </a:lnTo>
                  <a:lnTo>
                    <a:pt x="532561" y="265239"/>
                  </a:lnTo>
                  <a:lnTo>
                    <a:pt x="577176" y="241541"/>
                  </a:lnTo>
                  <a:lnTo>
                    <a:pt x="623773" y="220040"/>
                  </a:lnTo>
                  <a:lnTo>
                    <a:pt x="672249" y="200799"/>
                  </a:lnTo>
                  <a:lnTo>
                    <a:pt x="722528" y="183896"/>
                  </a:lnTo>
                  <a:lnTo>
                    <a:pt x="767410" y="169811"/>
                  </a:lnTo>
                  <a:lnTo>
                    <a:pt x="812952" y="157911"/>
                  </a:lnTo>
                  <a:lnTo>
                    <a:pt x="859053" y="148183"/>
                  </a:lnTo>
                  <a:lnTo>
                    <a:pt x="905624" y="140627"/>
                  </a:lnTo>
                  <a:lnTo>
                    <a:pt x="952525" y="135242"/>
                  </a:lnTo>
                  <a:lnTo>
                    <a:pt x="999693" y="132016"/>
                  </a:lnTo>
                  <a:lnTo>
                    <a:pt x="1047013" y="130937"/>
                  </a:lnTo>
                  <a:lnTo>
                    <a:pt x="1097762" y="132181"/>
                  </a:lnTo>
                  <a:lnTo>
                    <a:pt x="1148486" y="135890"/>
                  </a:lnTo>
                  <a:lnTo>
                    <a:pt x="1199070" y="142087"/>
                  </a:lnTo>
                  <a:lnTo>
                    <a:pt x="1249387" y="150774"/>
                  </a:lnTo>
                  <a:lnTo>
                    <a:pt x="1299311" y="161937"/>
                  </a:lnTo>
                  <a:lnTo>
                    <a:pt x="1348727" y="175615"/>
                  </a:lnTo>
                  <a:lnTo>
                    <a:pt x="1397533" y="191770"/>
                  </a:lnTo>
                  <a:lnTo>
                    <a:pt x="1446364" y="210400"/>
                  </a:lnTo>
                  <a:lnTo>
                    <a:pt x="1493481" y="231267"/>
                  </a:lnTo>
                  <a:lnTo>
                    <a:pt x="1538795" y="254330"/>
                  </a:lnTo>
                  <a:lnTo>
                    <a:pt x="1582166" y="279501"/>
                  </a:lnTo>
                  <a:lnTo>
                    <a:pt x="1623491" y="306705"/>
                  </a:lnTo>
                  <a:lnTo>
                    <a:pt x="1662658" y="335889"/>
                  </a:lnTo>
                  <a:lnTo>
                    <a:pt x="1699539" y="366966"/>
                  </a:lnTo>
                  <a:lnTo>
                    <a:pt x="1734032" y="399872"/>
                  </a:lnTo>
                  <a:lnTo>
                    <a:pt x="1766023" y="434530"/>
                  </a:lnTo>
                  <a:lnTo>
                    <a:pt x="1795399" y="470865"/>
                  </a:lnTo>
                  <a:lnTo>
                    <a:pt x="1822043" y="508825"/>
                  </a:lnTo>
                  <a:lnTo>
                    <a:pt x="1845830" y="548322"/>
                  </a:lnTo>
                  <a:lnTo>
                    <a:pt x="1866671" y="589280"/>
                  </a:lnTo>
                  <a:lnTo>
                    <a:pt x="1886445" y="633476"/>
                  </a:lnTo>
                  <a:lnTo>
                    <a:pt x="1902485" y="678408"/>
                  </a:lnTo>
                  <a:lnTo>
                    <a:pt x="1914766" y="723938"/>
                  </a:lnTo>
                  <a:lnTo>
                    <a:pt x="1923275" y="769912"/>
                  </a:lnTo>
                  <a:lnTo>
                    <a:pt x="1927999" y="816229"/>
                  </a:lnTo>
                  <a:lnTo>
                    <a:pt x="1928914" y="862736"/>
                  </a:lnTo>
                  <a:lnTo>
                    <a:pt x="1926005" y="909294"/>
                  </a:lnTo>
                  <a:lnTo>
                    <a:pt x="1919274" y="955776"/>
                  </a:lnTo>
                  <a:lnTo>
                    <a:pt x="1908683" y="1002030"/>
                  </a:lnTo>
                  <a:lnTo>
                    <a:pt x="1894243" y="1047953"/>
                  </a:lnTo>
                  <a:lnTo>
                    <a:pt x="1875917" y="1093368"/>
                  </a:lnTo>
                  <a:lnTo>
                    <a:pt x="1853717" y="1138174"/>
                  </a:lnTo>
                  <a:lnTo>
                    <a:pt x="1830539" y="1177569"/>
                  </a:lnTo>
                  <a:lnTo>
                    <a:pt x="1804797" y="1215313"/>
                  </a:lnTo>
                  <a:lnTo>
                    <a:pt x="1776577" y="1251369"/>
                  </a:lnTo>
                  <a:lnTo>
                    <a:pt x="1746034" y="1285709"/>
                  </a:lnTo>
                  <a:lnTo>
                    <a:pt x="1713280" y="1318285"/>
                  </a:lnTo>
                  <a:lnTo>
                    <a:pt x="1678444" y="1349044"/>
                  </a:lnTo>
                  <a:lnTo>
                    <a:pt x="1641640" y="1377962"/>
                  </a:lnTo>
                  <a:lnTo>
                    <a:pt x="1603006" y="1405001"/>
                  </a:lnTo>
                  <a:lnTo>
                    <a:pt x="1562671" y="1430096"/>
                  </a:lnTo>
                  <a:lnTo>
                    <a:pt x="1520748" y="1453235"/>
                  </a:lnTo>
                  <a:lnTo>
                    <a:pt x="1477365" y="1474355"/>
                  </a:lnTo>
                  <a:lnTo>
                    <a:pt x="1432661" y="1493431"/>
                  </a:lnTo>
                  <a:lnTo>
                    <a:pt x="1386738" y="1510411"/>
                  </a:lnTo>
                  <a:lnTo>
                    <a:pt x="1339735" y="1525270"/>
                  </a:lnTo>
                  <a:lnTo>
                    <a:pt x="1291780" y="1537944"/>
                  </a:lnTo>
                  <a:lnTo>
                    <a:pt x="1242999" y="1548409"/>
                  </a:lnTo>
                  <a:lnTo>
                    <a:pt x="1193507" y="1556613"/>
                  </a:lnTo>
                  <a:lnTo>
                    <a:pt x="1143431" y="1562531"/>
                  </a:lnTo>
                  <a:lnTo>
                    <a:pt x="1092911" y="1566113"/>
                  </a:lnTo>
                  <a:lnTo>
                    <a:pt x="1042060" y="1567307"/>
                  </a:lnTo>
                  <a:lnTo>
                    <a:pt x="991450" y="1566125"/>
                  </a:lnTo>
                  <a:lnTo>
                    <a:pt x="940765" y="1562531"/>
                  </a:lnTo>
                  <a:lnTo>
                    <a:pt x="890117" y="1556473"/>
                  </a:lnTo>
                  <a:lnTo>
                    <a:pt x="839622" y="1547926"/>
                  </a:lnTo>
                  <a:lnTo>
                    <a:pt x="789419" y="1536839"/>
                  </a:lnTo>
                  <a:lnTo>
                    <a:pt x="739635" y="1523161"/>
                  </a:lnTo>
                  <a:lnTo>
                    <a:pt x="690397" y="1506855"/>
                  </a:lnTo>
                  <a:lnTo>
                    <a:pt x="643013" y="1489202"/>
                  </a:lnTo>
                  <a:lnTo>
                    <a:pt x="597369" y="1469288"/>
                  </a:lnTo>
                  <a:lnTo>
                    <a:pt x="553504" y="1447215"/>
                  </a:lnTo>
                  <a:lnTo>
                    <a:pt x="511479" y="1423073"/>
                  </a:lnTo>
                  <a:lnTo>
                    <a:pt x="471322" y="1396936"/>
                  </a:lnTo>
                  <a:lnTo>
                    <a:pt x="433108" y="1368894"/>
                  </a:lnTo>
                  <a:lnTo>
                    <a:pt x="396875" y="1339037"/>
                  </a:lnTo>
                  <a:lnTo>
                    <a:pt x="362699" y="1307439"/>
                  </a:lnTo>
                  <a:lnTo>
                    <a:pt x="330606" y="1274191"/>
                  </a:lnTo>
                  <a:lnTo>
                    <a:pt x="324548" y="1268857"/>
                  </a:lnTo>
                  <a:lnTo>
                    <a:pt x="472084" y="1268857"/>
                  </a:lnTo>
                  <a:lnTo>
                    <a:pt x="528955" y="1249045"/>
                  </a:lnTo>
                  <a:lnTo>
                    <a:pt x="552221" y="1203706"/>
                  </a:lnTo>
                  <a:lnTo>
                    <a:pt x="545998" y="1177988"/>
                  </a:lnTo>
                  <a:lnTo>
                    <a:pt x="528955" y="1157185"/>
                  </a:lnTo>
                  <a:lnTo>
                    <a:pt x="503516" y="1143254"/>
                  </a:lnTo>
                  <a:lnTo>
                    <a:pt x="472084" y="1138174"/>
                  </a:lnTo>
                  <a:lnTo>
                    <a:pt x="211607" y="1138174"/>
                  </a:lnTo>
                  <a:lnTo>
                    <a:pt x="160375" y="1144752"/>
                  </a:lnTo>
                  <a:lnTo>
                    <a:pt x="116255" y="1163116"/>
                  </a:lnTo>
                  <a:lnTo>
                    <a:pt x="81686" y="1191260"/>
                  </a:lnTo>
                  <a:lnTo>
                    <a:pt x="59131" y="1227175"/>
                  </a:lnTo>
                  <a:lnTo>
                    <a:pt x="51079" y="1268857"/>
                  </a:lnTo>
                  <a:lnTo>
                    <a:pt x="51079" y="1480820"/>
                  </a:lnTo>
                  <a:lnTo>
                    <a:pt x="57289" y="1506435"/>
                  </a:lnTo>
                  <a:lnTo>
                    <a:pt x="74358" y="1527124"/>
                  </a:lnTo>
                  <a:lnTo>
                    <a:pt x="99885" y="1540941"/>
                  </a:lnTo>
                  <a:lnTo>
                    <a:pt x="131470" y="1545971"/>
                  </a:lnTo>
                  <a:lnTo>
                    <a:pt x="162902" y="1540941"/>
                  </a:lnTo>
                  <a:lnTo>
                    <a:pt x="188341" y="1527111"/>
                  </a:lnTo>
                  <a:lnTo>
                    <a:pt x="205384" y="1506435"/>
                  </a:lnTo>
                  <a:lnTo>
                    <a:pt x="211607" y="1480820"/>
                  </a:lnTo>
                  <a:lnTo>
                    <a:pt x="211607" y="1362405"/>
                  </a:lnTo>
                  <a:lnTo>
                    <a:pt x="235953" y="1387919"/>
                  </a:lnTo>
                  <a:lnTo>
                    <a:pt x="271780" y="1421790"/>
                  </a:lnTo>
                  <a:lnTo>
                    <a:pt x="309638" y="1454061"/>
                  </a:lnTo>
                  <a:lnTo>
                    <a:pt x="349453" y="1484642"/>
                  </a:lnTo>
                  <a:lnTo>
                    <a:pt x="391160" y="1513433"/>
                  </a:lnTo>
                  <a:lnTo>
                    <a:pt x="434721" y="1540344"/>
                  </a:lnTo>
                  <a:lnTo>
                    <a:pt x="480047" y="1565287"/>
                  </a:lnTo>
                  <a:lnTo>
                    <a:pt x="527100" y="1588147"/>
                  </a:lnTo>
                  <a:lnTo>
                    <a:pt x="575818" y="1608836"/>
                  </a:lnTo>
                  <a:lnTo>
                    <a:pt x="626135" y="1627251"/>
                  </a:lnTo>
                  <a:lnTo>
                    <a:pt x="677049" y="1644662"/>
                  </a:lnTo>
                  <a:lnTo>
                    <a:pt x="728497" y="1659636"/>
                  </a:lnTo>
                  <a:lnTo>
                    <a:pt x="780389" y="1672221"/>
                  </a:lnTo>
                  <a:lnTo>
                    <a:pt x="832662" y="1682457"/>
                  </a:lnTo>
                  <a:lnTo>
                    <a:pt x="885228" y="1690357"/>
                  </a:lnTo>
                  <a:lnTo>
                    <a:pt x="938022" y="1695958"/>
                  </a:lnTo>
                  <a:lnTo>
                    <a:pt x="990955" y="1699298"/>
                  </a:lnTo>
                  <a:lnTo>
                    <a:pt x="1043965" y="1700403"/>
                  </a:lnTo>
                  <a:lnTo>
                    <a:pt x="1096225" y="1699336"/>
                  </a:lnTo>
                  <a:lnTo>
                    <a:pt x="1148232" y="1696123"/>
                  </a:lnTo>
                  <a:lnTo>
                    <a:pt x="1199845" y="1690814"/>
                  </a:lnTo>
                  <a:lnTo>
                    <a:pt x="1250988" y="1683435"/>
                  </a:lnTo>
                  <a:lnTo>
                    <a:pt x="1301559" y="1674025"/>
                  </a:lnTo>
                  <a:lnTo>
                    <a:pt x="1351445" y="1662595"/>
                  </a:lnTo>
                  <a:lnTo>
                    <a:pt x="1400581" y="1649209"/>
                  </a:lnTo>
                  <a:lnTo>
                    <a:pt x="1448841" y="1633880"/>
                  </a:lnTo>
                  <a:lnTo>
                    <a:pt x="1496123" y="1616646"/>
                  </a:lnTo>
                  <a:lnTo>
                    <a:pt x="1542351" y="1597533"/>
                  </a:lnTo>
                  <a:lnTo>
                    <a:pt x="1587411" y="1576578"/>
                  </a:lnTo>
                  <a:lnTo>
                    <a:pt x="1631213" y="1553819"/>
                  </a:lnTo>
                  <a:lnTo>
                    <a:pt x="1673644" y="1529283"/>
                  </a:lnTo>
                  <a:lnTo>
                    <a:pt x="1714627" y="1502994"/>
                  </a:lnTo>
                  <a:lnTo>
                    <a:pt x="1754047" y="1474990"/>
                  </a:lnTo>
                  <a:lnTo>
                    <a:pt x="1791817" y="1445310"/>
                  </a:lnTo>
                  <a:lnTo>
                    <a:pt x="1827822" y="1413979"/>
                  </a:lnTo>
                  <a:lnTo>
                    <a:pt x="1861985" y="1381023"/>
                  </a:lnTo>
                  <a:lnTo>
                    <a:pt x="1894192" y="1346492"/>
                  </a:lnTo>
                  <a:lnTo>
                    <a:pt x="1924342" y="1310411"/>
                  </a:lnTo>
                  <a:lnTo>
                    <a:pt x="1952358" y="1272806"/>
                  </a:lnTo>
                  <a:lnTo>
                    <a:pt x="1978113" y="1233716"/>
                  </a:lnTo>
                  <a:lnTo>
                    <a:pt x="2001545" y="1193165"/>
                  </a:lnTo>
                  <a:lnTo>
                    <a:pt x="2024049" y="1148041"/>
                  </a:lnTo>
                  <a:lnTo>
                    <a:pt x="2043303" y="1102360"/>
                  </a:lnTo>
                  <a:lnTo>
                    <a:pt x="2059305" y="1056208"/>
                  </a:lnTo>
                  <a:lnTo>
                    <a:pt x="2072017" y="1009662"/>
                  </a:lnTo>
                  <a:lnTo>
                    <a:pt x="2081466" y="962825"/>
                  </a:lnTo>
                  <a:lnTo>
                    <a:pt x="2087626" y="915784"/>
                  </a:lnTo>
                  <a:lnTo>
                    <a:pt x="2090483" y="86860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1898650" y="4820411"/>
            <a:ext cx="2057400" cy="1700530"/>
            <a:chOff x="1898650" y="4820411"/>
            <a:chExt cx="2057400" cy="1700530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85464" y="5474411"/>
              <a:ext cx="474751" cy="39235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898650" y="4820411"/>
              <a:ext cx="2057400" cy="1700530"/>
            </a:xfrm>
            <a:custGeom>
              <a:avLst/>
              <a:gdLst/>
              <a:ahLst/>
              <a:cxnLst/>
              <a:rect l="l" t="t" r="r" b="b"/>
              <a:pathLst>
                <a:path w="2057400" h="1700529">
                  <a:moveTo>
                    <a:pt x="997077" y="850265"/>
                  </a:moveTo>
                  <a:lnTo>
                    <a:pt x="983932" y="802754"/>
                  </a:lnTo>
                  <a:lnTo>
                    <a:pt x="949452" y="761238"/>
                  </a:lnTo>
                  <a:lnTo>
                    <a:pt x="610870" y="481330"/>
                  </a:lnTo>
                  <a:lnTo>
                    <a:pt x="555523" y="461708"/>
                  </a:lnTo>
                  <a:lnTo>
                    <a:pt x="526313" y="466623"/>
                  </a:lnTo>
                  <a:lnTo>
                    <a:pt x="489661" y="491769"/>
                  </a:lnTo>
                  <a:lnTo>
                    <a:pt x="476377" y="527050"/>
                  </a:lnTo>
                  <a:lnTo>
                    <a:pt x="477850" y="539343"/>
                  </a:lnTo>
                  <a:lnTo>
                    <a:pt x="482282" y="551281"/>
                  </a:lnTo>
                  <a:lnTo>
                    <a:pt x="489661" y="562597"/>
                  </a:lnTo>
                  <a:lnTo>
                    <a:pt x="499999" y="573024"/>
                  </a:lnTo>
                  <a:lnTo>
                    <a:pt x="756196" y="784733"/>
                  </a:lnTo>
                  <a:lnTo>
                    <a:pt x="79248" y="784733"/>
                  </a:lnTo>
                  <a:lnTo>
                    <a:pt x="48107" y="789813"/>
                  </a:lnTo>
                  <a:lnTo>
                    <a:pt x="22948" y="803744"/>
                  </a:lnTo>
                  <a:lnTo>
                    <a:pt x="6121" y="824547"/>
                  </a:lnTo>
                  <a:lnTo>
                    <a:pt x="0" y="850265"/>
                  </a:lnTo>
                  <a:lnTo>
                    <a:pt x="6121" y="875919"/>
                  </a:lnTo>
                  <a:lnTo>
                    <a:pt x="22948" y="896683"/>
                  </a:lnTo>
                  <a:lnTo>
                    <a:pt x="48107" y="910602"/>
                  </a:lnTo>
                  <a:lnTo>
                    <a:pt x="79248" y="915670"/>
                  </a:lnTo>
                  <a:lnTo>
                    <a:pt x="763244" y="915670"/>
                  </a:lnTo>
                  <a:lnTo>
                    <a:pt x="499999" y="1135380"/>
                  </a:lnTo>
                  <a:lnTo>
                    <a:pt x="489661" y="1145705"/>
                  </a:lnTo>
                  <a:lnTo>
                    <a:pt x="482282" y="1157008"/>
                  </a:lnTo>
                  <a:lnTo>
                    <a:pt x="477850" y="1168920"/>
                  </a:lnTo>
                  <a:lnTo>
                    <a:pt x="476377" y="1181100"/>
                  </a:lnTo>
                  <a:lnTo>
                    <a:pt x="477850" y="1193266"/>
                  </a:lnTo>
                  <a:lnTo>
                    <a:pt x="499999" y="1226693"/>
                  </a:lnTo>
                  <a:lnTo>
                    <a:pt x="555523" y="1246314"/>
                  </a:lnTo>
                  <a:lnTo>
                    <a:pt x="584682" y="1241412"/>
                  </a:lnTo>
                  <a:lnTo>
                    <a:pt x="949452" y="941832"/>
                  </a:lnTo>
                  <a:lnTo>
                    <a:pt x="985113" y="900861"/>
                  </a:lnTo>
                  <a:lnTo>
                    <a:pt x="994079" y="876668"/>
                  </a:lnTo>
                  <a:lnTo>
                    <a:pt x="997077" y="850265"/>
                  </a:lnTo>
                  <a:close/>
                </a:path>
                <a:path w="2057400" h="1700529">
                  <a:moveTo>
                    <a:pt x="2057146" y="130937"/>
                  </a:moveTo>
                  <a:lnTo>
                    <a:pt x="2049195" y="90157"/>
                  </a:lnTo>
                  <a:lnTo>
                    <a:pt x="2026970" y="54292"/>
                  </a:lnTo>
                  <a:lnTo>
                    <a:pt x="1992922" y="25717"/>
                  </a:lnTo>
                  <a:lnTo>
                    <a:pt x="1949462" y="6832"/>
                  </a:lnTo>
                  <a:lnTo>
                    <a:pt x="1899031" y="0"/>
                  </a:lnTo>
                  <a:lnTo>
                    <a:pt x="158369" y="0"/>
                  </a:lnTo>
                  <a:lnTo>
                    <a:pt x="109016" y="6832"/>
                  </a:lnTo>
                  <a:lnTo>
                    <a:pt x="65633" y="25717"/>
                  </a:lnTo>
                  <a:lnTo>
                    <a:pt x="31089" y="54292"/>
                  </a:lnTo>
                  <a:lnTo>
                    <a:pt x="8242" y="90157"/>
                  </a:lnTo>
                  <a:lnTo>
                    <a:pt x="0" y="130937"/>
                  </a:lnTo>
                  <a:lnTo>
                    <a:pt x="0" y="337439"/>
                  </a:lnTo>
                  <a:lnTo>
                    <a:pt x="6121" y="363169"/>
                  </a:lnTo>
                  <a:lnTo>
                    <a:pt x="22948" y="383971"/>
                  </a:lnTo>
                  <a:lnTo>
                    <a:pt x="48107" y="397903"/>
                  </a:lnTo>
                  <a:lnTo>
                    <a:pt x="79248" y="402971"/>
                  </a:lnTo>
                  <a:lnTo>
                    <a:pt x="110299" y="397903"/>
                  </a:lnTo>
                  <a:lnTo>
                    <a:pt x="135420" y="383971"/>
                  </a:lnTo>
                  <a:lnTo>
                    <a:pt x="152234" y="363169"/>
                  </a:lnTo>
                  <a:lnTo>
                    <a:pt x="158369" y="337439"/>
                  </a:lnTo>
                  <a:lnTo>
                    <a:pt x="158369" y="130937"/>
                  </a:lnTo>
                  <a:lnTo>
                    <a:pt x="1899031" y="130937"/>
                  </a:lnTo>
                  <a:lnTo>
                    <a:pt x="1899031" y="1569466"/>
                  </a:lnTo>
                  <a:lnTo>
                    <a:pt x="158369" y="1569466"/>
                  </a:lnTo>
                  <a:lnTo>
                    <a:pt x="158369" y="1362710"/>
                  </a:lnTo>
                  <a:lnTo>
                    <a:pt x="152234" y="1338262"/>
                  </a:lnTo>
                  <a:lnTo>
                    <a:pt x="135420" y="1317409"/>
                  </a:lnTo>
                  <a:lnTo>
                    <a:pt x="110299" y="1302893"/>
                  </a:lnTo>
                  <a:lnTo>
                    <a:pt x="79248" y="1297432"/>
                  </a:lnTo>
                  <a:lnTo>
                    <a:pt x="48107" y="1302893"/>
                  </a:lnTo>
                  <a:lnTo>
                    <a:pt x="22948" y="1317409"/>
                  </a:lnTo>
                  <a:lnTo>
                    <a:pt x="6121" y="1338262"/>
                  </a:lnTo>
                  <a:lnTo>
                    <a:pt x="0" y="1362710"/>
                  </a:lnTo>
                  <a:lnTo>
                    <a:pt x="0" y="1569466"/>
                  </a:lnTo>
                  <a:lnTo>
                    <a:pt x="8242" y="1611147"/>
                  </a:lnTo>
                  <a:lnTo>
                    <a:pt x="31089" y="1647075"/>
                  </a:lnTo>
                  <a:lnTo>
                    <a:pt x="65633" y="1675218"/>
                  </a:lnTo>
                  <a:lnTo>
                    <a:pt x="109016" y="1693583"/>
                  </a:lnTo>
                  <a:lnTo>
                    <a:pt x="158369" y="1700149"/>
                  </a:lnTo>
                  <a:lnTo>
                    <a:pt x="1899031" y="1700149"/>
                  </a:lnTo>
                  <a:lnTo>
                    <a:pt x="1949462" y="1693583"/>
                  </a:lnTo>
                  <a:lnTo>
                    <a:pt x="1992922" y="1675218"/>
                  </a:lnTo>
                  <a:lnTo>
                    <a:pt x="2026970" y="1647075"/>
                  </a:lnTo>
                  <a:lnTo>
                    <a:pt x="2049195" y="1611147"/>
                  </a:lnTo>
                  <a:lnTo>
                    <a:pt x="2057146" y="1569466"/>
                  </a:lnTo>
                  <a:lnTo>
                    <a:pt x="2057146" y="13093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62252" y="3888104"/>
            <a:ext cx="92240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84570" algn="l"/>
              </a:tabLst>
            </a:pPr>
            <a:r>
              <a:rPr sz="3600" spc="425" dirty="0">
                <a:solidFill>
                  <a:srgbClr val="173360"/>
                </a:solidFill>
                <a:latin typeface="Calibri"/>
                <a:cs typeface="Calibri"/>
              </a:rPr>
              <a:t>Event</a:t>
            </a:r>
            <a:r>
              <a:rPr sz="3600" spc="14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3600" spc="405" dirty="0">
                <a:solidFill>
                  <a:srgbClr val="173360"/>
                </a:solidFill>
                <a:latin typeface="Calibri"/>
                <a:cs typeface="Calibri"/>
              </a:rPr>
              <a:t>Source</a:t>
            </a:r>
            <a:r>
              <a:rPr sz="3600" dirty="0">
                <a:solidFill>
                  <a:srgbClr val="173360"/>
                </a:solidFill>
                <a:latin typeface="Calibri"/>
                <a:cs typeface="Calibri"/>
              </a:rPr>
              <a:t>	</a:t>
            </a:r>
            <a:r>
              <a:rPr sz="3600" spc="425" dirty="0">
                <a:solidFill>
                  <a:srgbClr val="173360"/>
                </a:solidFill>
                <a:latin typeface="Calibri"/>
                <a:cs typeface="Calibri"/>
              </a:rPr>
              <a:t>Event</a:t>
            </a:r>
            <a:r>
              <a:rPr sz="3600" spc="14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3600" spc="440" dirty="0">
                <a:solidFill>
                  <a:srgbClr val="173360"/>
                </a:solidFill>
                <a:latin typeface="Calibri"/>
                <a:cs typeface="Calibri"/>
              </a:rPr>
              <a:t>Stream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194936" y="5494146"/>
            <a:ext cx="1571625" cy="342900"/>
          </a:xfrm>
          <a:custGeom>
            <a:avLst/>
            <a:gdLst/>
            <a:ahLst/>
            <a:cxnLst/>
            <a:rect l="l" t="t" r="r" b="b"/>
            <a:pathLst>
              <a:path w="1571625" h="342900">
                <a:moveTo>
                  <a:pt x="1460277" y="113664"/>
                </a:moveTo>
                <a:lnTo>
                  <a:pt x="1284732" y="113664"/>
                </a:lnTo>
                <a:lnTo>
                  <a:pt x="1286128" y="227964"/>
                </a:lnTo>
                <a:lnTo>
                  <a:pt x="1228936" y="228615"/>
                </a:lnTo>
                <a:lnTo>
                  <a:pt x="1230249" y="342900"/>
                </a:lnTo>
                <a:lnTo>
                  <a:pt x="1571116" y="167512"/>
                </a:lnTo>
                <a:lnTo>
                  <a:pt x="1460277" y="113664"/>
                </a:lnTo>
                <a:close/>
              </a:path>
              <a:path w="1571625" h="342900">
                <a:moveTo>
                  <a:pt x="1227624" y="114314"/>
                </a:moveTo>
                <a:lnTo>
                  <a:pt x="0" y="128269"/>
                </a:lnTo>
                <a:lnTo>
                  <a:pt x="1270" y="242569"/>
                </a:lnTo>
                <a:lnTo>
                  <a:pt x="1228936" y="228615"/>
                </a:lnTo>
                <a:lnTo>
                  <a:pt x="1227624" y="114314"/>
                </a:lnTo>
                <a:close/>
              </a:path>
              <a:path w="1571625" h="342900">
                <a:moveTo>
                  <a:pt x="1284732" y="113664"/>
                </a:moveTo>
                <a:lnTo>
                  <a:pt x="1227624" y="114314"/>
                </a:lnTo>
                <a:lnTo>
                  <a:pt x="1228929" y="227964"/>
                </a:lnTo>
                <a:lnTo>
                  <a:pt x="1228936" y="228615"/>
                </a:lnTo>
                <a:lnTo>
                  <a:pt x="1286128" y="227964"/>
                </a:lnTo>
                <a:lnTo>
                  <a:pt x="1284739" y="114314"/>
                </a:lnTo>
                <a:lnTo>
                  <a:pt x="1284732" y="113664"/>
                </a:lnTo>
                <a:close/>
              </a:path>
              <a:path w="1571625" h="342900">
                <a:moveTo>
                  <a:pt x="1226312" y="0"/>
                </a:moveTo>
                <a:lnTo>
                  <a:pt x="1227617" y="113664"/>
                </a:lnTo>
                <a:lnTo>
                  <a:pt x="1227624" y="114314"/>
                </a:lnTo>
                <a:lnTo>
                  <a:pt x="1284732" y="113664"/>
                </a:lnTo>
                <a:lnTo>
                  <a:pt x="1460277" y="113664"/>
                </a:lnTo>
                <a:lnTo>
                  <a:pt x="1226312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2051918" y="5494146"/>
            <a:ext cx="1571625" cy="342900"/>
          </a:xfrm>
          <a:custGeom>
            <a:avLst/>
            <a:gdLst/>
            <a:ahLst/>
            <a:cxnLst/>
            <a:rect l="l" t="t" r="r" b="b"/>
            <a:pathLst>
              <a:path w="1571625" h="342900">
                <a:moveTo>
                  <a:pt x="1460277" y="113664"/>
                </a:moveTo>
                <a:lnTo>
                  <a:pt x="1284732" y="113664"/>
                </a:lnTo>
                <a:lnTo>
                  <a:pt x="1286002" y="227964"/>
                </a:lnTo>
                <a:lnTo>
                  <a:pt x="1228852" y="228614"/>
                </a:lnTo>
                <a:lnTo>
                  <a:pt x="1230121" y="342900"/>
                </a:lnTo>
                <a:lnTo>
                  <a:pt x="1571117" y="167512"/>
                </a:lnTo>
                <a:lnTo>
                  <a:pt x="1460277" y="113664"/>
                </a:lnTo>
                <a:close/>
              </a:path>
              <a:path w="1571625" h="342900">
                <a:moveTo>
                  <a:pt x="1227582" y="114314"/>
                </a:moveTo>
                <a:lnTo>
                  <a:pt x="0" y="128269"/>
                </a:lnTo>
                <a:lnTo>
                  <a:pt x="1270" y="242569"/>
                </a:lnTo>
                <a:lnTo>
                  <a:pt x="1228852" y="228614"/>
                </a:lnTo>
                <a:lnTo>
                  <a:pt x="1227582" y="114314"/>
                </a:lnTo>
                <a:close/>
              </a:path>
              <a:path w="1571625" h="342900">
                <a:moveTo>
                  <a:pt x="1284732" y="113664"/>
                </a:moveTo>
                <a:lnTo>
                  <a:pt x="1227582" y="114314"/>
                </a:lnTo>
                <a:lnTo>
                  <a:pt x="1228844" y="227964"/>
                </a:lnTo>
                <a:lnTo>
                  <a:pt x="1228852" y="228614"/>
                </a:lnTo>
                <a:lnTo>
                  <a:pt x="1286002" y="227964"/>
                </a:lnTo>
                <a:lnTo>
                  <a:pt x="1284739" y="114314"/>
                </a:lnTo>
                <a:lnTo>
                  <a:pt x="1284732" y="113664"/>
                </a:lnTo>
                <a:close/>
              </a:path>
              <a:path w="1571625" h="342900">
                <a:moveTo>
                  <a:pt x="1226311" y="0"/>
                </a:moveTo>
                <a:lnTo>
                  <a:pt x="1227574" y="113664"/>
                </a:lnTo>
                <a:lnTo>
                  <a:pt x="1227582" y="114314"/>
                </a:lnTo>
                <a:lnTo>
                  <a:pt x="1284732" y="113664"/>
                </a:lnTo>
                <a:lnTo>
                  <a:pt x="1460277" y="113664"/>
                </a:lnTo>
                <a:lnTo>
                  <a:pt x="1226311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292467" y="6736460"/>
            <a:ext cx="2294890" cy="2390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73380" marR="5080" indent="-361315">
              <a:lnSpc>
                <a:spcPct val="114999"/>
              </a:lnSpc>
              <a:spcBef>
                <a:spcPts val="90"/>
              </a:spcBef>
            </a:pPr>
            <a:r>
              <a:rPr sz="2700" spc="325" dirty="0">
                <a:solidFill>
                  <a:srgbClr val="173360"/>
                </a:solidFill>
                <a:latin typeface="Calibri"/>
                <a:cs typeface="Calibri"/>
              </a:rPr>
              <a:t>Record</a:t>
            </a:r>
            <a:r>
              <a:rPr sz="2700" spc="11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2700" spc="165" dirty="0">
                <a:solidFill>
                  <a:srgbClr val="173360"/>
                </a:solidFill>
                <a:latin typeface="Calibri"/>
                <a:cs typeface="Calibri"/>
              </a:rPr>
              <a:t>=&gt; </a:t>
            </a:r>
            <a:r>
              <a:rPr sz="2700" spc="330" dirty="0">
                <a:solidFill>
                  <a:srgbClr val="173360"/>
                </a:solidFill>
                <a:latin typeface="Calibri"/>
                <a:cs typeface="Calibri"/>
              </a:rPr>
              <a:t>timestamp </a:t>
            </a:r>
            <a:r>
              <a:rPr sz="2700" spc="275" dirty="0">
                <a:solidFill>
                  <a:srgbClr val="173360"/>
                </a:solidFill>
                <a:latin typeface="Calibri"/>
                <a:cs typeface="Calibri"/>
              </a:rPr>
              <a:t>key</a:t>
            </a:r>
            <a:endParaRPr sz="2700">
              <a:latin typeface="Calibri"/>
              <a:cs typeface="Calibri"/>
            </a:endParaRPr>
          </a:p>
          <a:p>
            <a:pPr marL="373380" marR="478155">
              <a:lnSpc>
                <a:spcPts val="3729"/>
              </a:lnSpc>
              <a:spcBef>
                <a:spcPts val="95"/>
              </a:spcBef>
            </a:pPr>
            <a:r>
              <a:rPr sz="2700" spc="250" dirty="0">
                <a:solidFill>
                  <a:srgbClr val="173360"/>
                </a:solidFill>
                <a:latin typeface="Calibri"/>
                <a:cs typeface="Calibri"/>
              </a:rPr>
              <a:t>value </a:t>
            </a:r>
            <a:r>
              <a:rPr sz="2700" spc="300" dirty="0">
                <a:solidFill>
                  <a:srgbClr val="173360"/>
                </a:solidFill>
                <a:latin typeface="Calibri"/>
                <a:cs typeface="Calibri"/>
              </a:rPr>
              <a:t>Headers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476363" y="5876544"/>
            <a:ext cx="1490345" cy="2365375"/>
            <a:chOff x="7476363" y="5876544"/>
            <a:chExt cx="1490345" cy="2365375"/>
          </a:xfrm>
        </p:grpSpPr>
        <p:sp>
          <p:nvSpPr>
            <p:cNvPr id="20" name="object 20"/>
            <p:cNvSpPr/>
            <p:nvPr/>
          </p:nvSpPr>
          <p:spPr>
            <a:xfrm>
              <a:off x="7514463" y="7750175"/>
              <a:ext cx="1022350" cy="453390"/>
            </a:xfrm>
            <a:custGeom>
              <a:avLst/>
              <a:gdLst/>
              <a:ahLst/>
              <a:cxnLst/>
              <a:rect l="l" t="t" r="r" b="b"/>
              <a:pathLst>
                <a:path w="1022350" h="453390">
                  <a:moveTo>
                    <a:pt x="0" y="75564"/>
                  </a:moveTo>
                  <a:lnTo>
                    <a:pt x="5931" y="46184"/>
                  </a:lnTo>
                  <a:lnTo>
                    <a:pt x="22113" y="22161"/>
                  </a:lnTo>
                  <a:lnTo>
                    <a:pt x="46130" y="5949"/>
                  </a:lnTo>
                  <a:lnTo>
                    <a:pt x="75564" y="0"/>
                  </a:lnTo>
                  <a:lnTo>
                    <a:pt x="946403" y="0"/>
                  </a:lnTo>
                  <a:lnTo>
                    <a:pt x="975784" y="5949"/>
                  </a:lnTo>
                  <a:lnTo>
                    <a:pt x="999807" y="22161"/>
                  </a:lnTo>
                  <a:lnTo>
                    <a:pt x="1016019" y="46184"/>
                  </a:lnTo>
                  <a:lnTo>
                    <a:pt x="1021968" y="75564"/>
                  </a:lnTo>
                  <a:lnTo>
                    <a:pt x="1021968" y="377825"/>
                  </a:lnTo>
                  <a:lnTo>
                    <a:pt x="1016019" y="407259"/>
                  </a:lnTo>
                  <a:lnTo>
                    <a:pt x="999807" y="431276"/>
                  </a:lnTo>
                  <a:lnTo>
                    <a:pt x="975784" y="447458"/>
                  </a:lnTo>
                  <a:lnTo>
                    <a:pt x="946403" y="453389"/>
                  </a:lnTo>
                  <a:lnTo>
                    <a:pt x="75564" y="453389"/>
                  </a:lnTo>
                  <a:lnTo>
                    <a:pt x="46130" y="447458"/>
                  </a:lnTo>
                  <a:lnTo>
                    <a:pt x="22113" y="431276"/>
                  </a:lnTo>
                  <a:lnTo>
                    <a:pt x="5931" y="407259"/>
                  </a:lnTo>
                  <a:lnTo>
                    <a:pt x="0" y="377825"/>
                  </a:lnTo>
                  <a:lnTo>
                    <a:pt x="0" y="75564"/>
                  </a:lnTo>
                  <a:close/>
                </a:path>
              </a:pathLst>
            </a:custGeom>
            <a:ln w="76200">
              <a:solidFill>
                <a:srgbClr val="81CF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488426" y="5933694"/>
              <a:ext cx="421005" cy="915669"/>
            </a:xfrm>
            <a:custGeom>
              <a:avLst/>
              <a:gdLst/>
              <a:ahLst/>
              <a:cxnLst/>
              <a:rect l="l" t="t" r="r" b="b"/>
              <a:pathLst>
                <a:path w="421004" h="915670">
                  <a:moveTo>
                    <a:pt x="0" y="0"/>
                  </a:moveTo>
                  <a:lnTo>
                    <a:pt x="420877" y="915415"/>
                  </a:lnTo>
                </a:path>
              </a:pathLst>
            </a:custGeom>
            <a:ln w="1143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72921" y="1544776"/>
            <a:ext cx="14067155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Kafka는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실시간으로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이벤트를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수집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및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전달을 하기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위해</a:t>
            </a:r>
            <a:r>
              <a:rPr sz="1800" spc="-10" dirty="0">
                <a:latin typeface="Malgun Gothic"/>
                <a:cs typeface="Malgun Gothic"/>
              </a:rPr>
              <a:t> 설계되었습니다.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Malgun Gothic"/>
                <a:cs typeface="Malgun Gothic"/>
              </a:rPr>
              <a:t>이벤트는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일어난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일에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대한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불변의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사실을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나타냅니다.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이벤트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스트림에서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이벤트는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흔히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얘기하는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message,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data, record,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log 등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spc="-20" dirty="0">
                <a:latin typeface="Malgun Gothic"/>
                <a:cs typeface="Malgun Gothic"/>
              </a:rPr>
              <a:t>입니다. </a:t>
            </a:r>
            <a:r>
              <a:rPr sz="1800" dirty="0">
                <a:latin typeface="Malgun Gothic"/>
                <a:cs typeface="Malgun Gothic"/>
              </a:rPr>
              <a:t>이벤트의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좋은 예는 고객</a:t>
            </a:r>
            <a:r>
              <a:rPr sz="1800" spc="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주문,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결제, 활동</a:t>
            </a:r>
            <a:r>
              <a:rPr sz="1800" spc="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사항 또는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메트릭입니다.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algun Gothic"/>
                <a:cs typeface="Malgun Gothic"/>
              </a:rPr>
              <a:t>Kafka에서</a:t>
            </a:r>
            <a:r>
              <a:rPr sz="1800" spc="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이벤트는 불변이며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삭제될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수 없으며</a:t>
            </a:r>
            <a:r>
              <a:rPr sz="1800" spc="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오로지 추가될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수 만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있습니다.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algun Gothic"/>
                <a:cs typeface="Malgun Gothic"/>
              </a:rPr>
              <a:t>또한 이러한 이벤트는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모두</a:t>
            </a:r>
            <a:r>
              <a:rPr sz="1800" spc="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저장되기 때문에 필요할 때</a:t>
            </a:r>
            <a:r>
              <a:rPr sz="1800" spc="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언제든 재사용이 </a:t>
            </a:r>
            <a:r>
              <a:rPr sz="1800" spc="-10" dirty="0">
                <a:latin typeface="Malgun Gothic"/>
                <a:cs typeface="Malgun Gothic"/>
              </a:rPr>
              <a:t>가능합니다.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algun Gothic"/>
                <a:cs typeface="Malgun Gothic"/>
              </a:rPr>
              <a:t>키는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Key/Value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저장소처럼 임의의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조회에 사용되지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않습니다.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Key에는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3 가지 사용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사례가 </a:t>
            </a:r>
            <a:r>
              <a:rPr sz="1800" spc="-20" dirty="0">
                <a:latin typeface="Malgun Gothic"/>
                <a:cs typeface="Malgun Gothic"/>
              </a:rPr>
              <a:t>있습니다</a:t>
            </a:r>
            <a:endParaRPr sz="1800">
              <a:latin typeface="Malgun Gothic"/>
              <a:cs typeface="Malgun Gothic"/>
            </a:endParaRPr>
          </a:p>
          <a:p>
            <a:pPr marL="1007744">
              <a:lnSpc>
                <a:spcPct val="100000"/>
              </a:lnSpc>
            </a:pPr>
            <a:r>
              <a:rPr sz="1800" dirty="0">
                <a:latin typeface="Malgun Gothic"/>
                <a:cs typeface="Malgun Gothic"/>
              </a:rPr>
              <a:t>: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Ordering(순서보장),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Colocating(동일</a:t>
            </a:r>
            <a:r>
              <a:rPr sz="1800" spc="-4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파티션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정렬),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Compaction(압축)</a:t>
            </a:r>
            <a:endParaRPr sz="1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173360"/>
                </a:solidFill>
              </a:rPr>
              <a:t>Record</a:t>
            </a:r>
            <a:r>
              <a:rPr sz="4400" spc="-15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Schema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2560192" y="2201417"/>
            <a:ext cx="3841750" cy="3580765"/>
          </a:xfrm>
          <a:custGeom>
            <a:avLst/>
            <a:gdLst/>
            <a:ahLst/>
            <a:cxnLst/>
            <a:rect l="l" t="t" r="r" b="b"/>
            <a:pathLst>
              <a:path w="3841750" h="3580765">
                <a:moveTo>
                  <a:pt x="0" y="596773"/>
                </a:moveTo>
                <a:lnTo>
                  <a:pt x="1977" y="547831"/>
                </a:lnTo>
                <a:lnTo>
                  <a:pt x="7807" y="499979"/>
                </a:lnTo>
                <a:lnTo>
                  <a:pt x="17337" y="453369"/>
                </a:lnTo>
                <a:lnTo>
                  <a:pt x="30412" y="408155"/>
                </a:lnTo>
                <a:lnTo>
                  <a:pt x="46880" y="364491"/>
                </a:lnTo>
                <a:lnTo>
                  <a:pt x="66587" y="322531"/>
                </a:lnTo>
                <a:lnTo>
                  <a:pt x="89380" y="282428"/>
                </a:lnTo>
                <a:lnTo>
                  <a:pt x="115104" y="244336"/>
                </a:lnTo>
                <a:lnTo>
                  <a:pt x="143607" y="208409"/>
                </a:lnTo>
                <a:lnTo>
                  <a:pt x="174736" y="174799"/>
                </a:lnTo>
                <a:lnTo>
                  <a:pt x="208336" y="143661"/>
                </a:lnTo>
                <a:lnTo>
                  <a:pt x="244254" y="115149"/>
                </a:lnTo>
                <a:lnTo>
                  <a:pt x="282337" y="89415"/>
                </a:lnTo>
                <a:lnTo>
                  <a:pt x="322432" y="66615"/>
                </a:lnTo>
                <a:lnTo>
                  <a:pt x="364384" y="46900"/>
                </a:lnTo>
                <a:lnTo>
                  <a:pt x="408041" y="30426"/>
                </a:lnTo>
                <a:lnTo>
                  <a:pt x="453249" y="17345"/>
                </a:lnTo>
                <a:lnTo>
                  <a:pt x="499855" y="7811"/>
                </a:lnTo>
                <a:lnTo>
                  <a:pt x="547705" y="1978"/>
                </a:lnTo>
                <a:lnTo>
                  <a:pt x="596645" y="0"/>
                </a:lnTo>
                <a:lnTo>
                  <a:pt x="3244849" y="0"/>
                </a:lnTo>
                <a:lnTo>
                  <a:pt x="3293791" y="1978"/>
                </a:lnTo>
                <a:lnTo>
                  <a:pt x="3341643" y="7811"/>
                </a:lnTo>
                <a:lnTo>
                  <a:pt x="3388253" y="17345"/>
                </a:lnTo>
                <a:lnTo>
                  <a:pt x="3433467" y="30426"/>
                </a:lnTo>
                <a:lnTo>
                  <a:pt x="3477131" y="46900"/>
                </a:lnTo>
                <a:lnTo>
                  <a:pt x="3519091" y="66615"/>
                </a:lnTo>
                <a:lnTo>
                  <a:pt x="3559194" y="89415"/>
                </a:lnTo>
                <a:lnTo>
                  <a:pt x="3597286" y="115149"/>
                </a:lnTo>
                <a:lnTo>
                  <a:pt x="3633213" y="143661"/>
                </a:lnTo>
                <a:lnTo>
                  <a:pt x="3666823" y="174799"/>
                </a:lnTo>
                <a:lnTo>
                  <a:pt x="3697961" y="208409"/>
                </a:lnTo>
                <a:lnTo>
                  <a:pt x="3726473" y="244336"/>
                </a:lnTo>
                <a:lnTo>
                  <a:pt x="3752207" y="282428"/>
                </a:lnTo>
                <a:lnTo>
                  <a:pt x="3775007" y="322531"/>
                </a:lnTo>
                <a:lnTo>
                  <a:pt x="3794722" y="364491"/>
                </a:lnTo>
                <a:lnTo>
                  <a:pt x="3811196" y="408155"/>
                </a:lnTo>
                <a:lnTo>
                  <a:pt x="3824277" y="453369"/>
                </a:lnTo>
                <a:lnTo>
                  <a:pt x="3833811" y="499979"/>
                </a:lnTo>
                <a:lnTo>
                  <a:pt x="3839644" y="547831"/>
                </a:lnTo>
                <a:lnTo>
                  <a:pt x="3841623" y="596773"/>
                </a:lnTo>
                <a:lnTo>
                  <a:pt x="3841623" y="2983610"/>
                </a:lnTo>
                <a:lnTo>
                  <a:pt x="3839644" y="3032569"/>
                </a:lnTo>
                <a:lnTo>
                  <a:pt x="3833811" y="3080435"/>
                </a:lnTo>
                <a:lnTo>
                  <a:pt x="3824277" y="3127056"/>
                </a:lnTo>
                <a:lnTo>
                  <a:pt x="3811196" y="3172277"/>
                </a:lnTo>
                <a:lnTo>
                  <a:pt x="3794722" y="3215945"/>
                </a:lnTo>
                <a:lnTo>
                  <a:pt x="3775007" y="3257908"/>
                </a:lnTo>
                <a:lnTo>
                  <a:pt x="3752207" y="3298011"/>
                </a:lnTo>
                <a:lnTo>
                  <a:pt x="3726473" y="3336102"/>
                </a:lnTo>
                <a:lnTo>
                  <a:pt x="3697961" y="3372026"/>
                </a:lnTo>
                <a:lnTo>
                  <a:pt x="3666823" y="3405631"/>
                </a:lnTo>
                <a:lnTo>
                  <a:pt x="3633213" y="3436764"/>
                </a:lnTo>
                <a:lnTo>
                  <a:pt x="3597286" y="3465271"/>
                </a:lnTo>
                <a:lnTo>
                  <a:pt x="3559194" y="3490998"/>
                </a:lnTo>
                <a:lnTo>
                  <a:pt x="3519091" y="3513792"/>
                </a:lnTo>
                <a:lnTo>
                  <a:pt x="3477131" y="3533501"/>
                </a:lnTo>
                <a:lnTo>
                  <a:pt x="3433467" y="3549970"/>
                </a:lnTo>
                <a:lnTo>
                  <a:pt x="3388253" y="3563046"/>
                </a:lnTo>
                <a:lnTo>
                  <a:pt x="3341643" y="3572576"/>
                </a:lnTo>
                <a:lnTo>
                  <a:pt x="3293791" y="3578406"/>
                </a:lnTo>
                <a:lnTo>
                  <a:pt x="3244849" y="3580383"/>
                </a:lnTo>
                <a:lnTo>
                  <a:pt x="596645" y="3580383"/>
                </a:lnTo>
                <a:lnTo>
                  <a:pt x="547705" y="3578406"/>
                </a:lnTo>
                <a:lnTo>
                  <a:pt x="499855" y="3572576"/>
                </a:lnTo>
                <a:lnTo>
                  <a:pt x="453249" y="3563046"/>
                </a:lnTo>
                <a:lnTo>
                  <a:pt x="408041" y="3549970"/>
                </a:lnTo>
                <a:lnTo>
                  <a:pt x="364384" y="3533501"/>
                </a:lnTo>
                <a:lnTo>
                  <a:pt x="322432" y="3513792"/>
                </a:lnTo>
                <a:lnTo>
                  <a:pt x="282337" y="3490998"/>
                </a:lnTo>
                <a:lnTo>
                  <a:pt x="244254" y="3465271"/>
                </a:lnTo>
                <a:lnTo>
                  <a:pt x="208336" y="3436764"/>
                </a:lnTo>
                <a:lnTo>
                  <a:pt x="174736" y="3405632"/>
                </a:lnTo>
                <a:lnTo>
                  <a:pt x="143607" y="3372026"/>
                </a:lnTo>
                <a:lnTo>
                  <a:pt x="115104" y="3336102"/>
                </a:lnTo>
                <a:lnTo>
                  <a:pt x="89380" y="3298011"/>
                </a:lnTo>
                <a:lnTo>
                  <a:pt x="66587" y="3257908"/>
                </a:lnTo>
                <a:lnTo>
                  <a:pt x="46880" y="3215945"/>
                </a:lnTo>
                <a:lnTo>
                  <a:pt x="30412" y="3172277"/>
                </a:lnTo>
                <a:lnTo>
                  <a:pt x="17337" y="3127056"/>
                </a:lnTo>
                <a:lnTo>
                  <a:pt x="7807" y="3080435"/>
                </a:lnTo>
                <a:lnTo>
                  <a:pt x="1977" y="3032569"/>
                </a:lnTo>
                <a:lnTo>
                  <a:pt x="0" y="2983610"/>
                </a:lnTo>
                <a:lnTo>
                  <a:pt x="0" y="596773"/>
                </a:lnTo>
                <a:close/>
              </a:path>
            </a:pathLst>
          </a:custGeom>
          <a:ln w="76200">
            <a:solidFill>
              <a:srgbClr val="0074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928366" y="2747876"/>
            <a:ext cx="2296795" cy="23907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73380" marR="5080" indent="-361315">
              <a:lnSpc>
                <a:spcPct val="114999"/>
              </a:lnSpc>
              <a:spcBef>
                <a:spcPts val="90"/>
              </a:spcBef>
            </a:pPr>
            <a:r>
              <a:rPr sz="2700" spc="325" dirty="0">
                <a:solidFill>
                  <a:srgbClr val="173360"/>
                </a:solidFill>
                <a:latin typeface="Calibri"/>
                <a:cs typeface="Calibri"/>
              </a:rPr>
              <a:t>Record</a:t>
            </a:r>
            <a:r>
              <a:rPr sz="2700" spc="11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2700" spc="165" dirty="0">
                <a:solidFill>
                  <a:srgbClr val="173360"/>
                </a:solidFill>
                <a:latin typeface="Calibri"/>
                <a:cs typeface="Calibri"/>
              </a:rPr>
              <a:t>=&gt; </a:t>
            </a:r>
            <a:r>
              <a:rPr sz="2700" spc="345" dirty="0">
                <a:solidFill>
                  <a:srgbClr val="173360"/>
                </a:solidFill>
                <a:latin typeface="Calibri"/>
                <a:cs typeface="Calibri"/>
              </a:rPr>
              <a:t>timestamp </a:t>
            </a:r>
            <a:r>
              <a:rPr sz="2700" spc="275" dirty="0">
                <a:solidFill>
                  <a:srgbClr val="173360"/>
                </a:solidFill>
                <a:latin typeface="Calibri"/>
                <a:cs typeface="Calibri"/>
              </a:rPr>
              <a:t>key</a:t>
            </a:r>
            <a:endParaRPr sz="2700">
              <a:latin typeface="Calibri"/>
              <a:cs typeface="Calibri"/>
            </a:endParaRPr>
          </a:p>
          <a:p>
            <a:pPr marL="373380" marR="480059">
              <a:lnSpc>
                <a:spcPts val="3729"/>
              </a:lnSpc>
              <a:spcBef>
                <a:spcPts val="90"/>
              </a:spcBef>
            </a:pPr>
            <a:r>
              <a:rPr sz="2700" spc="250" dirty="0">
                <a:solidFill>
                  <a:srgbClr val="173360"/>
                </a:solidFill>
                <a:latin typeface="Calibri"/>
                <a:cs typeface="Calibri"/>
              </a:rPr>
              <a:t>value </a:t>
            </a:r>
            <a:r>
              <a:rPr sz="2700" spc="300" dirty="0">
                <a:solidFill>
                  <a:srgbClr val="173360"/>
                </a:solidFill>
                <a:latin typeface="Calibri"/>
                <a:cs typeface="Calibri"/>
              </a:rPr>
              <a:t>Headers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558289" y="3665220"/>
            <a:ext cx="5845810" cy="4530725"/>
            <a:chOff x="1558289" y="3665220"/>
            <a:chExt cx="5845810" cy="4530725"/>
          </a:xfrm>
        </p:grpSpPr>
        <p:sp>
          <p:nvSpPr>
            <p:cNvPr id="6" name="object 6"/>
            <p:cNvSpPr/>
            <p:nvPr/>
          </p:nvSpPr>
          <p:spPr>
            <a:xfrm>
              <a:off x="3086100" y="3703320"/>
              <a:ext cx="1371600" cy="1042669"/>
            </a:xfrm>
            <a:custGeom>
              <a:avLst/>
              <a:gdLst/>
              <a:ahLst/>
              <a:cxnLst/>
              <a:rect l="l" t="t" r="r" b="b"/>
              <a:pathLst>
                <a:path w="1371600" h="1042670">
                  <a:moveTo>
                    <a:pt x="0" y="173735"/>
                  </a:moveTo>
                  <a:lnTo>
                    <a:pt x="6201" y="127529"/>
                  </a:lnTo>
                  <a:lnTo>
                    <a:pt x="23706" y="86021"/>
                  </a:lnTo>
                  <a:lnTo>
                    <a:pt x="50863" y="50863"/>
                  </a:lnTo>
                  <a:lnTo>
                    <a:pt x="86021" y="23706"/>
                  </a:lnTo>
                  <a:lnTo>
                    <a:pt x="127529" y="6201"/>
                  </a:lnTo>
                  <a:lnTo>
                    <a:pt x="173736" y="0"/>
                  </a:lnTo>
                  <a:lnTo>
                    <a:pt x="1197864" y="0"/>
                  </a:lnTo>
                  <a:lnTo>
                    <a:pt x="1244070" y="6201"/>
                  </a:lnTo>
                  <a:lnTo>
                    <a:pt x="1285578" y="23706"/>
                  </a:lnTo>
                  <a:lnTo>
                    <a:pt x="1320736" y="50863"/>
                  </a:lnTo>
                  <a:lnTo>
                    <a:pt x="1347893" y="86021"/>
                  </a:lnTo>
                  <a:lnTo>
                    <a:pt x="1365398" y="127529"/>
                  </a:lnTo>
                  <a:lnTo>
                    <a:pt x="1371600" y="173735"/>
                  </a:lnTo>
                  <a:lnTo>
                    <a:pt x="1371600" y="868679"/>
                  </a:lnTo>
                  <a:lnTo>
                    <a:pt x="1365398" y="914886"/>
                  </a:lnTo>
                  <a:lnTo>
                    <a:pt x="1347893" y="956394"/>
                  </a:lnTo>
                  <a:lnTo>
                    <a:pt x="1320736" y="991552"/>
                  </a:lnTo>
                  <a:lnTo>
                    <a:pt x="1285578" y="1018709"/>
                  </a:lnTo>
                  <a:lnTo>
                    <a:pt x="1244070" y="1036214"/>
                  </a:lnTo>
                  <a:lnTo>
                    <a:pt x="1197864" y="1042415"/>
                  </a:lnTo>
                  <a:lnTo>
                    <a:pt x="173736" y="1042415"/>
                  </a:lnTo>
                  <a:lnTo>
                    <a:pt x="127529" y="1036214"/>
                  </a:lnTo>
                  <a:lnTo>
                    <a:pt x="86021" y="1018709"/>
                  </a:lnTo>
                  <a:lnTo>
                    <a:pt x="50863" y="991552"/>
                  </a:lnTo>
                  <a:lnTo>
                    <a:pt x="23706" y="956394"/>
                  </a:lnTo>
                  <a:lnTo>
                    <a:pt x="6201" y="914886"/>
                  </a:lnTo>
                  <a:lnTo>
                    <a:pt x="0" y="868679"/>
                  </a:lnTo>
                  <a:lnTo>
                    <a:pt x="0" y="173735"/>
                  </a:lnTo>
                  <a:close/>
                </a:path>
              </a:pathLst>
            </a:custGeom>
            <a:ln w="76200">
              <a:solidFill>
                <a:srgbClr val="81CF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77339" y="6460236"/>
              <a:ext cx="5807710" cy="1716405"/>
            </a:xfrm>
            <a:custGeom>
              <a:avLst/>
              <a:gdLst/>
              <a:ahLst/>
              <a:cxnLst/>
              <a:rect l="l" t="t" r="r" b="b"/>
              <a:pathLst>
                <a:path w="5807709" h="1716404">
                  <a:moveTo>
                    <a:pt x="0" y="104012"/>
                  </a:moveTo>
                  <a:lnTo>
                    <a:pt x="8179" y="63543"/>
                  </a:lnTo>
                  <a:lnTo>
                    <a:pt x="30480" y="30480"/>
                  </a:lnTo>
                  <a:lnTo>
                    <a:pt x="63543" y="8179"/>
                  </a:lnTo>
                  <a:lnTo>
                    <a:pt x="104012" y="0"/>
                  </a:lnTo>
                  <a:lnTo>
                    <a:pt x="5703189" y="0"/>
                  </a:lnTo>
                  <a:lnTo>
                    <a:pt x="5743711" y="8179"/>
                  </a:lnTo>
                  <a:lnTo>
                    <a:pt x="5776769" y="30480"/>
                  </a:lnTo>
                  <a:lnTo>
                    <a:pt x="5799040" y="63543"/>
                  </a:lnTo>
                  <a:lnTo>
                    <a:pt x="5807202" y="104012"/>
                  </a:lnTo>
                  <a:lnTo>
                    <a:pt x="5807202" y="1612264"/>
                  </a:lnTo>
                  <a:lnTo>
                    <a:pt x="5799040" y="1652787"/>
                  </a:lnTo>
                  <a:lnTo>
                    <a:pt x="5776769" y="1685845"/>
                  </a:lnTo>
                  <a:lnTo>
                    <a:pt x="5743711" y="1708116"/>
                  </a:lnTo>
                  <a:lnTo>
                    <a:pt x="5703189" y="1716277"/>
                  </a:lnTo>
                  <a:lnTo>
                    <a:pt x="104012" y="1716277"/>
                  </a:lnTo>
                  <a:lnTo>
                    <a:pt x="63543" y="1708116"/>
                  </a:lnTo>
                  <a:lnTo>
                    <a:pt x="30480" y="1685845"/>
                  </a:lnTo>
                  <a:lnTo>
                    <a:pt x="8179" y="1652787"/>
                  </a:lnTo>
                  <a:lnTo>
                    <a:pt x="0" y="1612264"/>
                  </a:lnTo>
                  <a:lnTo>
                    <a:pt x="0" y="104012"/>
                  </a:lnTo>
                  <a:close/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015109" y="6999985"/>
              <a:ext cx="4932045" cy="636905"/>
            </a:xfrm>
            <a:custGeom>
              <a:avLst/>
              <a:gdLst/>
              <a:ahLst/>
              <a:cxnLst/>
              <a:rect l="l" t="t" r="r" b="b"/>
              <a:pathLst>
                <a:path w="4932045" h="636904">
                  <a:moveTo>
                    <a:pt x="722630" y="106172"/>
                  </a:moveTo>
                  <a:lnTo>
                    <a:pt x="714286" y="64833"/>
                  </a:lnTo>
                  <a:lnTo>
                    <a:pt x="691540" y="31089"/>
                  </a:lnTo>
                  <a:lnTo>
                    <a:pt x="657796" y="8343"/>
                  </a:lnTo>
                  <a:lnTo>
                    <a:pt x="616458" y="0"/>
                  </a:lnTo>
                  <a:lnTo>
                    <a:pt x="106172" y="0"/>
                  </a:lnTo>
                  <a:lnTo>
                    <a:pt x="64820" y="8343"/>
                  </a:lnTo>
                  <a:lnTo>
                    <a:pt x="31076" y="31089"/>
                  </a:lnTo>
                  <a:lnTo>
                    <a:pt x="8331" y="64833"/>
                  </a:lnTo>
                  <a:lnTo>
                    <a:pt x="0" y="106172"/>
                  </a:lnTo>
                  <a:lnTo>
                    <a:pt x="0" y="530606"/>
                  </a:lnTo>
                  <a:lnTo>
                    <a:pt x="8331" y="571957"/>
                  </a:lnTo>
                  <a:lnTo>
                    <a:pt x="31076" y="605701"/>
                  </a:lnTo>
                  <a:lnTo>
                    <a:pt x="64820" y="628446"/>
                  </a:lnTo>
                  <a:lnTo>
                    <a:pt x="106172" y="636778"/>
                  </a:lnTo>
                  <a:lnTo>
                    <a:pt x="616458" y="636778"/>
                  </a:lnTo>
                  <a:lnTo>
                    <a:pt x="657796" y="628446"/>
                  </a:lnTo>
                  <a:lnTo>
                    <a:pt x="691540" y="605701"/>
                  </a:lnTo>
                  <a:lnTo>
                    <a:pt x="714286" y="571957"/>
                  </a:lnTo>
                  <a:lnTo>
                    <a:pt x="722630" y="530606"/>
                  </a:lnTo>
                  <a:lnTo>
                    <a:pt x="722630" y="106172"/>
                  </a:lnTo>
                  <a:close/>
                </a:path>
                <a:path w="4932045" h="636904">
                  <a:moveTo>
                    <a:pt x="1564386" y="106172"/>
                  </a:moveTo>
                  <a:lnTo>
                    <a:pt x="1556042" y="64833"/>
                  </a:lnTo>
                  <a:lnTo>
                    <a:pt x="1533309" y="31089"/>
                  </a:lnTo>
                  <a:lnTo>
                    <a:pt x="1499603" y="8343"/>
                  </a:lnTo>
                  <a:lnTo>
                    <a:pt x="1458341" y="0"/>
                  </a:lnTo>
                  <a:lnTo>
                    <a:pt x="947928" y="0"/>
                  </a:lnTo>
                  <a:lnTo>
                    <a:pt x="906653" y="8343"/>
                  </a:lnTo>
                  <a:lnTo>
                    <a:pt x="872947" y="31089"/>
                  </a:lnTo>
                  <a:lnTo>
                    <a:pt x="850214" y="64833"/>
                  </a:lnTo>
                  <a:lnTo>
                    <a:pt x="841883" y="106172"/>
                  </a:lnTo>
                  <a:lnTo>
                    <a:pt x="841883" y="530606"/>
                  </a:lnTo>
                  <a:lnTo>
                    <a:pt x="850214" y="571957"/>
                  </a:lnTo>
                  <a:lnTo>
                    <a:pt x="872947" y="605701"/>
                  </a:lnTo>
                  <a:lnTo>
                    <a:pt x="906653" y="628446"/>
                  </a:lnTo>
                  <a:lnTo>
                    <a:pt x="947928" y="636778"/>
                  </a:lnTo>
                  <a:lnTo>
                    <a:pt x="1458341" y="636778"/>
                  </a:lnTo>
                  <a:lnTo>
                    <a:pt x="1499603" y="628446"/>
                  </a:lnTo>
                  <a:lnTo>
                    <a:pt x="1533309" y="605701"/>
                  </a:lnTo>
                  <a:lnTo>
                    <a:pt x="1556042" y="571957"/>
                  </a:lnTo>
                  <a:lnTo>
                    <a:pt x="1564386" y="530606"/>
                  </a:lnTo>
                  <a:lnTo>
                    <a:pt x="1564386" y="106172"/>
                  </a:lnTo>
                  <a:close/>
                </a:path>
                <a:path w="4932045" h="636904">
                  <a:moveTo>
                    <a:pt x="3248025" y="106172"/>
                  </a:moveTo>
                  <a:lnTo>
                    <a:pt x="3239681" y="64833"/>
                  </a:lnTo>
                  <a:lnTo>
                    <a:pt x="3216948" y="31089"/>
                  </a:lnTo>
                  <a:lnTo>
                    <a:pt x="3183242" y="8343"/>
                  </a:lnTo>
                  <a:lnTo>
                    <a:pt x="3141980" y="0"/>
                  </a:lnTo>
                  <a:lnTo>
                    <a:pt x="2631694" y="0"/>
                  </a:lnTo>
                  <a:lnTo>
                    <a:pt x="2590342" y="8343"/>
                  </a:lnTo>
                  <a:lnTo>
                    <a:pt x="2556599" y="31089"/>
                  </a:lnTo>
                  <a:lnTo>
                    <a:pt x="2533853" y="64833"/>
                  </a:lnTo>
                  <a:lnTo>
                    <a:pt x="2525522" y="106172"/>
                  </a:lnTo>
                  <a:lnTo>
                    <a:pt x="2525522" y="530606"/>
                  </a:lnTo>
                  <a:lnTo>
                    <a:pt x="2533853" y="571957"/>
                  </a:lnTo>
                  <a:lnTo>
                    <a:pt x="2556599" y="605701"/>
                  </a:lnTo>
                  <a:lnTo>
                    <a:pt x="2590342" y="628446"/>
                  </a:lnTo>
                  <a:lnTo>
                    <a:pt x="2631694" y="636778"/>
                  </a:lnTo>
                  <a:lnTo>
                    <a:pt x="3141980" y="636778"/>
                  </a:lnTo>
                  <a:lnTo>
                    <a:pt x="3183242" y="628446"/>
                  </a:lnTo>
                  <a:lnTo>
                    <a:pt x="3216948" y="605701"/>
                  </a:lnTo>
                  <a:lnTo>
                    <a:pt x="3239681" y="571957"/>
                  </a:lnTo>
                  <a:lnTo>
                    <a:pt x="3248025" y="530606"/>
                  </a:lnTo>
                  <a:lnTo>
                    <a:pt x="3248025" y="106172"/>
                  </a:lnTo>
                  <a:close/>
                </a:path>
                <a:path w="4932045" h="636904">
                  <a:moveTo>
                    <a:pt x="4089908" y="106172"/>
                  </a:moveTo>
                  <a:lnTo>
                    <a:pt x="4081564" y="64833"/>
                  </a:lnTo>
                  <a:lnTo>
                    <a:pt x="4058818" y="31089"/>
                  </a:lnTo>
                  <a:lnTo>
                    <a:pt x="4025074" y="8343"/>
                  </a:lnTo>
                  <a:lnTo>
                    <a:pt x="3983736" y="0"/>
                  </a:lnTo>
                  <a:lnTo>
                    <a:pt x="3473450" y="0"/>
                  </a:lnTo>
                  <a:lnTo>
                    <a:pt x="3432175" y="8343"/>
                  </a:lnTo>
                  <a:lnTo>
                    <a:pt x="3398469" y="31089"/>
                  </a:lnTo>
                  <a:lnTo>
                    <a:pt x="3375736" y="64833"/>
                  </a:lnTo>
                  <a:lnTo>
                    <a:pt x="3367405" y="106172"/>
                  </a:lnTo>
                  <a:lnTo>
                    <a:pt x="3367405" y="530606"/>
                  </a:lnTo>
                  <a:lnTo>
                    <a:pt x="3375736" y="571957"/>
                  </a:lnTo>
                  <a:lnTo>
                    <a:pt x="3398469" y="605701"/>
                  </a:lnTo>
                  <a:lnTo>
                    <a:pt x="3432175" y="628446"/>
                  </a:lnTo>
                  <a:lnTo>
                    <a:pt x="3473450" y="636778"/>
                  </a:lnTo>
                  <a:lnTo>
                    <a:pt x="3983736" y="636778"/>
                  </a:lnTo>
                  <a:lnTo>
                    <a:pt x="4025074" y="628446"/>
                  </a:lnTo>
                  <a:lnTo>
                    <a:pt x="4058818" y="605701"/>
                  </a:lnTo>
                  <a:lnTo>
                    <a:pt x="4081564" y="571957"/>
                  </a:lnTo>
                  <a:lnTo>
                    <a:pt x="4089908" y="530606"/>
                  </a:lnTo>
                  <a:lnTo>
                    <a:pt x="4089908" y="106172"/>
                  </a:lnTo>
                  <a:close/>
                </a:path>
                <a:path w="4932045" h="636904">
                  <a:moveTo>
                    <a:pt x="4931791" y="106172"/>
                  </a:moveTo>
                  <a:lnTo>
                    <a:pt x="4923434" y="64833"/>
                  </a:lnTo>
                  <a:lnTo>
                    <a:pt x="4900650" y="31089"/>
                  </a:lnTo>
                  <a:lnTo>
                    <a:pt x="4866906" y="8343"/>
                  </a:lnTo>
                  <a:lnTo>
                    <a:pt x="4825619" y="0"/>
                  </a:lnTo>
                  <a:lnTo>
                    <a:pt x="4315333" y="0"/>
                  </a:lnTo>
                  <a:lnTo>
                    <a:pt x="4273982" y="8343"/>
                  </a:lnTo>
                  <a:lnTo>
                    <a:pt x="4240238" y="31089"/>
                  </a:lnTo>
                  <a:lnTo>
                    <a:pt x="4217492" y="64833"/>
                  </a:lnTo>
                  <a:lnTo>
                    <a:pt x="4209161" y="106172"/>
                  </a:lnTo>
                  <a:lnTo>
                    <a:pt x="4209161" y="530606"/>
                  </a:lnTo>
                  <a:lnTo>
                    <a:pt x="4217492" y="571957"/>
                  </a:lnTo>
                  <a:lnTo>
                    <a:pt x="4240238" y="605701"/>
                  </a:lnTo>
                  <a:lnTo>
                    <a:pt x="4273982" y="628446"/>
                  </a:lnTo>
                  <a:lnTo>
                    <a:pt x="4315333" y="636778"/>
                  </a:lnTo>
                  <a:lnTo>
                    <a:pt x="4825619" y="636778"/>
                  </a:lnTo>
                  <a:lnTo>
                    <a:pt x="4866906" y="628446"/>
                  </a:lnTo>
                  <a:lnTo>
                    <a:pt x="4900650" y="605701"/>
                  </a:lnTo>
                  <a:lnTo>
                    <a:pt x="4923434" y="571957"/>
                  </a:lnTo>
                  <a:lnTo>
                    <a:pt x="4931791" y="530606"/>
                  </a:lnTo>
                  <a:lnTo>
                    <a:pt x="4931791" y="106172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698747" y="6999985"/>
              <a:ext cx="722630" cy="636905"/>
            </a:xfrm>
            <a:custGeom>
              <a:avLst/>
              <a:gdLst/>
              <a:ahLst/>
              <a:cxnLst/>
              <a:rect l="l" t="t" r="r" b="b"/>
              <a:pathLst>
                <a:path w="722629" h="636904">
                  <a:moveTo>
                    <a:pt x="616457" y="0"/>
                  </a:moveTo>
                  <a:lnTo>
                    <a:pt x="106172" y="0"/>
                  </a:lnTo>
                  <a:lnTo>
                    <a:pt x="64829" y="8338"/>
                  </a:lnTo>
                  <a:lnTo>
                    <a:pt x="31083" y="31083"/>
                  </a:lnTo>
                  <a:lnTo>
                    <a:pt x="8338" y="64829"/>
                  </a:lnTo>
                  <a:lnTo>
                    <a:pt x="0" y="106171"/>
                  </a:lnTo>
                  <a:lnTo>
                    <a:pt x="0" y="530605"/>
                  </a:lnTo>
                  <a:lnTo>
                    <a:pt x="8338" y="571948"/>
                  </a:lnTo>
                  <a:lnTo>
                    <a:pt x="31083" y="605694"/>
                  </a:lnTo>
                  <a:lnTo>
                    <a:pt x="64829" y="628439"/>
                  </a:lnTo>
                  <a:lnTo>
                    <a:pt x="106172" y="636777"/>
                  </a:lnTo>
                  <a:lnTo>
                    <a:pt x="616457" y="636777"/>
                  </a:lnTo>
                  <a:lnTo>
                    <a:pt x="657800" y="628439"/>
                  </a:lnTo>
                  <a:lnTo>
                    <a:pt x="691546" y="605694"/>
                  </a:lnTo>
                  <a:lnTo>
                    <a:pt x="714291" y="571948"/>
                  </a:lnTo>
                  <a:lnTo>
                    <a:pt x="722629" y="530605"/>
                  </a:lnTo>
                  <a:lnTo>
                    <a:pt x="722629" y="106171"/>
                  </a:lnTo>
                  <a:lnTo>
                    <a:pt x="714291" y="64829"/>
                  </a:lnTo>
                  <a:lnTo>
                    <a:pt x="691546" y="31083"/>
                  </a:lnTo>
                  <a:lnTo>
                    <a:pt x="657800" y="8338"/>
                  </a:lnTo>
                  <a:lnTo>
                    <a:pt x="616457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60063" y="5781675"/>
              <a:ext cx="421005" cy="1218565"/>
            </a:xfrm>
            <a:custGeom>
              <a:avLst/>
              <a:gdLst/>
              <a:ahLst/>
              <a:cxnLst/>
              <a:rect l="l" t="t" r="r" b="b"/>
              <a:pathLst>
                <a:path w="421004" h="1218565">
                  <a:moveTo>
                    <a:pt x="0" y="1218311"/>
                  </a:moveTo>
                  <a:lnTo>
                    <a:pt x="420877" y="0"/>
                  </a:lnTo>
                </a:path>
              </a:pathLst>
            </a:custGeom>
            <a:ln w="1143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905760" y="8455914"/>
            <a:ext cx="31515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425" dirty="0">
                <a:solidFill>
                  <a:srgbClr val="173360"/>
                </a:solidFill>
                <a:latin typeface="Calibri"/>
                <a:cs typeface="Calibri"/>
              </a:rPr>
              <a:t>Event</a:t>
            </a:r>
            <a:r>
              <a:rPr sz="3600" spc="14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3600" spc="440" dirty="0">
                <a:solidFill>
                  <a:srgbClr val="173360"/>
                </a:solidFill>
                <a:latin typeface="Calibri"/>
                <a:cs typeface="Calibri"/>
              </a:rPr>
              <a:t>Stream</a:t>
            </a:r>
            <a:endParaRPr sz="36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629527" y="2112264"/>
          <a:ext cx="10378440" cy="36817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27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1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7130">
                <a:tc>
                  <a:txBody>
                    <a:bodyPr/>
                    <a:lstStyle/>
                    <a:p>
                      <a:pPr marL="291465" marR="285115" indent="104775" algn="just">
                        <a:lnSpc>
                          <a:spcPts val="2480"/>
                        </a:lnSpc>
                        <a:spcBef>
                          <a:spcPts val="810"/>
                        </a:spcBef>
                      </a:pPr>
                      <a:r>
                        <a:rPr sz="2300" spc="145" dirty="0">
                          <a:solidFill>
                            <a:srgbClr val="0074A1"/>
                          </a:solidFill>
                          <a:latin typeface="Calibri"/>
                          <a:cs typeface="Calibri"/>
                        </a:rPr>
                        <a:t>key/ </a:t>
                      </a:r>
                      <a:r>
                        <a:rPr sz="2300" spc="210" dirty="0">
                          <a:solidFill>
                            <a:srgbClr val="0074A1"/>
                          </a:solidFill>
                          <a:latin typeface="Calibri"/>
                          <a:cs typeface="Calibri"/>
                        </a:rPr>
                        <a:t>value </a:t>
                      </a:r>
                      <a:r>
                        <a:rPr sz="2300" spc="245" dirty="0">
                          <a:solidFill>
                            <a:srgbClr val="0074A1"/>
                          </a:solidFill>
                          <a:latin typeface="Calibri"/>
                          <a:cs typeface="Calibri"/>
                        </a:rPr>
                        <a:t>Bytes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102870" marB="0">
                    <a:lnL w="76200">
                      <a:solidFill>
                        <a:srgbClr val="0074A1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74A1"/>
                      </a:solidFill>
                      <a:prstDash val="solid"/>
                    </a:lnT>
                    <a:lnB w="28575">
                      <a:solidFill>
                        <a:srgbClr val="007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558800">
                        <a:lnSpc>
                          <a:spcPct val="100000"/>
                        </a:lnSpc>
                      </a:pPr>
                      <a:r>
                        <a:rPr sz="2300" spc="204" dirty="0">
                          <a:solidFill>
                            <a:srgbClr val="0074A1"/>
                          </a:solidFill>
                          <a:latin typeface="Calibri"/>
                          <a:cs typeface="Calibri"/>
                        </a:rPr>
                        <a:t>Area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76200">
                      <a:solidFill>
                        <a:srgbClr val="0074A1"/>
                      </a:solidFill>
                      <a:prstDash val="solid"/>
                    </a:lnT>
                    <a:lnB w="28575">
                      <a:solidFill>
                        <a:srgbClr val="007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2300" spc="225" dirty="0">
                          <a:solidFill>
                            <a:srgbClr val="0074A1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2300">
                        <a:latin typeface="Calibri"/>
                        <a:cs typeface="Calibri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74A1"/>
                      </a:solidFill>
                      <a:prstDash val="solid"/>
                    </a:lnR>
                    <a:lnT w="76200">
                      <a:solidFill>
                        <a:srgbClr val="0074A1"/>
                      </a:solidFill>
                      <a:prstDash val="solid"/>
                    </a:lnT>
                    <a:lnB w="28575">
                      <a:solidFill>
                        <a:srgbClr val="0074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spc="-50" dirty="0">
                          <a:latin typeface="Malgun Gothic"/>
                          <a:cs typeface="Malgun Gothic"/>
                        </a:rPr>
                        <a:t>0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7650" marB="0">
                    <a:lnL w="76200">
                      <a:solidFill>
                        <a:srgbClr val="0074A1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74A1"/>
                      </a:solidFill>
                      <a:prstDash val="solid"/>
                    </a:lnT>
                    <a:lnB w="9525">
                      <a:solidFill>
                        <a:srgbClr val="8293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dirty="0">
                          <a:latin typeface="Malgun Gothic"/>
                          <a:cs typeface="Malgun Gothic"/>
                        </a:rPr>
                        <a:t>Magic</a:t>
                      </a:r>
                      <a:r>
                        <a:rPr sz="20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spc="-20" dirty="0">
                          <a:latin typeface="Malgun Gothic"/>
                          <a:cs typeface="Malgun Gothic"/>
                        </a:rPr>
                        <a:t>Byte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7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74A1"/>
                      </a:solidFill>
                      <a:prstDash val="solid"/>
                    </a:lnT>
                    <a:lnB w="9525">
                      <a:solidFill>
                        <a:srgbClr val="8293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950"/>
                        </a:spcBef>
                      </a:pPr>
                      <a:r>
                        <a:rPr sz="2000" dirty="0"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sz="200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직렬화</a:t>
                      </a:r>
                      <a:r>
                        <a:rPr sz="200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형식</a:t>
                      </a:r>
                      <a:r>
                        <a:rPr sz="20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버전</a:t>
                      </a:r>
                      <a:r>
                        <a:rPr sz="20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번호;</a:t>
                      </a:r>
                      <a:r>
                        <a:rPr sz="200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현재</a:t>
                      </a:r>
                      <a:r>
                        <a:rPr sz="200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항상</a:t>
                      </a:r>
                      <a:r>
                        <a:rPr sz="20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D7365D"/>
                          </a:solidFill>
                          <a:latin typeface="Malgun Gothic"/>
                          <a:cs typeface="Malgun Gothic"/>
                        </a:rPr>
                        <a:t>0</a:t>
                      </a:r>
                      <a:r>
                        <a:rPr sz="2000" spc="-25" dirty="0">
                          <a:latin typeface="Malgun Gothic"/>
                          <a:cs typeface="Malgun Gothic"/>
                        </a:rPr>
                        <a:t>.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76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74A1"/>
                      </a:solidFill>
                      <a:prstDash val="solid"/>
                    </a:lnR>
                    <a:lnT w="28575">
                      <a:solidFill>
                        <a:srgbClr val="0074A1"/>
                      </a:solidFill>
                      <a:prstDash val="solid"/>
                    </a:lnT>
                    <a:lnB w="9525">
                      <a:solidFill>
                        <a:srgbClr val="82939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2000" spc="-10" dirty="0">
                          <a:latin typeface="Malgun Gothic"/>
                          <a:cs typeface="Malgun Gothic"/>
                        </a:rPr>
                        <a:t>1-</a:t>
                      </a:r>
                      <a:r>
                        <a:rPr sz="20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8285" marB="0">
                    <a:lnL w="76200">
                      <a:solidFill>
                        <a:srgbClr val="0074A1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829393"/>
                      </a:solidFill>
                      <a:prstDash val="solid"/>
                    </a:lnT>
                    <a:lnB w="9525">
                      <a:solidFill>
                        <a:srgbClr val="8293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2000" dirty="0"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sz="200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spc="-25" dirty="0">
                          <a:latin typeface="Malgun Gothic"/>
                          <a:cs typeface="Malgun Gothic"/>
                        </a:rPr>
                        <a:t>ID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8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829393"/>
                      </a:solidFill>
                      <a:prstDash val="solid"/>
                    </a:lnT>
                    <a:lnB w="9525">
                      <a:solidFill>
                        <a:srgbClr val="82939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2000" dirty="0">
                          <a:latin typeface="Malgun Gothic"/>
                          <a:cs typeface="Malgun Gothic"/>
                        </a:rPr>
                        <a:t>스키마</a:t>
                      </a:r>
                      <a:r>
                        <a:rPr sz="200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레지스트리에서</a:t>
                      </a:r>
                      <a:r>
                        <a:rPr sz="200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반환</a:t>
                      </a:r>
                      <a:r>
                        <a:rPr sz="20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된</a:t>
                      </a:r>
                      <a:r>
                        <a:rPr sz="20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4</a:t>
                      </a:r>
                      <a:r>
                        <a:rPr sz="20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바이트</a:t>
                      </a:r>
                      <a:r>
                        <a:rPr sz="200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스키마</a:t>
                      </a:r>
                      <a:r>
                        <a:rPr sz="20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spc="-25" dirty="0">
                          <a:latin typeface="Malgun Gothic"/>
                          <a:cs typeface="Malgun Gothic"/>
                        </a:rPr>
                        <a:t>ID.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8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74A1"/>
                      </a:solidFill>
                      <a:prstDash val="solid"/>
                    </a:lnR>
                    <a:lnT w="9525">
                      <a:solidFill>
                        <a:srgbClr val="829393"/>
                      </a:solidFill>
                      <a:prstDash val="solid"/>
                    </a:lnT>
                    <a:lnB w="9525">
                      <a:solidFill>
                        <a:srgbClr val="82939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2000" spc="-10" dirty="0">
                          <a:latin typeface="Malgun Gothic"/>
                          <a:cs typeface="Malgun Gothic"/>
                        </a:rPr>
                        <a:t>5-</a:t>
                      </a:r>
                      <a:r>
                        <a:rPr sz="2000" spc="-25" dirty="0">
                          <a:latin typeface="Malgun Gothic"/>
                          <a:cs typeface="Malgun Gothic"/>
                        </a:rPr>
                        <a:t>...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8285" marB="0">
                    <a:lnL w="76200">
                      <a:solidFill>
                        <a:srgbClr val="0074A1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829393"/>
                      </a:solidFill>
                      <a:prstDash val="solid"/>
                    </a:lnT>
                    <a:lnB w="76200">
                      <a:solidFill>
                        <a:srgbClr val="007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2000" spc="-20" dirty="0">
                          <a:latin typeface="Malgun Gothic"/>
                          <a:cs typeface="Malgun Gothic"/>
                        </a:rPr>
                        <a:t>Data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8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829393"/>
                      </a:solidFill>
                      <a:prstDash val="solid"/>
                    </a:lnT>
                    <a:lnB w="76200">
                      <a:solidFill>
                        <a:srgbClr val="0074A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3515">
                        <a:lnSpc>
                          <a:spcPct val="100000"/>
                        </a:lnSpc>
                        <a:spcBef>
                          <a:spcPts val="1955"/>
                        </a:spcBef>
                      </a:pPr>
                      <a:r>
                        <a:rPr sz="2000" dirty="0">
                          <a:latin typeface="Malgun Gothic"/>
                          <a:cs typeface="Malgun Gothic"/>
                        </a:rPr>
                        <a:t>지정된</a:t>
                      </a:r>
                      <a:r>
                        <a:rPr sz="200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스키마</a:t>
                      </a:r>
                      <a:r>
                        <a:rPr sz="20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형식에</a:t>
                      </a:r>
                      <a:r>
                        <a:rPr sz="200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대한</a:t>
                      </a:r>
                      <a:r>
                        <a:rPr sz="20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직렬화</a:t>
                      </a:r>
                      <a:r>
                        <a:rPr sz="2000" spc="-2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dirty="0">
                          <a:latin typeface="Malgun Gothic"/>
                          <a:cs typeface="Malgun Gothic"/>
                        </a:rPr>
                        <a:t>된</a:t>
                      </a:r>
                      <a:r>
                        <a:rPr sz="20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2000" spc="-20" dirty="0">
                          <a:latin typeface="Malgun Gothic"/>
                          <a:cs typeface="Malgun Gothic"/>
                        </a:rPr>
                        <a:t>데이터.</a:t>
                      </a:r>
                      <a:endParaRPr sz="2000">
                        <a:latin typeface="Malgun Gothic"/>
                        <a:cs typeface="Malgun Gothic"/>
                      </a:endParaRPr>
                    </a:p>
                  </a:txBody>
                  <a:tcPr marL="0" marR="0" marT="2482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76200">
                      <a:solidFill>
                        <a:srgbClr val="0074A1"/>
                      </a:solidFill>
                      <a:prstDash val="solid"/>
                    </a:lnR>
                    <a:lnT w="9525">
                      <a:solidFill>
                        <a:srgbClr val="829393"/>
                      </a:solidFill>
                      <a:prstDash val="solid"/>
                    </a:lnT>
                    <a:lnB w="76200">
                      <a:solidFill>
                        <a:srgbClr val="0074A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89261" y="2734819"/>
            <a:ext cx="13909040" cy="68580"/>
          </a:xfrm>
          <a:custGeom>
            <a:avLst/>
            <a:gdLst/>
            <a:ahLst/>
            <a:cxnLst/>
            <a:rect l="l" t="t" r="r" b="b"/>
            <a:pathLst>
              <a:path w="13909040" h="68580">
                <a:moveTo>
                  <a:pt x="0" y="68578"/>
                </a:moveTo>
                <a:lnTo>
                  <a:pt x="13908951" y="68578"/>
                </a:lnTo>
                <a:lnTo>
                  <a:pt x="13908951" y="0"/>
                </a:lnTo>
                <a:lnTo>
                  <a:pt x="0" y="0"/>
                </a:lnTo>
                <a:lnTo>
                  <a:pt x="0" y="6857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68057" y="2620556"/>
            <a:ext cx="82550" cy="333375"/>
            <a:chOff x="868057" y="2620556"/>
            <a:chExt cx="82550" cy="333375"/>
          </a:xfrm>
        </p:grpSpPr>
        <p:sp>
          <p:nvSpPr>
            <p:cNvPr id="4" name="object 4"/>
            <p:cNvSpPr/>
            <p:nvPr/>
          </p:nvSpPr>
          <p:spPr>
            <a:xfrm>
              <a:off x="868057" y="2803436"/>
              <a:ext cx="82550" cy="150495"/>
            </a:xfrm>
            <a:custGeom>
              <a:avLst/>
              <a:gdLst/>
              <a:ahLst/>
              <a:cxnLst/>
              <a:rect l="l" t="t" r="r" b="b"/>
              <a:pathLst>
                <a:path w="82550" h="150494">
                  <a:moveTo>
                    <a:pt x="82415" y="0"/>
                  </a:moveTo>
                  <a:lnTo>
                    <a:pt x="0" y="0"/>
                  </a:lnTo>
                  <a:lnTo>
                    <a:pt x="0" y="149948"/>
                  </a:lnTo>
                  <a:lnTo>
                    <a:pt x="82415" y="149948"/>
                  </a:lnTo>
                  <a:lnTo>
                    <a:pt x="82415" y="0"/>
                  </a:lnTo>
                  <a:close/>
                </a:path>
              </a:pathLst>
            </a:custGeom>
            <a:solidFill>
              <a:srgbClr val="005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8057" y="2620556"/>
              <a:ext cx="82550" cy="182880"/>
            </a:xfrm>
            <a:custGeom>
              <a:avLst/>
              <a:gdLst/>
              <a:ahLst/>
              <a:cxnLst/>
              <a:rect l="l" t="t" r="r" b="b"/>
              <a:pathLst>
                <a:path w="82550" h="182880">
                  <a:moveTo>
                    <a:pt x="82417" y="0"/>
                  </a:moveTo>
                  <a:lnTo>
                    <a:pt x="0" y="0"/>
                  </a:lnTo>
                  <a:lnTo>
                    <a:pt x="0" y="182841"/>
                  </a:lnTo>
                  <a:lnTo>
                    <a:pt x="82417" y="182841"/>
                  </a:lnTo>
                  <a:lnTo>
                    <a:pt x="82417" y="0"/>
                  </a:lnTo>
                  <a:close/>
                </a:path>
              </a:pathLst>
            </a:custGeom>
            <a:solidFill>
              <a:srgbClr val="1EAC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5370" y="1649094"/>
            <a:ext cx="16559530" cy="127762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10"/>
              </a:spcBef>
            </a:pP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Confluent는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오픈소스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Apache</a:t>
            </a:r>
            <a:r>
              <a:rPr sz="1650" spc="4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Kafka가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지원하지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않는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다양한</a:t>
            </a:r>
            <a:r>
              <a:rPr sz="1650" spc="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형태의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Client를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지원합니다.</a:t>
            </a:r>
            <a:r>
              <a:rPr sz="1650" spc="5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C/C++,</a:t>
            </a:r>
            <a:r>
              <a:rPr sz="1650" spc="4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Java,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Go,</a:t>
            </a:r>
            <a:r>
              <a:rPr sz="1650" spc="5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.NET,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Python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등의</a:t>
            </a:r>
            <a:r>
              <a:rPr sz="1650" spc="4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개발언어를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지원하며,</a:t>
            </a:r>
            <a:r>
              <a:rPr sz="1650" spc="5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이와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다른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개발언어로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50" dirty="0">
                <a:solidFill>
                  <a:srgbClr val="3E3E3E"/>
                </a:solidFill>
                <a:latin typeface="Malgun Gothic"/>
                <a:cs typeface="Malgun Gothic"/>
              </a:rPr>
              <a:t>개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발된</a:t>
            </a:r>
            <a:r>
              <a:rPr sz="1650" spc="-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Client의</a:t>
            </a:r>
            <a:r>
              <a:rPr sz="1650" spc="-5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경우는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REST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Proxy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및</a:t>
            </a:r>
            <a:r>
              <a:rPr sz="1650" spc="-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MQTT</a:t>
            </a:r>
            <a:r>
              <a:rPr sz="1650" spc="-5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Proxy를</a:t>
            </a:r>
            <a:r>
              <a:rPr sz="1650" spc="-4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통해서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Confluent로</a:t>
            </a:r>
            <a:r>
              <a:rPr sz="1650" spc="-6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메시지(데이터)를</a:t>
            </a:r>
            <a:r>
              <a:rPr sz="1650" spc="-4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전송합니다.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Client</a:t>
            </a:r>
            <a:r>
              <a:rPr sz="1650" spc="-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개발을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지원하기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위한</a:t>
            </a:r>
            <a:r>
              <a:rPr sz="1650" spc="-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가이드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및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템플릿을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제공합니다.</a:t>
            </a:r>
            <a:endParaRPr sz="16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650">
              <a:latin typeface="Malgun Gothic"/>
              <a:cs typeface="Malgun Gothic"/>
            </a:endParaRPr>
          </a:p>
          <a:p>
            <a:pPr marL="158750">
              <a:lnSpc>
                <a:spcPct val="100000"/>
              </a:lnSpc>
            </a:pPr>
            <a:r>
              <a:rPr sz="1800" dirty="0">
                <a:solidFill>
                  <a:srgbClr val="221F1F"/>
                </a:solidFill>
                <a:latin typeface="Malgun Gothic"/>
                <a:cs typeface="Malgun Gothic"/>
              </a:rPr>
              <a:t>다양한 Client</a:t>
            </a:r>
            <a:r>
              <a:rPr sz="18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800" spc="-25" dirty="0">
                <a:solidFill>
                  <a:srgbClr val="221F1F"/>
                </a:solidFill>
                <a:latin typeface="Malgun Gothic"/>
                <a:cs typeface="Malgun Gothic"/>
              </a:rPr>
              <a:t>지원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894168" y="3414738"/>
            <a:ext cx="5363845" cy="5991860"/>
            <a:chOff x="894168" y="3414738"/>
            <a:chExt cx="5363845" cy="5991860"/>
          </a:xfrm>
        </p:grpSpPr>
        <p:sp>
          <p:nvSpPr>
            <p:cNvPr id="8" name="object 8"/>
            <p:cNvSpPr/>
            <p:nvPr/>
          </p:nvSpPr>
          <p:spPr>
            <a:xfrm>
              <a:off x="894168" y="9380816"/>
              <a:ext cx="5363845" cy="25400"/>
            </a:xfrm>
            <a:custGeom>
              <a:avLst/>
              <a:gdLst/>
              <a:ahLst/>
              <a:cxnLst/>
              <a:rect l="l" t="t" r="r" b="b"/>
              <a:pathLst>
                <a:path w="5363845" h="25400">
                  <a:moveTo>
                    <a:pt x="0" y="25399"/>
                  </a:moveTo>
                  <a:lnTo>
                    <a:pt x="5363845" y="25399"/>
                  </a:lnTo>
                  <a:lnTo>
                    <a:pt x="5363845" y="0"/>
                  </a:lnTo>
                  <a:lnTo>
                    <a:pt x="0" y="0"/>
                  </a:lnTo>
                  <a:lnTo>
                    <a:pt x="0" y="25399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94168" y="3414738"/>
              <a:ext cx="5363845" cy="5966460"/>
            </a:xfrm>
            <a:custGeom>
              <a:avLst/>
              <a:gdLst/>
              <a:ahLst/>
              <a:cxnLst/>
              <a:rect l="l" t="t" r="r" b="b"/>
              <a:pathLst>
                <a:path w="5363845" h="5966459">
                  <a:moveTo>
                    <a:pt x="5363845" y="0"/>
                  </a:moveTo>
                  <a:lnTo>
                    <a:pt x="0" y="0"/>
                  </a:lnTo>
                  <a:lnTo>
                    <a:pt x="0" y="5966078"/>
                  </a:lnTo>
                  <a:lnTo>
                    <a:pt x="5363845" y="5966078"/>
                  </a:lnTo>
                  <a:lnTo>
                    <a:pt x="5363845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185773" y="7843291"/>
            <a:ext cx="4762500" cy="9328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0970" marR="5080" indent="-128905">
              <a:lnSpc>
                <a:spcPct val="110500"/>
              </a:lnSpc>
              <a:spcBef>
                <a:spcPts val="95"/>
              </a:spcBef>
              <a:buClr>
                <a:srgbClr val="959595"/>
              </a:buClr>
              <a:buSzPct val="51851"/>
              <a:buFont typeface="Times New Roman"/>
              <a:buChar char="▪"/>
              <a:tabLst>
                <a:tab pos="142240" algn="l"/>
              </a:tabLst>
            </a:pP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모든</a:t>
            </a:r>
            <a:r>
              <a:rPr sz="1350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개발자가</a:t>
            </a:r>
            <a:r>
              <a:rPr sz="1350" spc="-3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다양한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Confluent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클라이언트를</a:t>
            </a:r>
            <a:r>
              <a:rPr sz="1350" spc="-5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통해</a:t>
            </a:r>
            <a:r>
              <a:rPr sz="1350" spc="-1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조직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spc="-50" dirty="0">
                <a:solidFill>
                  <a:srgbClr val="4D4D4D"/>
                </a:solidFill>
                <a:latin typeface="Malgun Gothic"/>
                <a:cs typeface="Malgun Gothic"/>
              </a:rPr>
              <a:t>전 	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체에서</a:t>
            </a:r>
            <a:r>
              <a:rPr sz="1350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Kafka를</a:t>
            </a:r>
            <a:r>
              <a:rPr sz="1350" spc="-3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활용할</a:t>
            </a:r>
            <a:r>
              <a:rPr sz="1350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수</a:t>
            </a:r>
            <a:r>
              <a:rPr sz="1350" spc="-1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있도록</a:t>
            </a:r>
            <a:r>
              <a:rPr sz="1350" spc="-1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지원</a:t>
            </a:r>
            <a:endParaRPr sz="1350">
              <a:latin typeface="Malgun Gothic"/>
              <a:cs typeface="Malgun Gothic"/>
            </a:endParaRPr>
          </a:p>
          <a:p>
            <a:pPr marL="140970" marR="51435" indent="-128905">
              <a:lnSpc>
                <a:spcPts val="1789"/>
              </a:lnSpc>
              <a:spcBef>
                <a:spcPts val="75"/>
              </a:spcBef>
              <a:buClr>
                <a:srgbClr val="959595"/>
              </a:buClr>
              <a:buSzPct val="51851"/>
              <a:buFont typeface="Times New Roman"/>
              <a:buChar char="▪"/>
              <a:tabLst>
                <a:tab pos="142240" algn="l"/>
              </a:tabLst>
            </a:pPr>
            <a:r>
              <a:rPr sz="1350" spc="-10" dirty="0">
                <a:solidFill>
                  <a:srgbClr val="4D4D4D"/>
                </a:solidFill>
                <a:latin typeface="Malgun Gothic"/>
                <a:cs typeface="Malgun Gothic"/>
              </a:rPr>
              <a:t>https://docs.confluent.io/platform/current/installation/versi 	ons-interoperability.html#clients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94168" y="3176777"/>
            <a:ext cx="5364480" cy="1254125"/>
          </a:xfrm>
          <a:custGeom>
            <a:avLst/>
            <a:gdLst/>
            <a:ahLst/>
            <a:cxnLst/>
            <a:rect l="l" t="t" r="r" b="b"/>
            <a:pathLst>
              <a:path w="5364480" h="1254125">
                <a:moveTo>
                  <a:pt x="5364137" y="247650"/>
                </a:moveTo>
                <a:lnTo>
                  <a:pt x="5359095" y="197739"/>
                </a:lnTo>
                <a:lnTo>
                  <a:pt x="5344668" y="151257"/>
                </a:lnTo>
                <a:lnTo>
                  <a:pt x="5321833" y="109194"/>
                </a:lnTo>
                <a:lnTo>
                  <a:pt x="5291582" y="72542"/>
                </a:lnTo>
                <a:lnTo>
                  <a:pt x="5254917" y="42303"/>
                </a:lnTo>
                <a:lnTo>
                  <a:pt x="5212829" y="19469"/>
                </a:lnTo>
                <a:lnTo>
                  <a:pt x="5166309" y="5041"/>
                </a:lnTo>
                <a:lnTo>
                  <a:pt x="5116360" y="0"/>
                </a:lnTo>
                <a:lnTo>
                  <a:pt x="145376" y="0"/>
                </a:lnTo>
                <a:lnTo>
                  <a:pt x="241" y="0"/>
                </a:lnTo>
                <a:lnTo>
                  <a:pt x="0" y="0"/>
                </a:lnTo>
                <a:lnTo>
                  <a:pt x="0" y="1254125"/>
                </a:lnTo>
                <a:lnTo>
                  <a:pt x="85928" y="1254125"/>
                </a:lnTo>
                <a:lnTo>
                  <a:pt x="145376" y="1194689"/>
                </a:lnTo>
                <a:lnTo>
                  <a:pt x="145376" y="495427"/>
                </a:lnTo>
                <a:lnTo>
                  <a:pt x="5116360" y="495427"/>
                </a:lnTo>
                <a:lnTo>
                  <a:pt x="5166309" y="490397"/>
                </a:lnTo>
                <a:lnTo>
                  <a:pt x="5212829" y="475957"/>
                </a:lnTo>
                <a:lnTo>
                  <a:pt x="5254917" y="453097"/>
                </a:lnTo>
                <a:lnTo>
                  <a:pt x="5291582" y="422833"/>
                </a:lnTo>
                <a:lnTo>
                  <a:pt x="5321833" y="386156"/>
                </a:lnTo>
                <a:lnTo>
                  <a:pt x="5344668" y="344081"/>
                </a:lnTo>
                <a:lnTo>
                  <a:pt x="5359095" y="297573"/>
                </a:lnTo>
                <a:lnTo>
                  <a:pt x="5364137" y="247650"/>
                </a:lnTo>
                <a:close/>
              </a:path>
            </a:pathLst>
          </a:custGeom>
          <a:solidFill>
            <a:srgbClr val="0080C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670050" y="3290696"/>
            <a:ext cx="3479800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Client</a:t>
            </a:r>
            <a:r>
              <a:rPr sz="165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개발용</a:t>
            </a:r>
            <a:r>
              <a:rPr sz="165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다양한</a:t>
            </a:r>
            <a:r>
              <a:rPr sz="165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개발</a:t>
            </a:r>
            <a:r>
              <a:rPr sz="165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언어</a:t>
            </a:r>
            <a:r>
              <a:rPr sz="1650" b="1" spc="-25" dirty="0">
                <a:solidFill>
                  <a:srgbClr val="FFFFFF"/>
                </a:solidFill>
                <a:latin typeface="Malgun Gothic"/>
                <a:cs typeface="Malgun Gothic"/>
              </a:rPr>
              <a:t> 지원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732907" y="3237102"/>
            <a:ext cx="457834" cy="378460"/>
          </a:xfrm>
          <a:custGeom>
            <a:avLst/>
            <a:gdLst/>
            <a:ahLst/>
            <a:cxnLst/>
            <a:rect l="l" t="t" r="r" b="b"/>
            <a:pathLst>
              <a:path w="457835" h="378460">
                <a:moveTo>
                  <a:pt x="228726" y="0"/>
                </a:moveTo>
                <a:lnTo>
                  <a:pt x="176268" y="4989"/>
                </a:lnTo>
                <a:lnTo>
                  <a:pt x="128120" y="19203"/>
                </a:lnTo>
                <a:lnTo>
                  <a:pt x="85652" y="41507"/>
                </a:lnTo>
                <a:lnTo>
                  <a:pt x="50235" y="70770"/>
                </a:lnTo>
                <a:lnTo>
                  <a:pt x="23240" y="105858"/>
                </a:lnTo>
                <a:lnTo>
                  <a:pt x="6038" y="145637"/>
                </a:lnTo>
                <a:lnTo>
                  <a:pt x="0" y="188975"/>
                </a:lnTo>
                <a:lnTo>
                  <a:pt x="6038" y="232314"/>
                </a:lnTo>
                <a:lnTo>
                  <a:pt x="23240" y="272093"/>
                </a:lnTo>
                <a:lnTo>
                  <a:pt x="50235" y="307181"/>
                </a:lnTo>
                <a:lnTo>
                  <a:pt x="85652" y="336444"/>
                </a:lnTo>
                <a:lnTo>
                  <a:pt x="128120" y="358748"/>
                </a:lnTo>
                <a:lnTo>
                  <a:pt x="176268" y="372962"/>
                </a:lnTo>
                <a:lnTo>
                  <a:pt x="228726" y="377951"/>
                </a:lnTo>
                <a:lnTo>
                  <a:pt x="281145" y="372962"/>
                </a:lnTo>
                <a:lnTo>
                  <a:pt x="329278" y="358748"/>
                </a:lnTo>
                <a:lnTo>
                  <a:pt x="371748" y="336444"/>
                </a:lnTo>
                <a:lnTo>
                  <a:pt x="407178" y="307181"/>
                </a:lnTo>
                <a:lnTo>
                  <a:pt x="434191" y="272093"/>
                </a:lnTo>
                <a:lnTo>
                  <a:pt x="451408" y="232314"/>
                </a:lnTo>
                <a:lnTo>
                  <a:pt x="457453" y="188975"/>
                </a:lnTo>
                <a:lnTo>
                  <a:pt x="451408" y="145637"/>
                </a:lnTo>
                <a:lnTo>
                  <a:pt x="434191" y="105858"/>
                </a:lnTo>
                <a:lnTo>
                  <a:pt x="407178" y="70770"/>
                </a:lnTo>
                <a:lnTo>
                  <a:pt x="371748" y="41507"/>
                </a:lnTo>
                <a:lnTo>
                  <a:pt x="329278" y="19203"/>
                </a:lnTo>
                <a:lnTo>
                  <a:pt x="281145" y="4989"/>
                </a:lnTo>
                <a:lnTo>
                  <a:pt x="22872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5843142" y="3296539"/>
            <a:ext cx="2362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128BDF"/>
                </a:solidFill>
                <a:latin typeface="Malgun Gothic"/>
                <a:cs typeface="Malgun Gothic"/>
              </a:rPr>
              <a:t>01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49691" y="3557575"/>
            <a:ext cx="2833370" cy="73914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85"/>
              </a:spcBef>
            </a:pPr>
            <a:r>
              <a:rPr sz="2100" dirty="0">
                <a:solidFill>
                  <a:srgbClr val="585858"/>
                </a:solidFill>
                <a:latin typeface="Malgun Gothic"/>
                <a:cs typeface="Malgun Gothic"/>
              </a:rPr>
              <a:t>가.</a:t>
            </a:r>
            <a:r>
              <a:rPr sz="2100" spc="-5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2100" dirty="0">
                <a:solidFill>
                  <a:srgbClr val="585858"/>
                </a:solidFill>
                <a:latin typeface="Malgun Gothic"/>
                <a:cs typeface="Malgun Gothic"/>
              </a:rPr>
              <a:t>금융권</a:t>
            </a:r>
            <a:r>
              <a:rPr sz="2100" spc="-10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2100" dirty="0">
                <a:solidFill>
                  <a:srgbClr val="585858"/>
                </a:solidFill>
                <a:latin typeface="Malgun Gothic"/>
                <a:cs typeface="Malgun Gothic"/>
              </a:rPr>
              <a:t>구축</a:t>
            </a:r>
            <a:r>
              <a:rPr sz="2100" spc="5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2100" dirty="0">
                <a:solidFill>
                  <a:srgbClr val="585858"/>
                </a:solidFill>
                <a:latin typeface="Malgun Gothic"/>
                <a:cs typeface="Malgun Gothic"/>
              </a:rPr>
              <a:t>실적</a:t>
            </a:r>
            <a:r>
              <a:rPr sz="2100" spc="-10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2100" spc="-50" dirty="0">
                <a:solidFill>
                  <a:srgbClr val="585858"/>
                </a:solidFill>
                <a:latin typeface="Malgun Gothic"/>
                <a:cs typeface="Malgun Gothic"/>
              </a:rPr>
              <a:t>및</a:t>
            </a:r>
            <a:endParaRPr sz="2100">
              <a:latin typeface="Malgun Gothic"/>
              <a:cs typeface="Malgun Gothic"/>
            </a:endParaRPr>
          </a:p>
          <a:p>
            <a:pPr marL="128905">
              <a:lnSpc>
                <a:spcPct val="100000"/>
              </a:lnSpc>
              <a:spcBef>
                <a:spcPts val="505"/>
              </a:spcBef>
            </a:pPr>
            <a:r>
              <a:rPr sz="2100" dirty="0">
                <a:solidFill>
                  <a:srgbClr val="585858"/>
                </a:solidFill>
                <a:latin typeface="Malgun Gothic"/>
                <a:cs typeface="Malgun Gothic"/>
              </a:rPr>
              <a:t>내용(최근</a:t>
            </a:r>
            <a:r>
              <a:rPr sz="2100" spc="-20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2100" spc="-25" dirty="0">
                <a:solidFill>
                  <a:srgbClr val="585858"/>
                </a:solidFill>
                <a:latin typeface="Malgun Gothic"/>
                <a:cs typeface="Malgun Gothic"/>
              </a:rPr>
              <a:t>5년)</a:t>
            </a:r>
            <a:endParaRPr sz="21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6464172" y="3176777"/>
            <a:ext cx="10934065" cy="6229985"/>
            <a:chOff x="6464172" y="3176777"/>
            <a:chExt cx="10934065" cy="6229985"/>
          </a:xfrm>
        </p:grpSpPr>
        <p:sp>
          <p:nvSpPr>
            <p:cNvPr id="17" name="object 17"/>
            <p:cNvSpPr/>
            <p:nvPr/>
          </p:nvSpPr>
          <p:spPr>
            <a:xfrm>
              <a:off x="6464172" y="9380816"/>
              <a:ext cx="10934065" cy="25400"/>
            </a:xfrm>
            <a:custGeom>
              <a:avLst/>
              <a:gdLst/>
              <a:ahLst/>
              <a:cxnLst/>
              <a:rect l="l" t="t" r="r" b="b"/>
              <a:pathLst>
                <a:path w="10934065" h="25400">
                  <a:moveTo>
                    <a:pt x="0" y="25399"/>
                  </a:moveTo>
                  <a:lnTo>
                    <a:pt x="10933938" y="25399"/>
                  </a:lnTo>
                  <a:lnTo>
                    <a:pt x="10933938" y="0"/>
                  </a:lnTo>
                  <a:lnTo>
                    <a:pt x="0" y="0"/>
                  </a:lnTo>
                  <a:lnTo>
                    <a:pt x="0" y="25399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64172" y="3414737"/>
              <a:ext cx="10934065" cy="5966460"/>
            </a:xfrm>
            <a:custGeom>
              <a:avLst/>
              <a:gdLst/>
              <a:ahLst/>
              <a:cxnLst/>
              <a:rect l="l" t="t" r="r" b="b"/>
              <a:pathLst>
                <a:path w="10934065" h="5966459">
                  <a:moveTo>
                    <a:pt x="10933938" y="0"/>
                  </a:moveTo>
                  <a:lnTo>
                    <a:pt x="0" y="0"/>
                  </a:lnTo>
                  <a:lnTo>
                    <a:pt x="0" y="5966078"/>
                  </a:lnTo>
                  <a:lnTo>
                    <a:pt x="10933938" y="5966078"/>
                  </a:lnTo>
                  <a:lnTo>
                    <a:pt x="10933938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64173" y="3176777"/>
              <a:ext cx="10934065" cy="1254125"/>
            </a:xfrm>
            <a:custGeom>
              <a:avLst/>
              <a:gdLst/>
              <a:ahLst/>
              <a:cxnLst/>
              <a:rect l="l" t="t" r="r" b="b"/>
              <a:pathLst>
                <a:path w="10934065" h="1254125">
                  <a:moveTo>
                    <a:pt x="10933938" y="247650"/>
                  </a:moveTo>
                  <a:lnTo>
                    <a:pt x="10928896" y="197739"/>
                  </a:lnTo>
                  <a:lnTo>
                    <a:pt x="10914456" y="151257"/>
                  </a:lnTo>
                  <a:lnTo>
                    <a:pt x="10891596" y="109194"/>
                  </a:lnTo>
                  <a:lnTo>
                    <a:pt x="10861332" y="72542"/>
                  </a:lnTo>
                  <a:lnTo>
                    <a:pt x="10824655" y="42303"/>
                  </a:lnTo>
                  <a:lnTo>
                    <a:pt x="10782579" y="19469"/>
                  </a:lnTo>
                  <a:lnTo>
                    <a:pt x="10736072" y="5041"/>
                  </a:lnTo>
                  <a:lnTo>
                    <a:pt x="10686161" y="0"/>
                  </a:lnTo>
                  <a:lnTo>
                    <a:pt x="145415" y="0"/>
                  </a:lnTo>
                  <a:lnTo>
                    <a:pt x="254" y="0"/>
                  </a:lnTo>
                  <a:lnTo>
                    <a:pt x="0" y="0"/>
                  </a:lnTo>
                  <a:lnTo>
                    <a:pt x="0" y="1254125"/>
                  </a:lnTo>
                  <a:lnTo>
                    <a:pt x="85979" y="1254125"/>
                  </a:lnTo>
                  <a:lnTo>
                    <a:pt x="145415" y="1194689"/>
                  </a:lnTo>
                  <a:lnTo>
                    <a:pt x="145415" y="495427"/>
                  </a:lnTo>
                  <a:lnTo>
                    <a:pt x="10686161" y="495427"/>
                  </a:lnTo>
                  <a:lnTo>
                    <a:pt x="10736072" y="490397"/>
                  </a:lnTo>
                  <a:lnTo>
                    <a:pt x="10782579" y="475970"/>
                  </a:lnTo>
                  <a:lnTo>
                    <a:pt x="10824655" y="453136"/>
                  </a:lnTo>
                  <a:lnTo>
                    <a:pt x="10861332" y="422884"/>
                  </a:lnTo>
                  <a:lnTo>
                    <a:pt x="10891596" y="386219"/>
                  </a:lnTo>
                  <a:lnTo>
                    <a:pt x="10914456" y="344131"/>
                  </a:lnTo>
                  <a:lnTo>
                    <a:pt x="10928896" y="297611"/>
                  </a:lnTo>
                  <a:lnTo>
                    <a:pt x="10933938" y="247650"/>
                  </a:lnTo>
                  <a:close/>
                </a:path>
              </a:pathLst>
            </a:custGeom>
            <a:solidFill>
              <a:srgbClr val="0080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469505" y="3290696"/>
            <a:ext cx="2973705" cy="27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Client</a:t>
            </a:r>
            <a:r>
              <a:rPr sz="165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template</a:t>
            </a:r>
            <a:r>
              <a:rPr sz="165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65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b="1" dirty="0">
                <a:solidFill>
                  <a:srgbClr val="FFFFFF"/>
                </a:solidFill>
                <a:latin typeface="Malgun Gothic"/>
                <a:cs typeface="Malgun Gothic"/>
              </a:rPr>
              <a:t>guide</a:t>
            </a:r>
            <a:r>
              <a:rPr sz="165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제공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819753" y="3237102"/>
            <a:ext cx="457834" cy="378460"/>
          </a:xfrm>
          <a:custGeom>
            <a:avLst/>
            <a:gdLst/>
            <a:ahLst/>
            <a:cxnLst/>
            <a:rect l="l" t="t" r="r" b="b"/>
            <a:pathLst>
              <a:path w="457834" h="378460">
                <a:moveTo>
                  <a:pt x="228600" y="0"/>
                </a:moveTo>
                <a:lnTo>
                  <a:pt x="176188" y="4989"/>
                </a:lnTo>
                <a:lnTo>
                  <a:pt x="128073" y="19203"/>
                </a:lnTo>
                <a:lnTo>
                  <a:pt x="85628" y="41507"/>
                </a:lnTo>
                <a:lnTo>
                  <a:pt x="50225" y="70770"/>
                </a:lnTo>
                <a:lnTo>
                  <a:pt x="23237" y="105858"/>
                </a:lnTo>
                <a:lnTo>
                  <a:pt x="6038" y="145637"/>
                </a:lnTo>
                <a:lnTo>
                  <a:pt x="0" y="188975"/>
                </a:lnTo>
                <a:lnTo>
                  <a:pt x="6038" y="232314"/>
                </a:lnTo>
                <a:lnTo>
                  <a:pt x="23237" y="272093"/>
                </a:lnTo>
                <a:lnTo>
                  <a:pt x="50225" y="307181"/>
                </a:lnTo>
                <a:lnTo>
                  <a:pt x="85628" y="336444"/>
                </a:lnTo>
                <a:lnTo>
                  <a:pt x="128073" y="358748"/>
                </a:lnTo>
                <a:lnTo>
                  <a:pt x="176188" y="372962"/>
                </a:lnTo>
                <a:lnTo>
                  <a:pt x="228600" y="377951"/>
                </a:lnTo>
                <a:lnTo>
                  <a:pt x="281058" y="372962"/>
                </a:lnTo>
                <a:lnTo>
                  <a:pt x="329206" y="358748"/>
                </a:lnTo>
                <a:lnTo>
                  <a:pt x="371674" y="336444"/>
                </a:lnTo>
                <a:lnTo>
                  <a:pt x="407091" y="307181"/>
                </a:lnTo>
                <a:lnTo>
                  <a:pt x="434086" y="272093"/>
                </a:lnTo>
                <a:lnTo>
                  <a:pt x="451288" y="232314"/>
                </a:lnTo>
                <a:lnTo>
                  <a:pt x="457326" y="188975"/>
                </a:lnTo>
                <a:lnTo>
                  <a:pt x="451288" y="145637"/>
                </a:lnTo>
                <a:lnTo>
                  <a:pt x="434086" y="105858"/>
                </a:lnTo>
                <a:lnTo>
                  <a:pt x="407091" y="70770"/>
                </a:lnTo>
                <a:lnTo>
                  <a:pt x="371674" y="41507"/>
                </a:lnTo>
                <a:lnTo>
                  <a:pt x="329206" y="19203"/>
                </a:lnTo>
                <a:lnTo>
                  <a:pt x="281058" y="4989"/>
                </a:lnTo>
                <a:lnTo>
                  <a:pt x="2286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16930878" y="3296539"/>
            <a:ext cx="2362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128BDF"/>
                </a:solidFill>
                <a:latin typeface="Malgun Gothic"/>
                <a:cs typeface="Malgun Gothic"/>
              </a:rPr>
              <a:t>02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863588" y="4430496"/>
            <a:ext cx="10414000" cy="4818380"/>
            <a:chOff x="6863588" y="4430496"/>
            <a:chExt cx="10414000" cy="481838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63588" y="4430522"/>
              <a:ext cx="5631688" cy="478967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82778" y="4430496"/>
              <a:ext cx="4694301" cy="4818126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730365" y="3740556"/>
            <a:ext cx="8356600" cy="480059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265"/>
              </a:spcBef>
              <a:buClr>
                <a:srgbClr val="959595"/>
              </a:buClr>
              <a:buSzPct val="51851"/>
              <a:buFont typeface="Arial"/>
              <a:buChar char="•"/>
              <a:tabLst>
                <a:tab pos="299085" algn="l"/>
              </a:tabLst>
            </a:pP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신규</a:t>
            </a:r>
            <a:r>
              <a:rPr sz="1350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클라이언트를</a:t>
            </a:r>
            <a:r>
              <a:rPr sz="1350" spc="-4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위한</a:t>
            </a:r>
            <a:r>
              <a:rPr sz="1350" spc="-1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다양한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Language에</a:t>
            </a:r>
            <a:r>
              <a:rPr sz="1350" spc="-4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대한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API</a:t>
            </a:r>
            <a:r>
              <a:rPr sz="1350" spc="-1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Key</a:t>
            </a:r>
            <a:r>
              <a:rPr sz="1350" spc="-1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Snippet과</a:t>
            </a:r>
            <a:r>
              <a:rPr sz="1350" spc="44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필요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라이브러리</a:t>
            </a:r>
            <a:r>
              <a:rPr sz="1350" spc="-4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설치</a:t>
            </a:r>
            <a:r>
              <a:rPr sz="1350" spc="-2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가이드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 제공</a:t>
            </a:r>
            <a:endParaRPr sz="135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spcBef>
                <a:spcPts val="170"/>
              </a:spcBef>
              <a:buClr>
                <a:srgbClr val="959595"/>
              </a:buClr>
              <a:buSzPct val="51851"/>
              <a:buFont typeface="Arial"/>
              <a:buChar char="•"/>
              <a:tabLst>
                <a:tab pos="299085" algn="l"/>
              </a:tabLst>
            </a:pP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Data</a:t>
            </a:r>
            <a:r>
              <a:rPr sz="1350" spc="-4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Produce와</a:t>
            </a:r>
            <a:r>
              <a:rPr sz="1350" spc="-4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Consume에</a:t>
            </a:r>
            <a:r>
              <a:rPr sz="1350" spc="-3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대한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예제</a:t>
            </a:r>
            <a:r>
              <a:rPr sz="1350" spc="-35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4D4D4D"/>
                </a:solidFill>
                <a:latin typeface="Malgun Gothic"/>
                <a:cs typeface="Malgun Gothic"/>
              </a:rPr>
              <a:t>Code</a:t>
            </a:r>
            <a:r>
              <a:rPr sz="1350" spc="-30" dirty="0">
                <a:solidFill>
                  <a:srgbClr val="4D4D4D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4D4D4D"/>
                </a:solidFill>
                <a:latin typeface="Malgun Gothic"/>
                <a:cs typeface="Malgun Gothic"/>
              </a:rPr>
              <a:t>제공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24343" y="4038980"/>
            <a:ext cx="4891405" cy="3338195"/>
            <a:chOff x="1224343" y="4038980"/>
            <a:chExt cx="4891405" cy="3338195"/>
          </a:xfrm>
        </p:grpSpPr>
        <p:sp>
          <p:nvSpPr>
            <p:cNvPr id="28" name="object 28"/>
            <p:cNvSpPr/>
            <p:nvPr/>
          </p:nvSpPr>
          <p:spPr>
            <a:xfrm>
              <a:off x="1243393" y="4058030"/>
              <a:ext cx="4853305" cy="8255"/>
            </a:xfrm>
            <a:custGeom>
              <a:avLst/>
              <a:gdLst/>
              <a:ahLst/>
              <a:cxnLst/>
              <a:rect l="l" t="t" r="r" b="b"/>
              <a:pathLst>
                <a:path w="4853305" h="8254">
                  <a:moveTo>
                    <a:pt x="0" y="7747"/>
                  </a:moveTo>
                  <a:lnTo>
                    <a:pt x="4852987" y="0"/>
                  </a:lnTo>
                </a:path>
              </a:pathLst>
            </a:custGeom>
            <a:ln w="38100">
              <a:solidFill>
                <a:srgbClr val="D6EEF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55667" y="5102186"/>
              <a:ext cx="1420114" cy="61319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3853" y="4338154"/>
              <a:ext cx="983729" cy="54690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2170" y="4227321"/>
              <a:ext cx="829055" cy="76809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219195" y="4271136"/>
              <a:ext cx="696468" cy="680974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07741" y="5224551"/>
              <a:ext cx="1119860" cy="36840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513331" y="5156517"/>
              <a:ext cx="1046835" cy="50450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36318" y="5822848"/>
              <a:ext cx="1000861" cy="66901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180333" y="5837186"/>
              <a:ext cx="774636" cy="64019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30292" y="5938113"/>
              <a:ext cx="1070749" cy="438302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45437" y="6803275"/>
              <a:ext cx="1382522" cy="48893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43579" y="6718642"/>
              <a:ext cx="696963" cy="658279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605782" y="6718947"/>
              <a:ext cx="1119860" cy="657593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250037" y="9785705"/>
            <a:ext cx="1733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50" dirty="0">
                <a:latin typeface="Malgun Gothic"/>
                <a:cs typeface="Malgun Gothic"/>
              </a:rPr>
              <a:t>9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다양한</a:t>
            </a:r>
            <a:r>
              <a:rPr sz="4400" spc="-3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Client</a:t>
            </a:r>
            <a:r>
              <a:rPr sz="4400" spc="-1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지원을</a:t>
            </a:r>
            <a:r>
              <a:rPr sz="4400" spc="-1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위한</a:t>
            </a:r>
            <a:r>
              <a:rPr sz="4400" spc="-3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다양한</a:t>
            </a:r>
            <a:r>
              <a:rPr sz="4400" spc="-3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기능</a:t>
            </a:r>
            <a:r>
              <a:rPr sz="4400" spc="-1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및</a:t>
            </a:r>
            <a:r>
              <a:rPr sz="4400" spc="-2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템플릿</a:t>
            </a:r>
            <a:r>
              <a:rPr sz="4400" spc="-30" dirty="0">
                <a:solidFill>
                  <a:srgbClr val="173360"/>
                </a:solidFill>
              </a:rPr>
              <a:t> </a:t>
            </a:r>
            <a:r>
              <a:rPr sz="4400" spc="-25" dirty="0">
                <a:solidFill>
                  <a:srgbClr val="173360"/>
                </a:solidFill>
              </a:rPr>
              <a:t>제공</a:t>
            </a:r>
            <a:endParaRPr sz="4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608474" y="2734820"/>
            <a:ext cx="12790805" cy="68580"/>
          </a:xfrm>
          <a:custGeom>
            <a:avLst/>
            <a:gdLst/>
            <a:ahLst/>
            <a:cxnLst/>
            <a:rect l="l" t="t" r="r" b="b"/>
            <a:pathLst>
              <a:path w="12790805" h="68580">
                <a:moveTo>
                  <a:pt x="0" y="68577"/>
                </a:moveTo>
                <a:lnTo>
                  <a:pt x="12790703" y="68577"/>
                </a:lnTo>
                <a:lnTo>
                  <a:pt x="12790703" y="0"/>
                </a:lnTo>
                <a:lnTo>
                  <a:pt x="0" y="0"/>
                </a:lnTo>
                <a:lnTo>
                  <a:pt x="0" y="68577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69035" y="2620556"/>
            <a:ext cx="82550" cy="333375"/>
            <a:chOff x="869035" y="2620556"/>
            <a:chExt cx="82550" cy="333375"/>
          </a:xfrm>
        </p:grpSpPr>
        <p:sp>
          <p:nvSpPr>
            <p:cNvPr id="4" name="object 4"/>
            <p:cNvSpPr/>
            <p:nvPr/>
          </p:nvSpPr>
          <p:spPr>
            <a:xfrm>
              <a:off x="869035" y="2803436"/>
              <a:ext cx="82550" cy="150495"/>
            </a:xfrm>
            <a:custGeom>
              <a:avLst/>
              <a:gdLst/>
              <a:ahLst/>
              <a:cxnLst/>
              <a:rect l="l" t="t" r="r" b="b"/>
              <a:pathLst>
                <a:path w="82550" h="150494">
                  <a:moveTo>
                    <a:pt x="82415" y="0"/>
                  </a:moveTo>
                  <a:lnTo>
                    <a:pt x="0" y="0"/>
                  </a:lnTo>
                  <a:lnTo>
                    <a:pt x="0" y="149948"/>
                  </a:lnTo>
                  <a:lnTo>
                    <a:pt x="82415" y="149948"/>
                  </a:lnTo>
                  <a:lnTo>
                    <a:pt x="82415" y="0"/>
                  </a:lnTo>
                  <a:close/>
                </a:path>
              </a:pathLst>
            </a:custGeom>
            <a:solidFill>
              <a:srgbClr val="005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9035" y="2620556"/>
              <a:ext cx="82550" cy="182880"/>
            </a:xfrm>
            <a:custGeom>
              <a:avLst/>
              <a:gdLst/>
              <a:ahLst/>
              <a:cxnLst/>
              <a:rect l="l" t="t" r="r" b="b"/>
              <a:pathLst>
                <a:path w="82550" h="182880">
                  <a:moveTo>
                    <a:pt x="82417" y="0"/>
                  </a:moveTo>
                  <a:lnTo>
                    <a:pt x="0" y="0"/>
                  </a:lnTo>
                  <a:lnTo>
                    <a:pt x="0" y="182841"/>
                  </a:lnTo>
                  <a:lnTo>
                    <a:pt x="82417" y="182841"/>
                  </a:lnTo>
                  <a:lnTo>
                    <a:pt x="82417" y="0"/>
                  </a:lnTo>
                  <a:close/>
                </a:path>
              </a:pathLst>
            </a:custGeom>
            <a:solidFill>
              <a:srgbClr val="1EAC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6284" y="1649094"/>
            <a:ext cx="16558260" cy="127762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algn="just">
              <a:lnSpc>
                <a:spcPct val="104800"/>
              </a:lnSpc>
              <a:spcBef>
                <a:spcPts val="10"/>
              </a:spcBef>
            </a:pP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Confluent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Platform는</a:t>
            </a:r>
            <a:r>
              <a:rPr sz="1650" spc="16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데이터를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가져오는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대상인</a:t>
            </a:r>
            <a:r>
              <a:rPr sz="1650" spc="19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Data</a:t>
            </a:r>
            <a:r>
              <a:rPr sz="1650" spc="19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Source</a:t>
            </a:r>
            <a:r>
              <a:rPr sz="1650" spc="18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및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데이터를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내보내는</a:t>
            </a:r>
            <a:r>
              <a:rPr sz="1650" spc="18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대상인</a:t>
            </a:r>
            <a:r>
              <a:rPr sz="1650" spc="17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Data</a:t>
            </a:r>
            <a:r>
              <a:rPr sz="1650" spc="19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Sink가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될</a:t>
            </a:r>
            <a:r>
              <a:rPr sz="1650" spc="16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수</a:t>
            </a:r>
            <a:r>
              <a:rPr sz="1650" spc="17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있는</a:t>
            </a:r>
            <a:r>
              <a:rPr sz="1650" spc="18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다양한</a:t>
            </a:r>
            <a:r>
              <a:rPr sz="1650" spc="16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대상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시스템들과</a:t>
            </a:r>
            <a:r>
              <a:rPr sz="1650" spc="17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손쉽게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연결하기</a:t>
            </a:r>
            <a:r>
              <a:rPr sz="1650" spc="18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위한</a:t>
            </a:r>
            <a:r>
              <a:rPr sz="1650" spc="17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25" dirty="0">
                <a:solidFill>
                  <a:srgbClr val="3E3E3E"/>
                </a:solidFill>
                <a:latin typeface="Malgun Gothic"/>
                <a:cs typeface="Malgun Gothic"/>
              </a:rPr>
              <a:t>다양한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Connector들을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제공합니다.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대상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source 및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sink와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Confluent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Platform간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연결을 위해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client를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별도로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개발하지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않고</a:t>
            </a:r>
            <a:r>
              <a:rPr sz="1650" spc="-1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Connector와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설정만으로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쉽게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연결할</a:t>
            </a:r>
            <a:r>
              <a:rPr sz="1650" spc="-1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수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있으므로,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개발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50" dirty="0">
                <a:solidFill>
                  <a:srgbClr val="3E3E3E"/>
                </a:solidFill>
                <a:latin typeface="Malgun Gothic"/>
                <a:cs typeface="Malgun Gothic"/>
              </a:rPr>
              <a:t>소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스</a:t>
            </a:r>
            <a:r>
              <a:rPr sz="1650" spc="-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관리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및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유지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보수를</a:t>
            </a:r>
            <a:r>
              <a:rPr sz="1650" spc="-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피할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수</a:t>
            </a:r>
            <a:r>
              <a:rPr sz="1650" spc="-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있습니다.</a:t>
            </a:r>
            <a:endParaRPr sz="1650">
              <a:latin typeface="Malgun Gothic"/>
              <a:cs typeface="Malgun Gothic"/>
            </a:endParaRPr>
          </a:p>
          <a:p>
            <a:pPr marL="158750">
              <a:lnSpc>
                <a:spcPct val="100000"/>
              </a:lnSpc>
              <a:spcBef>
                <a:spcPts val="1560"/>
              </a:spcBef>
            </a:pPr>
            <a:r>
              <a:rPr sz="1800" dirty="0">
                <a:solidFill>
                  <a:srgbClr val="221F1F"/>
                </a:solidFill>
                <a:latin typeface="Malgun Gothic"/>
                <a:cs typeface="Malgun Gothic"/>
              </a:rPr>
              <a:t>다양한</a:t>
            </a:r>
            <a:r>
              <a:rPr sz="18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221F1F"/>
                </a:solidFill>
                <a:latin typeface="Malgun Gothic"/>
                <a:cs typeface="Malgun Gothic"/>
              </a:rPr>
              <a:t>Connector</a:t>
            </a:r>
            <a:r>
              <a:rPr sz="1800" spc="-5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800" spc="-25" dirty="0">
                <a:solidFill>
                  <a:srgbClr val="221F1F"/>
                </a:solidFill>
                <a:latin typeface="Malgun Gothic"/>
                <a:cs typeface="Malgun Gothic"/>
              </a:rPr>
              <a:t>지원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24127" y="3486137"/>
            <a:ext cx="7966075" cy="6038215"/>
            <a:chOff x="1024127" y="3486137"/>
            <a:chExt cx="7966075" cy="60382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127" y="3497579"/>
              <a:ext cx="7965185" cy="60266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31087" y="3554983"/>
              <a:ext cx="7954009" cy="5952490"/>
            </a:xfrm>
            <a:custGeom>
              <a:avLst/>
              <a:gdLst/>
              <a:ahLst/>
              <a:cxnLst/>
              <a:rect l="l" t="t" r="r" b="b"/>
              <a:pathLst>
                <a:path w="7954009" h="5952490">
                  <a:moveTo>
                    <a:pt x="0" y="5952413"/>
                  </a:moveTo>
                  <a:lnTo>
                    <a:pt x="7954009" y="5952413"/>
                  </a:lnTo>
                  <a:lnTo>
                    <a:pt x="7954009" y="0"/>
                  </a:lnTo>
                  <a:lnTo>
                    <a:pt x="0" y="0"/>
                  </a:lnTo>
                  <a:lnTo>
                    <a:pt x="0" y="5952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1087" y="3490899"/>
              <a:ext cx="7954009" cy="6016625"/>
            </a:xfrm>
            <a:custGeom>
              <a:avLst/>
              <a:gdLst/>
              <a:ahLst/>
              <a:cxnLst/>
              <a:rect l="l" t="t" r="r" b="b"/>
              <a:pathLst>
                <a:path w="7954009" h="6016625">
                  <a:moveTo>
                    <a:pt x="0" y="6016497"/>
                  </a:moveTo>
                  <a:lnTo>
                    <a:pt x="7954009" y="6016497"/>
                  </a:lnTo>
                  <a:lnTo>
                    <a:pt x="7954009" y="0"/>
                  </a:lnTo>
                  <a:lnTo>
                    <a:pt x="0" y="0"/>
                  </a:lnTo>
                  <a:lnTo>
                    <a:pt x="0" y="6016497"/>
                  </a:lnTo>
                  <a:close/>
                </a:path>
              </a:pathLst>
            </a:custGeom>
            <a:ln w="9525">
              <a:solidFill>
                <a:srgbClr val="D7D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69061" y="3068078"/>
            <a:ext cx="8116570" cy="487045"/>
          </a:xfrm>
          <a:prstGeom prst="rect">
            <a:avLst/>
          </a:prstGeom>
          <a:solidFill>
            <a:srgbClr val="005BAC"/>
          </a:solidFill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Pre-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built</a:t>
            </a:r>
            <a:r>
              <a:rPr sz="18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Connectors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7808" y="3550792"/>
            <a:ext cx="8132445" cy="2953385"/>
            <a:chOff x="857808" y="3550792"/>
            <a:chExt cx="8132445" cy="2953385"/>
          </a:xfrm>
        </p:grpSpPr>
        <p:sp>
          <p:nvSpPr>
            <p:cNvPr id="13" name="object 13"/>
            <p:cNvSpPr/>
            <p:nvPr/>
          </p:nvSpPr>
          <p:spPr>
            <a:xfrm>
              <a:off x="857808" y="3550792"/>
              <a:ext cx="175895" cy="139700"/>
            </a:xfrm>
            <a:custGeom>
              <a:avLst/>
              <a:gdLst/>
              <a:ahLst/>
              <a:cxnLst/>
              <a:rect l="l" t="t" r="r" b="b"/>
              <a:pathLst>
                <a:path w="175894" h="139700">
                  <a:moveTo>
                    <a:pt x="175336" y="0"/>
                  </a:moveTo>
                  <a:lnTo>
                    <a:pt x="0" y="0"/>
                  </a:lnTo>
                  <a:lnTo>
                    <a:pt x="175336" y="139573"/>
                  </a:lnTo>
                  <a:lnTo>
                    <a:pt x="175336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78547" y="5043055"/>
              <a:ext cx="1168768" cy="482968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96897" y="5017541"/>
              <a:ext cx="867727" cy="53388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031087" y="6499097"/>
              <a:ext cx="7954645" cy="0"/>
            </a:xfrm>
            <a:custGeom>
              <a:avLst/>
              <a:gdLst/>
              <a:ahLst/>
              <a:cxnLst/>
              <a:rect l="l" t="t" r="r" b="b"/>
              <a:pathLst>
                <a:path w="7954645">
                  <a:moveTo>
                    <a:pt x="0" y="0"/>
                  </a:moveTo>
                  <a:lnTo>
                    <a:pt x="7954035" y="0"/>
                  </a:lnTo>
                </a:path>
              </a:pathLst>
            </a:custGeom>
            <a:ln w="9525">
              <a:solidFill>
                <a:srgbClr val="17336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8076" y="4115841"/>
              <a:ext cx="1104925" cy="29385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72841" y="4125518"/>
              <a:ext cx="799553" cy="27426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765549" y="4100271"/>
              <a:ext cx="1013917" cy="3184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072760" y="4143120"/>
              <a:ext cx="1168768" cy="232663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378076" y="4555794"/>
              <a:ext cx="1097013" cy="36266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82977" y="4545202"/>
              <a:ext cx="692823" cy="38379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535680" y="4545279"/>
              <a:ext cx="385317" cy="318439"/>
            </a:xfrm>
            <a:prstGeom prst="rect">
              <a:avLst/>
            </a:prstGeom>
          </p:spPr>
        </p:pic>
      </p:grpSp>
      <p:grpSp>
        <p:nvGrpSpPr>
          <p:cNvPr id="24" name="object 24"/>
          <p:cNvGrpSpPr/>
          <p:nvPr/>
        </p:nvGrpSpPr>
        <p:grpSpPr>
          <a:xfrm>
            <a:off x="9515856" y="3460229"/>
            <a:ext cx="7888605" cy="6038215"/>
            <a:chOff x="9515856" y="3460229"/>
            <a:chExt cx="7888605" cy="6038215"/>
          </a:xfrm>
        </p:grpSpPr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15856" y="3471672"/>
              <a:ext cx="7887461" cy="6026658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522587" y="3537585"/>
              <a:ext cx="7877175" cy="5944235"/>
            </a:xfrm>
            <a:custGeom>
              <a:avLst/>
              <a:gdLst/>
              <a:ahLst/>
              <a:cxnLst/>
              <a:rect l="l" t="t" r="r" b="b"/>
              <a:pathLst>
                <a:path w="7877175" h="5944234">
                  <a:moveTo>
                    <a:pt x="0" y="5943904"/>
                  </a:moveTo>
                  <a:lnTo>
                    <a:pt x="7876794" y="5943904"/>
                  </a:lnTo>
                  <a:lnTo>
                    <a:pt x="7876794" y="0"/>
                  </a:lnTo>
                  <a:lnTo>
                    <a:pt x="0" y="0"/>
                  </a:lnTo>
                  <a:lnTo>
                    <a:pt x="0" y="59439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9522587" y="3464991"/>
              <a:ext cx="7877175" cy="6016625"/>
            </a:xfrm>
            <a:custGeom>
              <a:avLst/>
              <a:gdLst/>
              <a:ahLst/>
              <a:cxnLst/>
              <a:rect l="l" t="t" r="r" b="b"/>
              <a:pathLst>
                <a:path w="7877175" h="6016625">
                  <a:moveTo>
                    <a:pt x="0" y="6016498"/>
                  </a:moveTo>
                  <a:lnTo>
                    <a:pt x="7876794" y="6016498"/>
                  </a:lnTo>
                  <a:lnTo>
                    <a:pt x="7876794" y="0"/>
                  </a:lnTo>
                  <a:lnTo>
                    <a:pt x="0" y="0"/>
                  </a:lnTo>
                  <a:lnTo>
                    <a:pt x="0" y="6016498"/>
                  </a:lnTo>
                  <a:close/>
                </a:path>
              </a:pathLst>
            </a:custGeom>
            <a:ln w="9525">
              <a:solidFill>
                <a:srgbClr val="D7D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9332976" y="3050679"/>
            <a:ext cx="8066405" cy="487045"/>
          </a:xfrm>
          <a:prstGeom prst="rect">
            <a:avLst/>
          </a:prstGeom>
          <a:solidFill>
            <a:srgbClr val="0080CC"/>
          </a:solidFill>
        </p:spPr>
        <p:txBody>
          <a:bodyPr vert="horz" wrap="square" lIns="0" tIns="10731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845"/>
              </a:spcBef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Connector</a:t>
            </a:r>
            <a:r>
              <a:rPr sz="18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Hub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333103" y="3533394"/>
            <a:ext cx="7921625" cy="6141085"/>
            <a:chOff x="9333103" y="3533394"/>
            <a:chExt cx="7921625" cy="6141085"/>
          </a:xfrm>
        </p:grpSpPr>
        <p:sp>
          <p:nvSpPr>
            <p:cNvPr id="30" name="object 30"/>
            <p:cNvSpPr/>
            <p:nvPr/>
          </p:nvSpPr>
          <p:spPr>
            <a:xfrm>
              <a:off x="9333103" y="3533394"/>
              <a:ext cx="175260" cy="139700"/>
            </a:xfrm>
            <a:custGeom>
              <a:avLst/>
              <a:gdLst/>
              <a:ahLst/>
              <a:cxnLst/>
              <a:rect l="l" t="t" r="r" b="b"/>
              <a:pathLst>
                <a:path w="175259" h="139700">
                  <a:moveTo>
                    <a:pt x="175260" y="0"/>
                  </a:moveTo>
                  <a:lnTo>
                    <a:pt x="0" y="0"/>
                  </a:lnTo>
                  <a:lnTo>
                    <a:pt x="175260" y="139446"/>
                  </a:lnTo>
                  <a:lnTo>
                    <a:pt x="175260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526524" y="5030673"/>
              <a:ext cx="7728077" cy="464362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958578" y="5442559"/>
              <a:ext cx="6891782" cy="380961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3469385" y="4854955"/>
            <a:ext cx="518795" cy="140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750" dirty="0">
                <a:latin typeface="Malgun Gothic"/>
                <a:cs typeface="Malgun Gothic"/>
              </a:rPr>
              <a:t>Data</a:t>
            </a:r>
            <a:r>
              <a:rPr sz="750" spc="-25" dirty="0">
                <a:latin typeface="Malgun Gothic"/>
                <a:cs typeface="Malgun Gothic"/>
              </a:rPr>
              <a:t> </a:t>
            </a:r>
            <a:r>
              <a:rPr sz="750" spc="-10" dirty="0">
                <a:latin typeface="Malgun Gothic"/>
                <a:cs typeface="Malgun Gothic"/>
              </a:rPr>
              <a:t>Diode</a:t>
            </a:r>
            <a:endParaRPr sz="750">
              <a:latin typeface="Malgun Gothic"/>
              <a:cs typeface="Malgun Gothic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92986" y="4073334"/>
            <a:ext cx="7625080" cy="3613785"/>
            <a:chOff x="1292986" y="4073334"/>
            <a:chExt cx="7625080" cy="3613785"/>
          </a:xfrm>
        </p:grpSpPr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38979" y="4581677"/>
              <a:ext cx="1035596" cy="29385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17011" y="5170982"/>
              <a:ext cx="1059180" cy="22702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92986" y="5770117"/>
              <a:ext cx="659612" cy="291084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198369" y="5709119"/>
              <a:ext cx="574535" cy="41151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849625" y="5732843"/>
              <a:ext cx="993165" cy="38627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690359" y="4073334"/>
              <a:ext cx="1035596" cy="42792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5714238" y="5442533"/>
              <a:ext cx="847343" cy="185851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615938" y="4637404"/>
              <a:ext cx="888492" cy="178308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924800" y="4816246"/>
              <a:ext cx="993165" cy="196697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476110" y="5989573"/>
              <a:ext cx="1168768" cy="15163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832853" y="5099430"/>
              <a:ext cx="734479" cy="60655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50683" y="5723242"/>
              <a:ext cx="993178" cy="574433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60931" y="6631762"/>
              <a:ext cx="966978" cy="38625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806826" y="6729666"/>
              <a:ext cx="721029" cy="190436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743450" y="6743471"/>
              <a:ext cx="1115568" cy="163042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517510" y="6733323"/>
              <a:ext cx="1013917" cy="21789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558539" y="5356859"/>
              <a:ext cx="2718816" cy="233019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831335" y="5632703"/>
              <a:ext cx="2173224" cy="1755775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855719" y="5644387"/>
              <a:ext cx="2143125" cy="1754505"/>
            </a:xfrm>
            <a:custGeom>
              <a:avLst/>
              <a:gdLst/>
              <a:ahLst/>
              <a:cxnLst/>
              <a:rect l="l" t="t" r="r" b="b"/>
              <a:pathLst>
                <a:path w="2143125" h="1754504">
                  <a:moveTo>
                    <a:pt x="1071371" y="0"/>
                  </a:moveTo>
                  <a:lnTo>
                    <a:pt x="1017900" y="1073"/>
                  </a:lnTo>
                  <a:lnTo>
                    <a:pt x="965107" y="4260"/>
                  </a:lnTo>
                  <a:lnTo>
                    <a:pt x="913054" y="9509"/>
                  </a:lnTo>
                  <a:lnTo>
                    <a:pt x="861802" y="16772"/>
                  </a:lnTo>
                  <a:lnTo>
                    <a:pt x="811413" y="25997"/>
                  </a:lnTo>
                  <a:lnTo>
                    <a:pt x="761949" y="37134"/>
                  </a:lnTo>
                  <a:lnTo>
                    <a:pt x="713469" y="50134"/>
                  </a:lnTo>
                  <a:lnTo>
                    <a:pt x="666037" y="64945"/>
                  </a:lnTo>
                  <a:lnTo>
                    <a:pt x="619712" y="81517"/>
                  </a:lnTo>
                  <a:lnTo>
                    <a:pt x="574557" y="99801"/>
                  </a:lnTo>
                  <a:lnTo>
                    <a:pt x="530634" y="119746"/>
                  </a:lnTo>
                  <a:lnTo>
                    <a:pt x="488002" y="141302"/>
                  </a:lnTo>
                  <a:lnTo>
                    <a:pt x="446725" y="164418"/>
                  </a:lnTo>
                  <a:lnTo>
                    <a:pt x="406862" y="189045"/>
                  </a:lnTo>
                  <a:lnTo>
                    <a:pt x="368477" y="215131"/>
                  </a:lnTo>
                  <a:lnTo>
                    <a:pt x="331629" y="242628"/>
                  </a:lnTo>
                  <a:lnTo>
                    <a:pt x="296380" y="271483"/>
                  </a:lnTo>
                  <a:lnTo>
                    <a:pt x="262792" y="301648"/>
                  </a:lnTo>
                  <a:lnTo>
                    <a:pt x="230926" y="333072"/>
                  </a:lnTo>
                  <a:lnTo>
                    <a:pt x="200844" y="365705"/>
                  </a:lnTo>
                  <a:lnTo>
                    <a:pt x="172607" y="399496"/>
                  </a:lnTo>
                  <a:lnTo>
                    <a:pt x="146275" y="434396"/>
                  </a:lnTo>
                  <a:lnTo>
                    <a:pt x="121912" y="470353"/>
                  </a:lnTo>
                  <a:lnTo>
                    <a:pt x="99577" y="507319"/>
                  </a:lnTo>
                  <a:lnTo>
                    <a:pt x="79333" y="545241"/>
                  </a:lnTo>
                  <a:lnTo>
                    <a:pt x="61240" y="584071"/>
                  </a:lnTo>
                  <a:lnTo>
                    <a:pt x="45361" y="623758"/>
                  </a:lnTo>
                  <a:lnTo>
                    <a:pt x="31756" y="664252"/>
                  </a:lnTo>
                  <a:lnTo>
                    <a:pt x="20488" y="705502"/>
                  </a:lnTo>
                  <a:lnTo>
                    <a:pt x="11616" y="747458"/>
                  </a:lnTo>
                  <a:lnTo>
                    <a:pt x="5203" y="790070"/>
                  </a:lnTo>
                  <a:lnTo>
                    <a:pt x="1311" y="833288"/>
                  </a:lnTo>
                  <a:lnTo>
                    <a:pt x="0" y="877062"/>
                  </a:lnTo>
                  <a:lnTo>
                    <a:pt x="1311" y="920835"/>
                  </a:lnTo>
                  <a:lnTo>
                    <a:pt x="5203" y="964053"/>
                  </a:lnTo>
                  <a:lnTo>
                    <a:pt x="11616" y="1006665"/>
                  </a:lnTo>
                  <a:lnTo>
                    <a:pt x="20488" y="1048621"/>
                  </a:lnTo>
                  <a:lnTo>
                    <a:pt x="31756" y="1089871"/>
                  </a:lnTo>
                  <a:lnTo>
                    <a:pt x="45361" y="1130365"/>
                  </a:lnTo>
                  <a:lnTo>
                    <a:pt x="61240" y="1170052"/>
                  </a:lnTo>
                  <a:lnTo>
                    <a:pt x="79333" y="1208882"/>
                  </a:lnTo>
                  <a:lnTo>
                    <a:pt x="99577" y="1246804"/>
                  </a:lnTo>
                  <a:lnTo>
                    <a:pt x="121912" y="1283770"/>
                  </a:lnTo>
                  <a:lnTo>
                    <a:pt x="146275" y="1319727"/>
                  </a:lnTo>
                  <a:lnTo>
                    <a:pt x="172607" y="1354627"/>
                  </a:lnTo>
                  <a:lnTo>
                    <a:pt x="200844" y="1388418"/>
                  </a:lnTo>
                  <a:lnTo>
                    <a:pt x="230926" y="1421051"/>
                  </a:lnTo>
                  <a:lnTo>
                    <a:pt x="262792" y="1452475"/>
                  </a:lnTo>
                  <a:lnTo>
                    <a:pt x="296380" y="1482640"/>
                  </a:lnTo>
                  <a:lnTo>
                    <a:pt x="331629" y="1511495"/>
                  </a:lnTo>
                  <a:lnTo>
                    <a:pt x="368477" y="1538992"/>
                  </a:lnTo>
                  <a:lnTo>
                    <a:pt x="406862" y="1565078"/>
                  </a:lnTo>
                  <a:lnTo>
                    <a:pt x="446725" y="1589705"/>
                  </a:lnTo>
                  <a:lnTo>
                    <a:pt x="488002" y="1612821"/>
                  </a:lnTo>
                  <a:lnTo>
                    <a:pt x="530634" y="1634377"/>
                  </a:lnTo>
                  <a:lnTo>
                    <a:pt x="574557" y="1654322"/>
                  </a:lnTo>
                  <a:lnTo>
                    <a:pt x="619712" y="1672606"/>
                  </a:lnTo>
                  <a:lnTo>
                    <a:pt x="666037" y="1689178"/>
                  </a:lnTo>
                  <a:lnTo>
                    <a:pt x="713469" y="1703989"/>
                  </a:lnTo>
                  <a:lnTo>
                    <a:pt x="761949" y="1716989"/>
                  </a:lnTo>
                  <a:lnTo>
                    <a:pt x="811413" y="1728126"/>
                  </a:lnTo>
                  <a:lnTo>
                    <a:pt x="861802" y="1737351"/>
                  </a:lnTo>
                  <a:lnTo>
                    <a:pt x="913054" y="1744614"/>
                  </a:lnTo>
                  <a:lnTo>
                    <a:pt x="965107" y="1749863"/>
                  </a:lnTo>
                  <a:lnTo>
                    <a:pt x="1017900" y="1753050"/>
                  </a:lnTo>
                  <a:lnTo>
                    <a:pt x="1071371" y="1754124"/>
                  </a:lnTo>
                  <a:lnTo>
                    <a:pt x="1124832" y="1753050"/>
                  </a:lnTo>
                  <a:lnTo>
                    <a:pt x="1177614" y="1749863"/>
                  </a:lnTo>
                  <a:lnTo>
                    <a:pt x="1229657" y="1744614"/>
                  </a:lnTo>
                  <a:lnTo>
                    <a:pt x="1280900" y="1737351"/>
                  </a:lnTo>
                  <a:lnTo>
                    <a:pt x="1331280" y="1728126"/>
                  </a:lnTo>
                  <a:lnTo>
                    <a:pt x="1380737" y="1716989"/>
                  </a:lnTo>
                  <a:lnTo>
                    <a:pt x="1429209" y="1703989"/>
                  </a:lnTo>
                  <a:lnTo>
                    <a:pt x="1476635" y="1689178"/>
                  </a:lnTo>
                  <a:lnTo>
                    <a:pt x="1522953" y="1672606"/>
                  </a:lnTo>
                  <a:lnTo>
                    <a:pt x="1568102" y="1654322"/>
                  </a:lnTo>
                  <a:lnTo>
                    <a:pt x="1612020" y="1634377"/>
                  </a:lnTo>
                  <a:lnTo>
                    <a:pt x="1654646" y="1612821"/>
                  </a:lnTo>
                  <a:lnTo>
                    <a:pt x="1695919" y="1589705"/>
                  </a:lnTo>
                  <a:lnTo>
                    <a:pt x="1735778" y="1565078"/>
                  </a:lnTo>
                  <a:lnTo>
                    <a:pt x="1774160" y="1538992"/>
                  </a:lnTo>
                  <a:lnTo>
                    <a:pt x="1811005" y="1511495"/>
                  </a:lnTo>
                  <a:lnTo>
                    <a:pt x="1846250" y="1482640"/>
                  </a:lnTo>
                  <a:lnTo>
                    <a:pt x="1879836" y="1452475"/>
                  </a:lnTo>
                  <a:lnTo>
                    <a:pt x="1911699" y="1421051"/>
                  </a:lnTo>
                  <a:lnTo>
                    <a:pt x="1941780" y="1388418"/>
                  </a:lnTo>
                  <a:lnTo>
                    <a:pt x="1970016" y="1354627"/>
                  </a:lnTo>
                  <a:lnTo>
                    <a:pt x="1996345" y="1319727"/>
                  </a:lnTo>
                  <a:lnTo>
                    <a:pt x="2020708" y="1283770"/>
                  </a:lnTo>
                  <a:lnTo>
                    <a:pt x="2043042" y="1246804"/>
                  </a:lnTo>
                  <a:lnTo>
                    <a:pt x="2063285" y="1208882"/>
                  </a:lnTo>
                  <a:lnTo>
                    <a:pt x="2081377" y="1170052"/>
                  </a:lnTo>
                  <a:lnTo>
                    <a:pt x="2097256" y="1130365"/>
                  </a:lnTo>
                  <a:lnTo>
                    <a:pt x="2110860" y="1089871"/>
                  </a:lnTo>
                  <a:lnTo>
                    <a:pt x="2122129" y="1048621"/>
                  </a:lnTo>
                  <a:lnTo>
                    <a:pt x="2131000" y="1006665"/>
                  </a:lnTo>
                  <a:lnTo>
                    <a:pt x="2137413" y="964053"/>
                  </a:lnTo>
                  <a:lnTo>
                    <a:pt x="2141305" y="920835"/>
                  </a:lnTo>
                  <a:lnTo>
                    <a:pt x="2142616" y="877062"/>
                  </a:lnTo>
                  <a:lnTo>
                    <a:pt x="2141305" y="833288"/>
                  </a:lnTo>
                  <a:lnTo>
                    <a:pt x="2137413" y="790070"/>
                  </a:lnTo>
                  <a:lnTo>
                    <a:pt x="2131000" y="747458"/>
                  </a:lnTo>
                  <a:lnTo>
                    <a:pt x="2122129" y="705502"/>
                  </a:lnTo>
                  <a:lnTo>
                    <a:pt x="2110860" y="664252"/>
                  </a:lnTo>
                  <a:lnTo>
                    <a:pt x="2097256" y="623758"/>
                  </a:lnTo>
                  <a:lnTo>
                    <a:pt x="2081377" y="584071"/>
                  </a:lnTo>
                  <a:lnTo>
                    <a:pt x="2063285" y="545241"/>
                  </a:lnTo>
                  <a:lnTo>
                    <a:pt x="2043042" y="507319"/>
                  </a:lnTo>
                  <a:lnTo>
                    <a:pt x="2020708" y="470353"/>
                  </a:lnTo>
                  <a:lnTo>
                    <a:pt x="1996345" y="434396"/>
                  </a:lnTo>
                  <a:lnTo>
                    <a:pt x="1970016" y="399496"/>
                  </a:lnTo>
                  <a:lnTo>
                    <a:pt x="1941780" y="365705"/>
                  </a:lnTo>
                  <a:lnTo>
                    <a:pt x="1911699" y="333072"/>
                  </a:lnTo>
                  <a:lnTo>
                    <a:pt x="1879836" y="301648"/>
                  </a:lnTo>
                  <a:lnTo>
                    <a:pt x="1846250" y="271483"/>
                  </a:lnTo>
                  <a:lnTo>
                    <a:pt x="1811005" y="242628"/>
                  </a:lnTo>
                  <a:lnTo>
                    <a:pt x="1774160" y="215131"/>
                  </a:lnTo>
                  <a:lnTo>
                    <a:pt x="1735778" y="189045"/>
                  </a:lnTo>
                  <a:lnTo>
                    <a:pt x="1695919" y="164418"/>
                  </a:lnTo>
                  <a:lnTo>
                    <a:pt x="1654646" y="141302"/>
                  </a:lnTo>
                  <a:lnTo>
                    <a:pt x="1612020" y="119746"/>
                  </a:lnTo>
                  <a:lnTo>
                    <a:pt x="1568102" y="99801"/>
                  </a:lnTo>
                  <a:lnTo>
                    <a:pt x="1522953" y="81517"/>
                  </a:lnTo>
                  <a:lnTo>
                    <a:pt x="1476635" y="64945"/>
                  </a:lnTo>
                  <a:lnTo>
                    <a:pt x="1429209" y="50134"/>
                  </a:lnTo>
                  <a:lnTo>
                    <a:pt x="1380737" y="37134"/>
                  </a:lnTo>
                  <a:lnTo>
                    <a:pt x="1331280" y="25997"/>
                  </a:lnTo>
                  <a:lnTo>
                    <a:pt x="1280900" y="16772"/>
                  </a:lnTo>
                  <a:lnTo>
                    <a:pt x="1229657" y="9509"/>
                  </a:lnTo>
                  <a:lnTo>
                    <a:pt x="1177614" y="4260"/>
                  </a:lnTo>
                  <a:lnTo>
                    <a:pt x="1124832" y="1073"/>
                  </a:lnTo>
                  <a:lnTo>
                    <a:pt x="107137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855719" y="5644387"/>
              <a:ext cx="2143125" cy="1754505"/>
            </a:xfrm>
            <a:custGeom>
              <a:avLst/>
              <a:gdLst/>
              <a:ahLst/>
              <a:cxnLst/>
              <a:rect l="l" t="t" r="r" b="b"/>
              <a:pathLst>
                <a:path w="2143125" h="1754504">
                  <a:moveTo>
                    <a:pt x="0" y="877062"/>
                  </a:moveTo>
                  <a:lnTo>
                    <a:pt x="1311" y="833288"/>
                  </a:lnTo>
                  <a:lnTo>
                    <a:pt x="5203" y="790070"/>
                  </a:lnTo>
                  <a:lnTo>
                    <a:pt x="11616" y="747458"/>
                  </a:lnTo>
                  <a:lnTo>
                    <a:pt x="20488" y="705502"/>
                  </a:lnTo>
                  <a:lnTo>
                    <a:pt x="31756" y="664252"/>
                  </a:lnTo>
                  <a:lnTo>
                    <a:pt x="45361" y="623758"/>
                  </a:lnTo>
                  <a:lnTo>
                    <a:pt x="61240" y="584071"/>
                  </a:lnTo>
                  <a:lnTo>
                    <a:pt x="79333" y="545241"/>
                  </a:lnTo>
                  <a:lnTo>
                    <a:pt x="99577" y="507319"/>
                  </a:lnTo>
                  <a:lnTo>
                    <a:pt x="121912" y="470353"/>
                  </a:lnTo>
                  <a:lnTo>
                    <a:pt x="146275" y="434396"/>
                  </a:lnTo>
                  <a:lnTo>
                    <a:pt x="172607" y="399496"/>
                  </a:lnTo>
                  <a:lnTo>
                    <a:pt x="200844" y="365705"/>
                  </a:lnTo>
                  <a:lnTo>
                    <a:pt x="230926" y="333072"/>
                  </a:lnTo>
                  <a:lnTo>
                    <a:pt x="262792" y="301648"/>
                  </a:lnTo>
                  <a:lnTo>
                    <a:pt x="296380" y="271483"/>
                  </a:lnTo>
                  <a:lnTo>
                    <a:pt x="331629" y="242628"/>
                  </a:lnTo>
                  <a:lnTo>
                    <a:pt x="368477" y="215131"/>
                  </a:lnTo>
                  <a:lnTo>
                    <a:pt x="406862" y="189045"/>
                  </a:lnTo>
                  <a:lnTo>
                    <a:pt x="446725" y="164418"/>
                  </a:lnTo>
                  <a:lnTo>
                    <a:pt x="488002" y="141302"/>
                  </a:lnTo>
                  <a:lnTo>
                    <a:pt x="530634" y="119746"/>
                  </a:lnTo>
                  <a:lnTo>
                    <a:pt x="574557" y="99801"/>
                  </a:lnTo>
                  <a:lnTo>
                    <a:pt x="619712" y="81517"/>
                  </a:lnTo>
                  <a:lnTo>
                    <a:pt x="666037" y="64945"/>
                  </a:lnTo>
                  <a:lnTo>
                    <a:pt x="713469" y="50134"/>
                  </a:lnTo>
                  <a:lnTo>
                    <a:pt x="761949" y="37134"/>
                  </a:lnTo>
                  <a:lnTo>
                    <a:pt x="811413" y="25997"/>
                  </a:lnTo>
                  <a:lnTo>
                    <a:pt x="861802" y="16772"/>
                  </a:lnTo>
                  <a:lnTo>
                    <a:pt x="913054" y="9509"/>
                  </a:lnTo>
                  <a:lnTo>
                    <a:pt x="965107" y="4260"/>
                  </a:lnTo>
                  <a:lnTo>
                    <a:pt x="1017900" y="1073"/>
                  </a:lnTo>
                  <a:lnTo>
                    <a:pt x="1071371" y="0"/>
                  </a:lnTo>
                  <a:lnTo>
                    <a:pt x="1124832" y="1073"/>
                  </a:lnTo>
                  <a:lnTo>
                    <a:pt x="1177614" y="4260"/>
                  </a:lnTo>
                  <a:lnTo>
                    <a:pt x="1229657" y="9509"/>
                  </a:lnTo>
                  <a:lnTo>
                    <a:pt x="1280900" y="16772"/>
                  </a:lnTo>
                  <a:lnTo>
                    <a:pt x="1331280" y="25997"/>
                  </a:lnTo>
                  <a:lnTo>
                    <a:pt x="1380737" y="37134"/>
                  </a:lnTo>
                  <a:lnTo>
                    <a:pt x="1429209" y="50134"/>
                  </a:lnTo>
                  <a:lnTo>
                    <a:pt x="1476635" y="64945"/>
                  </a:lnTo>
                  <a:lnTo>
                    <a:pt x="1522953" y="81517"/>
                  </a:lnTo>
                  <a:lnTo>
                    <a:pt x="1568102" y="99801"/>
                  </a:lnTo>
                  <a:lnTo>
                    <a:pt x="1612020" y="119746"/>
                  </a:lnTo>
                  <a:lnTo>
                    <a:pt x="1654646" y="141302"/>
                  </a:lnTo>
                  <a:lnTo>
                    <a:pt x="1695919" y="164418"/>
                  </a:lnTo>
                  <a:lnTo>
                    <a:pt x="1735778" y="189045"/>
                  </a:lnTo>
                  <a:lnTo>
                    <a:pt x="1774160" y="215131"/>
                  </a:lnTo>
                  <a:lnTo>
                    <a:pt x="1811005" y="242628"/>
                  </a:lnTo>
                  <a:lnTo>
                    <a:pt x="1846250" y="271483"/>
                  </a:lnTo>
                  <a:lnTo>
                    <a:pt x="1879836" y="301648"/>
                  </a:lnTo>
                  <a:lnTo>
                    <a:pt x="1911699" y="333072"/>
                  </a:lnTo>
                  <a:lnTo>
                    <a:pt x="1941780" y="365705"/>
                  </a:lnTo>
                  <a:lnTo>
                    <a:pt x="1970016" y="399496"/>
                  </a:lnTo>
                  <a:lnTo>
                    <a:pt x="1996345" y="434396"/>
                  </a:lnTo>
                  <a:lnTo>
                    <a:pt x="2020708" y="470353"/>
                  </a:lnTo>
                  <a:lnTo>
                    <a:pt x="2043042" y="507319"/>
                  </a:lnTo>
                  <a:lnTo>
                    <a:pt x="2063285" y="545241"/>
                  </a:lnTo>
                  <a:lnTo>
                    <a:pt x="2081377" y="584071"/>
                  </a:lnTo>
                  <a:lnTo>
                    <a:pt x="2097256" y="623758"/>
                  </a:lnTo>
                  <a:lnTo>
                    <a:pt x="2110860" y="664252"/>
                  </a:lnTo>
                  <a:lnTo>
                    <a:pt x="2122129" y="705502"/>
                  </a:lnTo>
                  <a:lnTo>
                    <a:pt x="2131000" y="747458"/>
                  </a:lnTo>
                  <a:lnTo>
                    <a:pt x="2137413" y="790070"/>
                  </a:lnTo>
                  <a:lnTo>
                    <a:pt x="2141305" y="833288"/>
                  </a:lnTo>
                  <a:lnTo>
                    <a:pt x="2142616" y="877062"/>
                  </a:lnTo>
                  <a:lnTo>
                    <a:pt x="2141305" y="920835"/>
                  </a:lnTo>
                  <a:lnTo>
                    <a:pt x="2137413" y="964053"/>
                  </a:lnTo>
                  <a:lnTo>
                    <a:pt x="2131000" y="1006665"/>
                  </a:lnTo>
                  <a:lnTo>
                    <a:pt x="2122129" y="1048621"/>
                  </a:lnTo>
                  <a:lnTo>
                    <a:pt x="2110860" y="1089871"/>
                  </a:lnTo>
                  <a:lnTo>
                    <a:pt x="2097256" y="1130365"/>
                  </a:lnTo>
                  <a:lnTo>
                    <a:pt x="2081377" y="1170052"/>
                  </a:lnTo>
                  <a:lnTo>
                    <a:pt x="2063285" y="1208882"/>
                  </a:lnTo>
                  <a:lnTo>
                    <a:pt x="2043042" y="1246804"/>
                  </a:lnTo>
                  <a:lnTo>
                    <a:pt x="2020708" y="1283770"/>
                  </a:lnTo>
                  <a:lnTo>
                    <a:pt x="1996345" y="1319727"/>
                  </a:lnTo>
                  <a:lnTo>
                    <a:pt x="1970016" y="1354627"/>
                  </a:lnTo>
                  <a:lnTo>
                    <a:pt x="1941780" y="1388418"/>
                  </a:lnTo>
                  <a:lnTo>
                    <a:pt x="1911699" y="1421051"/>
                  </a:lnTo>
                  <a:lnTo>
                    <a:pt x="1879836" y="1452475"/>
                  </a:lnTo>
                  <a:lnTo>
                    <a:pt x="1846250" y="1482640"/>
                  </a:lnTo>
                  <a:lnTo>
                    <a:pt x="1811005" y="1511495"/>
                  </a:lnTo>
                  <a:lnTo>
                    <a:pt x="1774160" y="1538992"/>
                  </a:lnTo>
                  <a:lnTo>
                    <a:pt x="1735778" y="1565078"/>
                  </a:lnTo>
                  <a:lnTo>
                    <a:pt x="1695919" y="1589705"/>
                  </a:lnTo>
                  <a:lnTo>
                    <a:pt x="1654646" y="1612821"/>
                  </a:lnTo>
                  <a:lnTo>
                    <a:pt x="1612020" y="1634377"/>
                  </a:lnTo>
                  <a:lnTo>
                    <a:pt x="1568102" y="1654322"/>
                  </a:lnTo>
                  <a:lnTo>
                    <a:pt x="1522953" y="1672606"/>
                  </a:lnTo>
                  <a:lnTo>
                    <a:pt x="1476635" y="1689178"/>
                  </a:lnTo>
                  <a:lnTo>
                    <a:pt x="1429209" y="1703989"/>
                  </a:lnTo>
                  <a:lnTo>
                    <a:pt x="1380737" y="1716989"/>
                  </a:lnTo>
                  <a:lnTo>
                    <a:pt x="1331280" y="1728126"/>
                  </a:lnTo>
                  <a:lnTo>
                    <a:pt x="1280900" y="1737351"/>
                  </a:lnTo>
                  <a:lnTo>
                    <a:pt x="1229657" y="1744614"/>
                  </a:lnTo>
                  <a:lnTo>
                    <a:pt x="1177614" y="1749863"/>
                  </a:lnTo>
                  <a:lnTo>
                    <a:pt x="1124832" y="1753050"/>
                  </a:lnTo>
                  <a:lnTo>
                    <a:pt x="1071371" y="1754124"/>
                  </a:lnTo>
                  <a:lnTo>
                    <a:pt x="1017900" y="1753050"/>
                  </a:lnTo>
                  <a:lnTo>
                    <a:pt x="965107" y="1749863"/>
                  </a:lnTo>
                  <a:lnTo>
                    <a:pt x="913054" y="1744614"/>
                  </a:lnTo>
                  <a:lnTo>
                    <a:pt x="861802" y="1737351"/>
                  </a:lnTo>
                  <a:lnTo>
                    <a:pt x="811413" y="1728126"/>
                  </a:lnTo>
                  <a:lnTo>
                    <a:pt x="761949" y="1716989"/>
                  </a:lnTo>
                  <a:lnTo>
                    <a:pt x="713469" y="1703989"/>
                  </a:lnTo>
                  <a:lnTo>
                    <a:pt x="666037" y="1689178"/>
                  </a:lnTo>
                  <a:lnTo>
                    <a:pt x="619712" y="1672606"/>
                  </a:lnTo>
                  <a:lnTo>
                    <a:pt x="574557" y="1654322"/>
                  </a:lnTo>
                  <a:lnTo>
                    <a:pt x="530634" y="1634377"/>
                  </a:lnTo>
                  <a:lnTo>
                    <a:pt x="488002" y="1612821"/>
                  </a:lnTo>
                  <a:lnTo>
                    <a:pt x="446725" y="1589705"/>
                  </a:lnTo>
                  <a:lnTo>
                    <a:pt x="406862" y="1565078"/>
                  </a:lnTo>
                  <a:lnTo>
                    <a:pt x="368477" y="1538992"/>
                  </a:lnTo>
                  <a:lnTo>
                    <a:pt x="331629" y="1511495"/>
                  </a:lnTo>
                  <a:lnTo>
                    <a:pt x="296380" y="1482640"/>
                  </a:lnTo>
                  <a:lnTo>
                    <a:pt x="262792" y="1452475"/>
                  </a:lnTo>
                  <a:lnTo>
                    <a:pt x="230926" y="1421051"/>
                  </a:lnTo>
                  <a:lnTo>
                    <a:pt x="200844" y="1388418"/>
                  </a:lnTo>
                  <a:lnTo>
                    <a:pt x="172607" y="1354627"/>
                  </a:lnTo>
                  <a:lnTo>
                    <a:pt x="146275" y="1319727"/>
                  </a:lnTo>
                  <a:lnTo>
                    <a:pt x="121912" y="1283770"/>
                  </a:lnTo>
                  <a:lnTo>
                    <a:pt x="99577" y="1246804"/>
                  </a:lnTo>
                  <a:lnTo>
                    <a:pt x="79333" y="1208882"/>
                  </a:lnTo>
                  <a:lnTo>
                    <a:pt x="61240" y="1170052"/>
                  </a:lnTo>
                  <a:lnTo>
                    <a:pt x="45361" y="1130365"/>
                  </a:lnTo>
                  <a:lnTo>
                    <a:pt x="31756" y="1089871"/>
                  </a:lnTo>
                  <a:lnTo>
                    <a:pt x="20488" y="1048621"/>
                  </a:lnTo>
                  <a:lnTo>
                    <a:pt x="11616" y="1006665"/>
                  </a:lnTo>
                  <a:lnTo>
                    <a:pt x="5203" y="964053"/>
                  </a:lnTo>
                  <a:lnTo>
                    <a:pt x="1311" y="920835"/>
                  </a:lnTo>
                  <a:lnTo>
                    <a:pt x="0" y="877062"/>
                  </a:lnTo>
                  <a:close/>
                </a:path>
              </a:pathLst>
            </a:custGeom>
            <a:ln w="762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4352671" y="5999226"/>
            <a:ext cx="11493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0" dirty="0">
                <a:solidFill>
                  <a:srgbClr val="173360"/>
                </a:solidFill>
                <a:latin typeface="Malgun Gothic"/>
                <a:cs typeface="Malgun Gothic"/>
              </a:rPr>
              <a:t>200+</a:t>
            </a:r>
            <a:endParaRPr sz="3600">
              <a:latin typeface="Malgun Gothic"/>
              <a:cs typeface="Malgun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42586" y="6552438"/>
            <a:ext cx="9709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906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173360"/>
                </a:solidFill>
                <a:latin typeface="Malgun Gothic"/>
                <a:cs typeface="Malgun Gothic"/>
              </a:rPr>
              <a:t>pre-</a:t>
            </a:r>
            <a:r>
              <a:rPr sz="1500" spc="-20" dirty="0">
                <a:solidFill>
                  <a:srgbClr val="173360"/>
                </a:solidFill>
                <a:latin typeface="Malgun Gothic"/>
                <a:cs typeface="Malgun Gothic"/>
              </a:rPr>
              <a:t>built </a:t>
            </a:r>
            <a:r>
              <a:rPr sz="1500" spc="-10" dirty="0">
                <a:solidFill>
                  <a:srgbClr val="173360"/>
                </a:solidFill>
                <a:latin typeface="Malgun Gothic"/>
                <a:cs typeface="Malgun Gothic"/>
              </a:rPr>
              <a:t>connectors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253426" y="3670401"/>
            <a:ext cx="7606665" cy="267335"/>
          </a:xfrm>
          <a:prstGeom prst="rect">
            <a:avLst/>
          </a:prstGeom>
          <a:solidFill>
            <a:srgbClr val="D6EEF6"/>
          </a:solidFill>
        </p:spPr>
        <p:txBody>
          <a:bodyPr vert="horz" wrap="square" lIns="0" tIns="76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0"/>
              </a:spcBef>
            </a:pPr>
            <a:r>
              <a:rPr sz="1500" b="1" dirty="0">
                <a:solidFill>
                  <a:srgbClr val="173360"/>
                </a:solidFill>
                <a:latin typeface="Malgun Gothic"/>
                <a:cs typeface="Malgun Gothic"/>
              </a:rPr>
              <a:t>80+</a:t>
            </a:r>
            <a:r>
              <a:rPr sz="1500" b="1" spc="-3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0074A1"/>
                </a:solidFill>
                <a:latin typeface="Malgun Gothic"/>
                <a:cs typeface="Malgun Gothic"/>
              </a:rPr>
              <a:t>Confluent</a:t>
            </a:r>
            <a:r>
              <a:rPr sz="1500" b="1" spc="-40" dirty="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0074A1"/>
                </a:solidFill>
                <a:latin typeface="Malgun Gothic"/>
                <a:cs typeface="Malgun Gothic"/>
              </a:rPr>
              <a:t>지원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253426" y="9105607"/>
            <a:ext cx="7606665" cy="266700"/>
          </a:xfrm>
          <a:prstGeom prst="rect">
            <a:avLst/>
          </a:prstGeom>
          <a:solidFill>
            <a:srgbClr val="D6EEF6"/>
          </a:solidFill>
        </p:spPr>
        <p:txBody>
          <a:bodyPr vert="horz" wrap="square" lIns="0" tIns="82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sz="1500" b="1" dirty="0">
                <a:solidFill>
                  <a:srgbClr val="173360"/>
                </a:solidFill>
                <a:latin typeface="Malgun Gothic"/>
                <a:cs typeface="Malgun Gothic"/>
              </a:rPr>
              <a:t>20+</a:t>
            </a:r>
            <a:r>
              <a:rPr sz="1500" b="1" spc="-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0074A1"/>
                </a:solidFill>
                <a:latin typeface="Malgun Gothic"/>
                <a:cs typeface="Malgun Gothic"/>
              </a:rPr>
              <a:t>Partner</a:t>
            </a:r>
            <a:r>
              <a:rPr sz="1500" b="1" spc="-35" dirty="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0074A1"/>
                </a:solidFill>
                <a:latin typeface="Malgun Gothic"/>
                <a:cs typeface="Malgun Gothic"/>
              </a:rPr>
              <a:t>지원,</a:t>
            </a:r>
            <a:r>
              <a:rPr sz="1500" b="1" spc="-25" dirty="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0074A1"/>
                </a:solidFill>
                <a:latin typeface="Malgun Gothic"/>
                <a:cs typeface="Malgun Gothic"/>
              </a:rPr>
              <a:t>Confluent</a:t>
            </a:r>
            <a:r>
              <a:rPr sz="1500" b="1" spc="-20" dirty="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sz="1500" b="1" spc="-25" dirty="0">
                <a:solidFill>
                  <a:srgbClr val="0074A1"/>
                </a:solidFill>
                <a:latin typeface="Malgun Gothic"/>
                <a:cs typeface="Malgun Gothic"/>
              </a:rPr>
              <a:t>검증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253401" y="4184903"/>
            <a:ext cx="7346950" cy="4853940"/>
            <a:chOff x="1253401" y="4184903"/>
            <a:chExt cx="7346950" cy="4853940"/>
          </a:xfrm>
        </p:grpSpPr>
        <p:pic>
          <p:nvPicPr>
            <p:cNvPr id="60" name="object 6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933194" y="7209408"/>
              <a:ext cx="1104900" cy="21272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5998337" y="6725792"/>
              <a:ext cx="1059662" cy="47777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364602" y="7161872"/>
              <a:ext cx="847623" cy="30356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3328543" y="7521016"/>
              <a:ext cx="889152" cy="318439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859526" y="7432547"/>
              <a:ext cx="799553" cy="263651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7555864" y="7978901"/>
              <a:ext cx="847344" cy="23241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253401" y="7729600"/>
              <a:ext cx="946010" cy="14554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4824476" y="7718755"/>
              <a:ext cx="953935" cy="30307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968619" y="8121650"/>
              <a:ext cx="1168768" cy="260604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2482977" y="7911591"/>
              <a:ext cx="830465" cy="274319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3684778" y="8047608"/>
              <a:ext cx="927595" cy="40843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608449" y="8063102"/>
              <a:ext cx="1558289" cy="676148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7644891" y="8672321"/>
              <a:ext cx="888492" cy="243840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752600" y="8461578"/>
              <a:ext cx="1097026" cy="368604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3312540" y="8660713"/>
              <a:ext cx="1059662" cy="24071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5045328" y="8692895"/>
              <a:ext cx="1340993" cy="263652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6615938" y="8630272"/>
              <a:ext cx="659625" cy="40843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7959979" y="4184903"/>
              <a:ext cx="574548" cy="383794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7838313" y="5331078"/>
              <a:ext cx="762000" cy="19050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714238" y="4580127"/>
              <a:ext cx="659612" cy="501523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4449444" y="5035118"/>
              <a:ext cx="762000" cy="458266"/>
            </a:xfrm>
            <a:prstGeom prst="rect">
              <a:avLst/>
            </a:prstGeom>
          </p:spPr>
        </p:pic>
      </p:grpSp>
      <p:sp>
        <p:nvSpPr>
          <p:cNvPr id="81" name="object 81"/>
          <p:cNvSpPr txBox="1"/>
          <p:nvPr/>
        </p:nvSpPr>
        <p:spPr>
          <a:xfrm>
            <a:off x="9527349" y="3693033"/>
            <a:ext cx="786765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0440" indent="-237490">
              <a:lnSpc>
                <a:spcPct val="100000"/>
              </a:lnSpc>
              <a:spcBef>
                <a:spcPts val="100"/>
              </a:spcBef>
              <a:buSzPct val="66666"/>
              <a:buFont typeface="Times New Roman"/>
              <a:buChar char="▪"/>
              <a:tabLst>
                <a:tab pos="980440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Connector를</a:t>
            </a:r>
            <a:r>
              <a:rPr sz="1500" spc="-4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쉽게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검색:</a:t>
            </a:r>
            <a:endParaRPr sz="1500">
              <a:latin typeface="Malgun Gothic"/>
              <a:cs typeface="Malgun Gothic"/>
            </a:endParaRPr>
          </a:p>
          <a:p>
            <a:pPr marL="1250315" lvl="1" indent="-251460">
              <a:lnSpc>
                <a:spcPct val="100000"/>
              </a:lnSpc>
              <a:buSzPct val="66666"/>
              <a:buFont typeface="Calibri"/>
              <a:buChar char="-"/>
              <a:tabLst>
                <a:tab pos="1250315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Source</a:t>
            </a:r>
            <a:r>
              <a:rPr sz="15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및 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Sinks</a:t>
            </a:r>
            <a:endParaRPr sz="1500">
              <a:latin typeface="Malgun Gothic"/>
              <a:cs typeface="Malgun Gothic"/>
            </a:endParaRPr>
          </a:p>
          <a:p>
            <a:pPr marL="1250315" lvl="1" indent="-251460">
              <a:lnSpc>
                <a:spcPct val="100000"/>
              </a:lnSpc>
              <a:buSzPct val="66666"/>
              <a:buFont typeface="Calibri"/>
              <a:buChar char="-"/>
              <a:tabLst>
                <a:tab pos="1250315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Partner</a:t>
            </a:r>
            <a:r>
              <a:rPr sz="150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supported</a:t>
            </a:r>
            <a:endParaRPr sz="1500">
              <a:latin typeface="Malgun Gothic"/>
              <a:cs typeface="Malgun Gothic"/>
            </a:endParaRPr>
          </a:p>
          <a:p>
            <a:pPr marL="1250315" lvl="1" indent="-251460">
              <a:lnSpc>
                <a:spcPct val="100000"/>
              </a:lnSpc>
              <a:buSzPct val="66666"/>
              <a:buFont typeface="Calibri"/>
              <a:buChar char="-"/>
              <a:tabLst>
                <a:tab pos="1250315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Commercial</a:t>
            </a:r>
            <a:r>
              <a:rPr sz="1500" spc="-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sz="1500" spc="-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0" dirty="0">
                <a:solidFill>
                  <a:srgbClr val="221F1F"/>
                </a:solidFill>
                <a:latin typeface="Malgun Gothic"/>
                <a:cs typeface="Malgun Gothic"/>
              </a:rPr>
              <a:t>Free</a:t>
            </a:r>
            <a:endParaRPr sz="1500">
              <a:latin typeface="Malgun Gothic"/>
              <a:cs typeface="Malgun Gothic"/>
            </a:endParaRPr>
          </a:p>
          <a:p>
            <a:pPr marL="1830705">
              <a:lnSpc>
                <a:spcPct val="100000"/>
              </a:lnSpc>
              <a:tabLst>
                <a:tab pos="2082164" algn="l"/>
              </a:tabLst>
            </a:pPr>
            <a:r>
              <a:rPr sz="1000" spc="25" dirty="0">
                <a:solidFill>
                  <a:srgbClr val="221F1F"/>
                </a:solidFill>
                <a:latin typeface="Calibri"/>
                <a:cs typeface="Calibri"/>
              </a:rPr>
              <a:t>-</a:t>
            </a:r>
            <a:r>
              <a:rPr sz="1000" dirty="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sz="15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Cloud에서도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동일하게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사용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 가능</a:t>
            </a:r>
            <a:endParaRPr sz="1500">
              <a:latin typeface="Malgun Gothic"/>
              <a:cs typeface="Malgun Gothic"/>
            </a:endParaRPr>
          </a:p>
          <a:p>
            <a:pPr marL="980440" indent="-237490">
              <a:lnSpc>
                <a:spcPct val="100000"/>
              </a:lnSpc>
              <a:buSzPct val="66666"/>
              <a:buFont typeface="Times New Roman"/>
              <a:buChar char="▪"/>
              <a:tabLst>
                <a:tab pos="980440" algn="l"/>
              </a:tabLst>
            </a:pP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https://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  <a:hlinkClick r:id="rId54"/>
              </a:rPr>
              <a:t>www.confluent.io/hub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Kafka</a:t>
            </a:r>
            <a:r>
              <a:rPr sz="4400" spc="-4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Connect</a:t>
            </a:r>
            <a:r>
              <a:rPr sz="4400" spc="-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-</a:t>
            </a:r>
            <a:r>
              <a:rPr sz="4400" spc="-5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Connectors</a:t>
            </a:r>
            <a:endParaRPr sz="4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609613" y="2734819"/>
            <a:ext cx="10789920" cy="68580"/>
          </a:xfrm>
          <a:custGeom>
            <a:avLst/>
            <a:gdLst/>
            <a:ahLst/>
            <a:cxnLst/>
            <a:rect l="l" t="t" r="r" b="b"/>
            <a:pathLst>
              <a:path w="10789919" h="68580">
                <a:moveTo>
                  <a:pt x="0" y="68578"/>
                </a:moveTo>
                <a:lnTo>
                  <a:pt x="10789564" y="68578"/>
                </a:lnTo>
                <a:lnTo>
                  <a:pt x="10789564" y="0"/>
                </a:lnTo>
                <a:lnTo>
                  <a:pt x="0" y="0"/>
                </a:lnTo>
                <a:lnTo>
                  <a:pt x="0" y="6857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869035" y="2620556"/>
            <a:ext cx="82550" cy="333375"/>
            <a:chOff x="869035" y="2620556"/>
            <a:chExt cx="82550" cy="333375"/>
          </a:xfrm>
        </p:grpSpPr>
        <p:sp>
          <p:nvSpPr>
            <p:cNvPr id="4" name="object 4"/>
            <p:cNvSpPr/>
            <p:nvPr/>
          </p:nvSpPr>
          <p:spPr>
            <a:xfrm>
              <a:off x="869035" y="2803436"/>
              <a:ext cx="82550" cy="150495"/>
            </a:xfrm>
            <a:custGeom>
              <a:avLst/>
              <a:gdLst/>
              <a:ahLst/>
              <a:cxnLst/>
              <a:rect l="l" t="t" r="r" b="b"/>
              <a:pathLst>
                <a:path w="82550" h="150494">
                  <a:moveTo>
                    <a:pt x="82415" y="0"/>
                  </a:moveTo>
                  <a:lnTo>
                    <a:pt x="0" y="0"/>
                  </a:lnTo>
                  <a:lnTo>
                    <a:pt x="0" y="149948"/>
                  </a:lnTo>
                  <a:lnTo>
                    <a:pt x="82415" y="149948"/>
                  </a:lnTo>
                  <a:lnTo>
                    <a:pt x="82415" y="0"/>
                  </a:lnTo>
                  <a:close/>
                </a:path>
              </a:pathLst>
            </a:custGeom>
            <a:solidFill>
              <a:srgbClr val="005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9035" y="2620556"/>
              <a:ext cx="82550" cy="182880"/>
            </a:xfrm>
            <a:custGeom>
              <a:avLst/>
              <a:gdLst/>
              <a:ahLst/>
              <a:cxnLst/>
              <a:rect l="l" t="t" r="r" b="b"/>
              <a:pathLst>
                <a:path w="82550" h="182880">
                  <a:moveTo>
                    <a:pt x="82417" y="0"/>
                  </a:moveTo>
                  <a:lnTo>
                    <a:pt x="0" y="0"/>
                  </a:lnTo>
                  <a:lnTo>
                    <a:pt x="0" y="182841"/>
                  </a:lnTo>
                  <a:lnTo>
                    <a:pt x="82417" y="182841"/>
                  </a:lnTo>
                  <a:lnTo>
                    <a:pt x="82417" y="0"/>
                  </a:lnTo>
                  <a:close/>
                </a:path>
              </a:pathLst>
            </a:custGeom>
            <a:solidFill>
              <a:srgbClr val="1EAC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6284" y="1649094"/>
            <a:ext cx="16556355" cy="127762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 algn="just">
              <a:lnSpc>
                <a:spcPct val="104800"/>
              </a:lnSpc>
              <a:spcBef>
                <a:spcPts val="10"/>
              </a:spcBef>
            </a:pP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Confluent</a:t>
            </a:r>
            <a:r>
              <a:rPr sz="1650" spc="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Platform은</a:t>
            </a:r>
            <a:r>
              <a:rPr sz="1650" spc="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개발자가</a:t>
            </a:r>
            <a:r>
              <a:rPr sz="1650" spc="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표준</a:t>
            </a:r>
            <a:r>
              <a:rPr sz="1650" spc="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스키마를 정의하고</a:t>
            </a:r>
            <a:r>
              <a:rPr sz="1650" spc="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모든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애플리케이션을</a:t>
            </a:r>
            <a:r>
              <a:rPr sz="1650" spc="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등록하여</a:t>
            </a:r>
            <a:r>
              <a:rPr sz="1650" spc="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스키마를</a:t>
            </a:r>
            <a:r>
              <a:rPr sz="1650" spc="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준수하는지</a:t>
            </a:r>
            <a:r>
              <a:rPr sz="1650" spc="-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확인하기</a:t>
            </a:r>
            <a:r>
              <a:rPr sz="1650" spc="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위한</a:t>
            </a:r>
            <a:r>
              <a:rPr sz="1650" spc="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RESTful</a:t>
            </a:r>
            <a:r>
              <a:rPr sz="1650" spc="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인터페이스가</a:t>
            </a:r>
            <a:r>
              <a:rPr sz="1650" spc="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있는</a:t>
            </a:r>
            <a:r>
              <a:rPr sz="1650" spc="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중앙</a:t>
            </a:r>
            <a:r>
              <a:rPr sz="1650" spc="1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저장소인</a:t>
            </a:r>
            <a:r>
              <a:rPr sz="1650" spc="1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Schema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Registry를</a:t>
            </a:r>
            <a:r>
              <a:rPr sz="1650" spc="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제공합니다.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또한,</a:t>
            </a:r>
            <a:r>
              <a:rPr sz="1650" spc="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오픈소스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Apache</a:t>
            </a:r>
            <a:r>
              <a:rPr sz="1650" spc="2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Kafka와는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다르게,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Confluent</a:t>
            </a:r>
            <a:r>
              <a:rPr sz="1650" spc="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Platform은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Schema</a:t>
            </a:r>
            <a:r>
              <a:rPr sz="1650" spc="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Validation을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제공하여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Kafka</a:t>
            </a:r>
            <a:r>
              <a:rPr sz="1650" spc="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Broker에서</a:t>
            </a:r>
            <a:r>
              <a:rPr sz="1650" spc="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직접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스키마를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검증하고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적용하는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50" dirty="0">
                <a:solidFill>
                  <a:srgbClr val="3E3E3E"/>
                </a:solidFill>
                <a:latin typeface="Malgun Gothic"/>
                <a:cs typeface="Malgun Gothic"/>
              </a:rPr>
              <a:t>프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로그래밍</a:t>
            </a:r>
            <a:r>
              <a:rPr sz="1650" spc="-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방식을</a:t>
            </a:r>
            <a:r>
              <a:rPr sz="1650" spc="-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제공합니다.</a:t>
            </a:r>
            <a:endParaRPr sz="1650">
              <a:latin typeface="Malgun Gothic"/>
              <a:cs typeface="Malgun Gothic"/>
            </a:endParaRPr>
          </a:p>
          <a:p>
            <a:pPr marL="158750">
              <a:lnSpc>
                <a:spcPct val="100000"/>
              </a:lnSpc>
              <a:spcBef>
                <a:spcPts val="1560"/>
              </a:spcBef>
            </a:pPr>
            <a:r>
              <a:rPr sz="1800" dirty="0">
                <a:solidFill>
                  <a:srgbClr val="221F1F"/>
                </a:solidFill>
                <a:latin typeface="Malgun Gothic"/>
                <a:cs typeface="Malgun Gothic"/>
              </a:rPr>
              <a:t>Schema</a:t>
            </a:r>
            <a:r>
              <a:rPr sz="1800" spc="-5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221F1F"/>
                </a:solidFill>
                <a:latin typeface="Malgun Gothic"/>
                <a:cs typeface="Malgun Gothic"/>
              </a:rPr>
              <a:t>Registry/Schema</a:t>
            </a:r>
            <a:r>
              <a:rPr sz="18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800" spc="-10" dirty="0">
                <a:solidFill>
                  <a:srgbClr val="221F1F"/>
                </a:solidFill>
                <a:latin typeface="Malgun Gothic"/>
                <a:cs typeface="Malgun Gothic"/>
              </a:rPr>
              <a:t>Validation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24127" y="3486137"/>
            <a:ext cx="7966075" cy="6038215"/>
            <a:chOff x="1024127" y="3486137"/>
            <a:chExt cx="7966075" cy="6038215"/>
          </a:xfrm>
        </p:grpSpPr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24127" y="3497579"/>
              <a:ext cx="7965185" cy="6026658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031087" y="3554983"/>
              <a:ext cx="7954009" cy="5952490"/>
            </a:xfrm>
            <a:custGeom>
              <a:avLst/>
              <a:gdLst/>
              <a:ahLst/>
              <a:cxnLst/>
              <a:rect l="l" t="t" r="r" b="b"/>
              <a:pathLst>
                <a:path w="7954009" h="5952490">
                  <a:moveTo>
                    <a:pt x="0" y="5952413"/>
                  </a:moveTo>
                  <a:lnTo>
                    <a:pt x="7954009" y="5952413"/>
                  </a:lnTo>
                  <a:lnTo>
                    <a:pt x="7954009" y="0"/>
                  </a:lnTo>
                  <a:lnTo>
                    <a:pt x="0" y="0"/>
                  </a:lnTo>
                  <a:lnTo>
                    <a:pt x="0" y="595241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31087" y="3490899"/>
              <a:ext cx="7954009" cy="6016625"/>
            </a:xfrm>
            <a:custGeom>
              <a:avLst/>
              <a:gdLst/>
              <a:ahLst/>
              <a:cxnLst/>
              <a:rect l="l" t="t" r="r" b="b"/>
              <a:pathLst>
                <a:path w="7954009" h="6016625">
                  <a:moveTo>
                    <a:pt x="0" y="6016497"/>
                  </a:moveTo>
                  <a:lnTo>
                    <a:pt x="7954009" y="6016497"/>
                  </a:lnTo>
                  <a:lnTo>
                    <a:pt x="7954009" y="0"/>
                  </a:lnTo>
                  <a:lnTo>
                    <a:pt x="0" y="0"/>
                  </a:lnTo>
                  <a:lnTo>
                    <a:pt x="0" y="6016497"/>
                  </a:lnTo>
                  <a:close/>
                </a:path>
              </a:pathLst>
            </a:custGeom>
            <a:ln w="9525">
              <a:solidFill>
                <a:srgbClr val="D7D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869061" y="3068078"/>
            <a:ext cx="8116570" cy="487045"/>
          </a:xfrm>
          <a:prstGeom prst="rect">
            <a:avLst/>
          </a:prstGeom>
          <a:solidFill>
            <a:srgbClr val="005BAC"/>
          </a:solidFill>
        </p:spPr>
        <p:txBody>
          <a:bodyPr vert="horz" wrap="square" lIns="0" tIns="10731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45"/>
              </a:spcBef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애플리케이션</a:t>
            </a:r>
            <a:r>
              <a:rPr sz="18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개발 호환성을 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가능하게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857808" y="3550792"/>
            <a:ext cx="2696845" cy="3411220"/>
            <a:chOff x="857808" y="3550792"/>
            <a:chExt cx="2696845" cy="3411220"/>
          </a:xfrm>
        </p:grpSpPr>
        <p:sp>
          <p:nvSpPr>
            <p:cNvPr id="13" name="object 13"/>
            <p:cNvSpPr/>
            <p:nvPr/>
          </p:nvSpPr>
          <p:spPr>
            <a:xfrm>
              <a:off x="857808" y="3550792"/>
              <a:ext cx="175895" cy="139700"/>
            </a:xfrm>
            <a:custGeom>
              <a:avLst/>
              <a:gdLst/>
              <a:ahLst/>
              <a:cxnLst/>
              <a:rect l="l" t="t" r="r" b="b"/>
              <a:pathLst>
                <a:path w="175894" h="139700">
                  <a:moveTo>
                    <a:pt x="175336" y="0"/>
                  </a:moveTo>
                  <a:lnTo>
                    <a:pt x="0" y="0"/>
                  </a:lnTo>
                  <a:lnTo>
                    <a:pt x="175336" y="139573"/>
                  </a:lnTo>
                  <a:lnTo>
                    <a:pt x="175336" y="0"/>
                  </a:lnTo>
                  <a:close/>
                </a:path>
              </a:pathLst>
            </a:custGeom>
            <a:solidFill>
              <a:srgbClr val="8F8F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022728" y="6268554"/>
              <a:ext cx="1517650" cy="678815"/>
            </a:xfrm>
            <a:custGeom>
              <a:avLst/>
              <a:gdLst/>
              <a:ahLst/>
              <a:cxnLst/>
              <a:rect l="l" t="t" r="r" b="b"/>
              <a:pathLst>
                <a:path w="1517650" h="678815">
                  <a:moveTo>
                    <a:pt x="0" y="678599"/>
                  </a:moveTo>
                  <a:lnTo>
                    <a:pt x="1517522" y="678599"/>
                  </a:lnTo>
                  <a:lnTo>
                    <a:pt x="1517522" y="0"/>
                  </a:lnTo>
                  <a:lnTo>
                    <a:pt x="0" y="0"/>
                  </a:lnTo>
                  <a:lnTo>
                    <a:pt x="0" y="678599"/>
                  </a:lnTo>
                  <a:close/>
                </a:path>
              </a:pathLst>
            </a:custGeom>
            <a:ln w="2857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9412223" y="3460229"/>
            <a:ext cx="7992109" cy="6038215"/>
            <a:chOff x="9412223" y="3460229"/>
            <a:chExt cx="7992109" cy="603821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12223" y="3471672"/>
              <a:ext cx="7991094" cy="602665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9418573" y="3537585"/>
              <a:ext cx="7980680" cy="5944235"/>
            </a:xfrm>
            <a:custGeom>
              <a:avLst/>
              <a:gdLst/>
              <a:ahLst/>
              <a:cxnLst/>
              <a:rect l="l" t="t" r="r" b="b"/>
              <a:pathLst>
                <a:path w="7980680" h="5944234">
                  <a:moveTo>
                    <a:pt x="0" y="5943904"/>
                  </a:moveTo>
                  <a:lnTo>
                    <a:pt x="7980680" y="5943904"/>
                  </a:lnTo>
                  <a:lnTo>
                    <a:pt x="7980680" y="0"/>
                  </a:lnTo>
                  <a:lnTo>
                    <a:pt x="0" y="0"/>
                  </a:lnTo>
                  <a:lnTo>
                    <a:pt x="0" y="594390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418573" y="3464991"/>
              <a:ext cx="7980680" cy="6016625"/>
            </a:xfrm>
            <a:custGeom>
              <a:avLst/>
              <a:gdLst/>
              <a:ahLst/>
              <a:cxnLst/>
              <a:rect l="l" t="t" r="r" b="b"/>
              <a:pathLst>
                <a:path w="7980680" h="6016625">
                  <a:moveTo>
                    <a:pt x="0" y="6016498"/>
                  </a:moveTo>
                  <a:lnTo>
                    <a:pt x="7980680" y="6016498"/>
                  </a:lnTo>
                  <a:lnTo>
                    <a:pt x="7980680" y="0"/>
                  </a:lnTo>
                  <a:lnTo>
                    <a:pt x="0" y="0"/>
                  </a:lnTo>
                  <a:lnTo>
                    <a:pt x="0" y="6016498"/>
                  </a:lnTo>
                  <a:close/>
                </a:path>
              </a:pathLst>
            </a:custGeom>
            <a:ln w="9525">
              <a:solidFill>
                <a:srgbClr val="D7D7D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9226168" y="3050679"/>
            <a:ext cx="8173084" cy="487045"/>
          </a:xfrm>
          <a:prstGeom prst="rect">
            <a:avLst/>
          </a:prstGeom>
          <a:solidFill>
            <a:srgbClr val="0080CC"/>
          </a:solidFill>
        </p:spPr>
        <p:txBody>
          <a:bodyPr vert="horz" wrap="square" lIns="0" tIns="10731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45"/>
              </a:spcBef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운영 환경에 안전하게</a:t>
            </a:r>
            <a:r>
              <a:rPr sz="18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배포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9226550" y="3533394"/>
            <a:ext cx="175260" cy="139700"/>
          </a:xfrm>
          <a:custGeom>
            <a:avLst/>
            <a:gdLst/>
            <a:ahLst/>
            <a:cxnLst/>
            <a:rect l="l" t="t" r="r" b="b"/>
            <a:pathLst>
              <a:path w="175259" h="139700">
                <a:moveTo>
                  <a:pt x="175259" y="0"/>
                </a:moveTo>
                <a:lnTo>
                  <a:pt x="0" y="0"/>
                </a:lnTo>
                <a:lnTo>
                  <a:pt x="175259" y="139446"/>
                </a:lnTo>
                <a:lnTo>
                  <a:pt x="175259" y="0"/>
                </a:lnTo>
                <a:close/>
              </a:path>
            </a:pathLst>
          </a:custGeom>
          <a:solidFill>
            <a:srgbClr val="8F8F8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0004552" y="3801821"/>
            <a:ext cx="7181215" cy="1626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8920" marR="5080" indent="-236854" algn="just">
              <a:lnSpc>
                <a:spcPct val="100000"/>
              </a:lnSpc>
              <a:spcBef>
                <a:spcPts val="100"/>
              </a:spcBef>
              <a:buSzPct val="66666"/>
              <a:buFont typeface="Times New Roman"/>
              <a:buChar char="▪"/>
              <a:tabLst>
                <a:tab pos="250190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sz="150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스키마를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인식하기</a:t>
            </a:r>
            <a:r>
              <a:rPr sz="15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위해</a:t>
            </a:r>
            <a:r>
              <a:rPr sz="15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Schema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Validation은</a:t>
            </a:r>
            <a:r>
              <a:rPr sz="15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클라이언트가</a:t>
            </a:r>
            <a:r>
              <a:rPr sz="15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항상</a:t>
            </a:r>
            <a:r>
              <a:rPr sz="1500" spc="-20" dirty="0">
                <a:solidFill>
                  <a:srgbClr val="221F1F"/>
                </a:solidFill>
                <a:latin typeface="Malgun Gothic"/>
                <a:cs typeface="Malgun Gothic"/>
              </a:rPr>
              <a:t> 수행했던 	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것과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동일한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방식으로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Broker에서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sz="15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Schema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Registry로</a:t>
            </a:r>
            <a:r>
              <a:rPr sz="15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직접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인터페이스 	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를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추가</a:t>
            </a:r>
            <a:endParaRPr sz="1500">
              <a:latin typeface="Malgun Gothic"/>
              <a:cs typeface="Malgun Gothic"/>
            </a:endParaRPr>
          </a:p>
          <a:p>
            <a:pPr marL="249554" indent="-236854" algn="just">
              <a:lnSpc>
                <a:spcPct val="100000"/>
              </a:lnSpc>
              <a:spcBef>
                <a:spcPts val="5"/>
              </a:spcBef>
              <a:buSzPct val="66666"/>
              <a:buFont typeface="Times New Roman"/>
              <a:buChar char="▪"/>
              <a:tabLst>
                <a:tab pos="249554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안정적으로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schema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확장</a:t>
            </a:r>
            <a:endParaRPr sz="1500">
              <a:latin typeface="Malgun Gothic"/>
              <a:cs typeface="Malgun Gothic"/>
            </a:endParaRPr>
          </a:p>
          <a:p>
            <a:pPr marL="518795" lvl="1" indent="-250190" algn="just">
              <a:lnSpc>
                <a:spcPct val="100000"/>
              </a:lnSpc>
              <a:buSzPct val="66666"/>
              <a:buFont typeface="Calibri"/>
              <a:buChar char="-"/>
              <a:tabLst>
                <a:tab pos="518795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자동화된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Broker측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스키마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검증 및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시행</a:t>
            </a:r>
            <a:endParaRPr sz="1500">
              <a:latin typeface="Malgun Gothic"/>
              <a:cs typeface="Malgun Gothic"/>
            </a:endParaRPr>
          </a:p>
          <a:p>
            <a:pPr marL="518795" lvl="1" indent="-250190" algn="just">
              <a:lnSpc>
                <a:spcPct val="100000"/>
              </a:lnSpc>
              <a:buSzPct val="66666"/>
              <a:buFont typeface="Calibri"/>
              <a:buChar char="-"/>
              <a:tabLst>
                <a:tab pos="518795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Broker에서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sz="15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Schema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Registry</a:t>
            </a:r>
            <a:r>
              <a:rPr sz="150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로의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직접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인터페이스</a:t>
            </a:r>
            <a:endParaRPr sz="1500">
              <a:latin typeface="Malgun Gothic"/>
              <a:cs typeface="Malgun Gothic"/>
            </a:endParaRPr>
          </a:p>
          <a:p>
            <a:pPr marL="249554" indent="-236854" algn="just">
              <a:lnSpc>
                <a:spcPct val="100000"/>
              </a:lnSpc>
              <a:buSzPct val="66666"/>
              <a:buFont typeface="Times New Roman"/>
              <a:buChar char="▪"/>
              <a:tabLst>
                <a:tab pos="249554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세분화된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제어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60583" y="5402707"/>
            <a:ext cx="33083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3525" algn="l"/>
              </a:tabLst>
            </a:pPr>
            <a:r>
              <a:rPr sz="1000" spc="25" dirty="0">
                <a:solidFill>
                  <a:srgbClr val="221F1F"/>
                </a:solidFill>
                <a:latin typeface="Calibri"/>
                <a:cs typeface="Calibri"/>
              </a:rPr>
              <a:t>-</a:t>
            </a:r>
            <a:r>
              <a:rPr sz="1000" dirty="0">
                <a:solidFill>
                  <a:srgbClr val="221F1F"/>
                </a:solidFill>
                <a:latin typeface="Calibri"/>
                <a:cs typeface="Calibri"/>
              </a:rPr>
              <a:t>	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Topic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level에서</a:t>
            </a:r>
            <a:r>
              <a:rPr sz="15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유효성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검사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활성화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74419" y="3781669"/>
            <a:ext cx="6872605" cy="1669414"/>
          </a:xfrm>
          <a:prstGeom prst="rect">
            <a:avLst/>
          </a:prstGeom>
        </p:spPr>
        <p:txBody>
          <a:bodyPr vert="horz" wrap="square" lIns="0" tIns="25400" rIns="0" bIns="0" rtlCol="0">
            <a:spAutoFit/>
          </a:bodyPr>
          <a:lstStyle/>
          <a:p>
            <a:pPr marL="250190" indent="-237490">
              <a:lnSpc>
                <a:spcPct val="100000"/>
              </a:lnSpc>
              <a:spcBef>
                <a:spcPts val="200"/>
              </a:spcBef>
              <a:buSzPct val="66666"/>
              <a:buFont typeface="Times New Roman"/>
              <a:buChar char="▪"/>
              <a:tabLst>
                <a:tab pos="250190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개발자는</a:t>
            </a:r>
            <a:r>
              <a:rPr sz="1500" spc="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모든</a:t>
            </a:r>
            <a:r>
              <a:rPr sz="1500" spc="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표준</a:t>
            </a:r>
            <a:r>
              <a:rPr sz="1500" spc="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스키마의</a:t>
            </a:r>
            <a:r>
              <a:rPr sz="1500" spc="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버전별</a:t>
            </a:r>
            <a:r>
              <a:rPr sz="1500" spc="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기록을</a:t>
            </a:r>
            <a:r>
              <a:rPr sz="1500" spc="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저장</a:t>
            </a:r>
            <a:r>
              <a:rPr sz="1500" spc="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및</a:t>
            </a:r>
            <a:r>
              <a:rPr sz="1500" spc="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공유하고</a:t>
            </a:r>
            <a:r>
              <a:rPr sz="1500" spc="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클라이언트(애</a:t>
            </a:r>
            <a:endParaRPr sz="1500">
              <a:latin typeface="Malgun Gothic"/>
              <a:cs typeface="Malgun Gothic"/>
            </a:endParaRPr>
          </a:p>
          <a:p>
            <a:pPr marL="25019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플리케이션)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수준에서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호환성을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검증</a:t>
            </a:r>
            <a:endParaRPr sz="1500">
              <a:latin typeface="Malgun Gothic"/>
              <a:cs typeface="Malgun Gothic"/>
            </a:endParaRPr>
          </a:p>
          <a:p>
            <a:pPr marL="250190" indent="-237490">
              <a:lnSpc>
                <a:spcPct val="100000"/>
              </a:lnSpc>
              <a:spcBef>
                <a:spcPts val="145"/>
              </a:spcBef>
              <a:buSzPct val="66666"/>
              <a:buFont typeface="Times New Roman"/>
              <a:buChar char="▪"/>
              <a:tabLst>
                <a:tab pos="250190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표준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schema를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사용하여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개발</a:t>
            </a:r>
            <a:endParaRPr sz="1500">
              <a:latin typeface="Malgun Gothic"/>
              <a:cs typeface="Malgun Gothic"/>
            </a:endParaRPr>
          </a:p>
          <a:p>
            <a:pPr marL="520065" lvl="1" indent="-251460">
              <a:lnSpc>
                <a:spcPct val="100000"/>
              </a:lnSpc>
              <a:buSzPct val="66666"/>
              <a:buFont typeface="Calibri"/>
              <a:buChar char="-"/>
              <a:tabLst>
                <a:tab pos="520065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모든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표준</a:t>
            </a:r>
            <a:r>
              <a:rPr sz="15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schema의 버전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히스토리 저장 및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공유</a:t>
            </a:r>
            <a:endParaRPr sz="1500">
              <a:latin typeface="Malgun Gothic"/>
              <a:cs typeface="Malgun Gothic"/>
            </a:endParaRPr>
          </a:p>
          <a:p>
            <a:pPr marL="520065" lvl="1" indent="-251460">
              <a:lnSpc>
                <a:spcPct val="100000"/>
              </a:lnSpc>
              <a:buSzPct val="66666"/>
              <a:buFont typeface="Calibri"/>
              <a:buChar char="-"/>
              <a:tabLst>
                <a:tab pos="520065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클라이언트 레벨에서 데이터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호환성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검사</a:t>
            </a:r>
            <a:endParaRPr sz="1500">
              <a:latin typeface="Malgun Gothic"/>
              <a:cs typeface="Malgun Gothic"/>
            </a:endParaRPr>
          </a:p>
          <a:p>
            <a:pPr marL="250190" indent="-237490">
              <a:lnSpc>
                <a:spcPct val="100000"/>
              </a:lnSpc>
              <a:buSzPct val="66666"/>
              <a:buFont typeface="Times New Roman"/>
              <a:buChar char="▪"/>
              <a:tabLst>
                <a:tab pos="250190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운영 복잡성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제거</a:t>
            </a:r>
            <a:endParaRPr sz="1500">
              <a:latin typeface="Malgun Gothic"/>
              <a:cs typeface="Malgun Gothic"/>
            </a:endParaRPr>
          </a:p>
          <a:p>
            <a:pPr marL="520065" lvl="1" indent="-251460">
              <a:lnSpc>
                <a:spcPct val="100000"/>
              </a:lnSpc>
              <a:buSzPct val="66666"/>
              <a:buFont typeface="Calibri"/>
              <a:buChar char="-"/>
              <a:tabLst>
                <a:tab pos="520065" algn="l"/>
              </a:tabLst>
            </a:pP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Schema</a:t>
            </a:r>
            <a:r>
              <a:rPr sz="15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표준화를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위한 개발자들간의 시간</a:t>
            </a:r>
            <a:r>
              <a:rPr sz="15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221F1F"/>
                </a:solidFill>
                <a:latin typeface="Malgun Gothic"/>
                <a:cs typeface="Malgun Gothic"/>
              </a:rPr>
              <a:t>소모적인 업무를</a:t>
            </a:r>
            <a:r>
              <a:rPr sz="15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221F1F"/>
                </a:solidFill>
                <a:latin typeface="Malgun Gothic"/>
                <a:cs typeface="Malgun Gothic"/>
              </a:rPr>
              <a:t>제거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177526" y="7048563"/>
            <a:ext cx="1856739" cy="477520"/>
          </a:xfrm>
          <a:prstGeom prst="rect">
            <a:avLst/>
          </a:prstGeom>
          <a:ln w="28575">
            <a:solidFill>
              <a:srgbClr val="0074A1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478155">
              <a:lnSpc>
                <a:spcPct val="100000"/>
              </a:lnSpc>
              <a:spcBef>
                <a:spcPts val="865"/>
              </a:spcBef>
            </a:pPr>
            <a:r>
              <a:rPr sz="1650" b="1" spc="-10" dirty="0">
                <a:solidFill>
                  <a:srgbClr val="0074A1"/>
                </a:solidFill>
                <a:latin typeface="Malgun Gothic"/>
                <a:cs typeface="Malgun Gothic"/>
              </a:rPr>
              <a:t>Producer</a:t>
            </a:r>
            <a:endParaRPr sz="165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890879" y="7048563"/>
            <a:ext cx="1839595" cy="477520"/>
          </a:xfrm>
          <a:prstGeom prst="rect">
            <a:avLst/>
          </a:prstGeom>
          <a:ln w="28575">
            <a:solidFill>
              <a:srgbClr val="00AEB9"/>
            </a:solidFill>
          </a:ln>
        </p:spPr>
        <p:txBody>
          <a:bodyPr vert="horz" wrap="square" lIns="0" tIns="109855" rIns="0" bIns="0" rtlCol="0">
            <a:spAutoFit/>
          </a:bodyPr>
          <a:lstStyle/>
          <a:p>
            <a:pPr marL="588010">
              <a:lnSpc>
                <a:spcPct val="100000"/>
              </a:lnSpc>
              <a:spcBef>
                <a:spcPts val="865"/>
              </a:spcBef>
            </a:pPr>
            <a:r>
              <a:rPr sz="1650" b="1" spc="-10" dirty="0">
                <a:solidFill>
                  <a:srgbClr val="00AEB9"/>
                </a:solidFill>
                <a:latin typeface="Malgun Gothic"/>
                <a:cs typeface="Malgun Gothic"/>
              </a:rPr>
              <a:t>Broker</a:t>
            </a:r>
            <a:endParaRPr sz="1650">
              <a:latin typeface="Malgun Gothic"/>
              <a:cs typeface="Malgun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2034266" y="6305397"/>
            <a:ext cx="3586479" cy="2592070"/>
            <a:chOff x="12034266" y="6305397"/>
            <a:chExt cx="3586479" cy="2592070"/>
          </a:xfrm>
        </p:grpSpPr>
        <p:sp>
          <p:nvSpPr>
            <p:cNvPr id="27" name="object 27"/>
            <p:cNvSpPr/>
            <p:nvPr/>
          </p:nvSpPr>
          <p:spPr>
            <a:xfrm>
              <a:off x="12034266" y="7249032"/>
              <a:ext cx="3023870" cy="641985"/>
            </a:xfrm>
            <a:custGeom>
              <a:avLst/>
              <a:gdLst/>
              <a:ahLst/>
              <a:cxnLst/>
              <a:rect l="l" t="t" r="r" b="b"/>
              <a:pathLst>
                <a:path w="3023869" h="641984">
                  <a:moveTo>
                    <a:pt x="1856740" y="38100"/>
                  </a:moveTo>
                  <a:lnTo>
                    <a:pt x="1837690" y="28575"/>
                  </a:lnTo>
                  <a:lnTo>
                    <a:pt x="1780540" y="0"/>
                  </a:lnTo>
                  <a:lnTo>
                    <a:pt x="1780540" y="28575"/>
                  </a:lnTo>
                  <a:lnTo>
                    <a:pt x="0" y="28575"/>
                  </a:lnTo>
                  <a:lnTo>
                    <a:pt x="0" y="47625"/>
                  </a:lnTo>
                  <a:lnTo>
                    <a:pt x="1780540" y="47625"/>
                  </a:lnTo>
                  <a:lnTo>
                    <a:pt x="1780540" y="76200"/>
                  </a:lnTo>
                  <a:lnTo>
                    <a:pt x="1837690" y="47625"/>
                  </a:lnTo>
                  <a:lnTo>
                    <a:pt x="1856740" y="38100"/>
                  </a:lnTo>
                  <a:close/>
                </a:path>
                <a:path w="3023869" h="641984">
                  <a:moveTo>
                    <a:pt x="2605659" y="565785"/>
                  </a:moveTo>
                  <a:lnTo>
                    <a:pt x="2577084" y="565785"/>
                  </a:lnTo>
                  <a:lnTo>
                    <a:pt x="2577084" y="328422"/>
                  </a:lnTo>
                  <a:lnTo>
                    <a:pt x="2558034" y="328422"/>
                  </a:lnTo>
                  <a:lnTo>
                    <a:pt x="2558034" y="565785"/>
                  </a:lnTo>
                  <a:lnTo>
                    <a:pt x="2529459" y="565785"/>
                  </a:lnTo>
                  <a:lnTo>
                    <a:pt x="2567559" y="641985"/>
                  </a:lnTo>
                  <a:lnTo>
                    <a:pt x="2599309" y="578485"/>
                  </a:lnTo>
                  <a:lnTo>
                    <a:pt x="2605659" y="565785"/>
                  </a:lnTo>
                  <a:close/>
                </a:path>
                <a:path w="3023869" h="641984">
                  <a:moveTo>
                    <a:pt x="3023362" y="404622"/>
                  </a:moveTo>
                  <a:lnTo>
                    <a:pt x="3017012" y="391922"/>
                  </a:lnTo>
                  <a:lnTo>
                    <a:pt x="2985262" y="328422"/>
                  </a:lnTo>
                  <a:lnTo>
                    <a:pt x="2947162" y="404622"/>
                  </a:lnTo>
                  <a:lnTo>
                    <a:pt x="2975737" y="404622"/>
                  </a:lnTo>
                  <a:lnTo>
                    <a:pt x="2975737" y="641985"/>
                  </a:lnTo>
                  <a:lnTo>
                    <a:pt x="2994787" y="641985"/>
                  </a:lnTo>
                  <a:lnTo>
                    <a:pt x="2994787" y="404622"/>
                  </a:lnTo>
                  <a:lnTo>
                    <a:pt x="3023362" y="404622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3241782" y="7111873"/>
              <a:ext cx="393065" cy="356870"/>
            </a:xfrm>
            <a:custGeom>
              <a:avLst/>
              <a:gdLst/>
              <a:ahLst/>
              <a:cxnLst/>
              <a:rect l="l" t="t" r="r" b="b"/>
              <a:pathLst>
                <a:path w="393065" h="356870">
                  <a:moveTo>
                    <a:pt x="354202" y="0"/>
                  </a:moveTo>
                  <a:lnTo>
                    <a:pt x="196214" y="139572"/>
                  </a:lnTo>
                  <a:lnTo>
                    <a:pt x="38353" y="0"/>
                  </a:lnTo>
                  <a:lnTo>
                    <a:pt x="0" y="43433"/>
                  </a:lnTo>
                  <a:lnTo>
                    <a:pt x="152526" y="178307"/>
                  </a:lnTo>
                  <a:lnTo>
                    <a:pt x="0" y="313181"/>
                  </a:lnTo>
                  <a:lnTo>
                    <a:pt x="38353" y="356615"/>
                  </a:lnTo>
                  <a:lnTo>
                    <a:pt x="196214" y="217043"/>
                  </a:lnTo>
                  <a:lnTo>
                    <a:pt x="354202" y="356615"/>
                  </a:lnTo>
                  <a:lnTo>
                    <a:pt x="392556" y="313181"/>
                  </a:lnTo>
                  <a:lnTo>
                    <a:pt x="240029" y="178307"/>
                  </a:lnTo>
                  <a:lnTo>
                    <a:pt x="392556" y="43433"/>
                  </a:lnTo>
                  <a:lnTo>
                    <a:pt x="354202" y="0"/>
                  </a:lnTo>
                  <a:close/>
                </a:path>
              </a:pathLst>
            </a:custGeom>
            <a:solidFill>
              <a:srgbClr val="D7365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98121" y="7048627"/>
              <a:ext cx="175259" cy="144906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663932" y="7048627"/>
              <a:ext cx="175260" cy="144906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32310" y="7048627"/>
              <a:ext cx="175387" cy="14490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29743" y="7048627"/>
              <a:ext cx="175260" cy="14490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142337" y="6305397"/>
              <a:ext cx="478409" cy="395376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14475" y="7910931"/>
              <a:ext cx="1193507" cy="98630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4504288" y="8952992"/>
            <a:ext cx="6921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778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latin typeface="Malgun Gothic"/>
                <a:cs typeface="Malgun Gothic"/>
              </a:rPr>
              <a:t>Schema Registry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2010135" y="6428994"/>
            <a:ext cx="776605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Malgun Gothic"/>
                <a:cs typeface="Malgun Gothic"/>
              </a:rPr>
              <a:t>1.</a:t>
            </a:r>
            <a:r>
              <a:rPr sz="1350" b="1" spc="-20" dirty="0">
                <a:latin typeface="Malgun Gothic"/>
                <a:cs typeface="Malgun Gothic"/>
              </a:rPr>
              <a:t> </a:t>
            </a:r>
            <a:r>
              <a:rPr sz="1350" b="1" spc="-10" dirty="0">
                <a:latin typeface="Malgun Gothic"/>
                <a:cs typeface="Malgun Gothic"/>
              </a:rPr>
              <a:t>Invalid schema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4878304" y="5811139"/>
            <a:ext cx="73279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latin typeface="Malgun Gothic"/>
                <a:cs typeface="Malgun Gothic"/>
              </a:rPr>
              <a:t>2.</a:t>
            </a:r>
            <a:r>
              <a:rPr sz="1350" b="1" spc="-20" dirty="0">
                <a:latin typeface="Malgun Gothic"/>
                <a:cs typeface="Malgun Gothic"/>
              </a:rPr>
              <a:t> </a:t>
            </a:r>
            <a:r>
              <a:rPr sz="1350" b="1" spc="-10" dirty="0">
                <a:latin typeface="Malgun Gothic"/>
                <a:cs typeface="Malgun Gothic"/>
              </a:rPr>
              <a:t>Error message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3650721" y="6744334"/>
            <a:ext cx="2513965" cy="178435"/>
          </a:xfrm>
          <a:prstGeom prst="rect">
            <a:avLst/>
          </a:prstGeom>
          <a:solidFill>
            <a:srgbClr val="F8F1F4"/>
          </a:solidFill>
        </p:spPr>
        <p:txBody>
          <a:bodyPr vert="horz" wrap="square" lIns="0" tIns="16510" rIns="0" bIns="0" rtlCol="0">
            <a:spAutoFit/>
          </a:bodyPr>
          <a:lstStyle/>
          <a:p>
            <a:pPr marL="635">
              <a:lnSpc>
                <a:spcPct val="100000"/>
              </a:lnSpc>
              <a:spcBef>
                <a:spcPts val="130"/>
              </a:spcBef>
            </a:pPr>
            <a:r>
              <a:rPr sz="1050" b="1" spc="-10" dirty="0">
                <a:solidFill>
                  <a:srgbClr val="D7365D"/>
                </a:solidFill>
                <a:latin typeface="Malgun Gothic"/>
                <a:cs typeface="Malgun Gothic"/>
              </a:rPr>
              <a:t>confluent.value.schema.validation=true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22729" y="6268554"/>
            <a:ext cx="1340485" cy="678815"/>
          </a:xfrm>
          <a:prstGeom prst="rect">
            <a:avLst/>
          </a:prstGeom>
          <a:ln w="28575">
            <a:solidFill>
              <a:srgbClr val="173360"/>
            </a:solidFill>
          </a:ln>
        </p:spPr>
        <p:txBody>
          <a:bodyPr vert="horz" wrap="square" lIns="0" tIns="103505" rIns="0" bIns="0" rtlCol="0">
            <a:spAutoFit/>
          </a:bodyPr>
          <a:lstStyle/>
          <a:p>
            <a:pPr marL="412115">
              <a:lnSpc>
                <a:spcPct val="100000"/>
              </a:lnSpc>
              <a:spcBef>
                <a:spcPts val="815"/>
              </a:spcBef>
            </a:pPr>
            <a:r>
              <a:rPr sz="1350" b="1" dirty="0">
                <a:latin typeface="Malgun Gothic"/>
                <a:cs typeface="Malgun Gothic"/>
              </a:rPr>
              <a:t>App</a:t>
            </a:r>
            <a:r>
              <a:rPr sz="1350" b="1" spc="130" dirty="0">
                <a:latin typeface="Malgun Gothic"/>
                <a:cs typeface="Malgun Gothic"/>
              </a:rPr>
              <a:t> </a:t>
            </a:r>
            <a:r>
              <a:rPr sz="1350" b="1" spc="-50" dirty="0">
                <a:latin typeface="Malgun Gothic"/>
                <a:cs typeface="Malgun Gothic"/>
              </a:rPr>
              <a:t>1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33573" y="7616697"/>
            <a:ext cx="1365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0074A1"/>
                </a:solidFill>
                <a:latin typeface="Malgun Gothic"/>
                <a:cs typeface="Malgun Gothic"/>
              </a:rPr>
              <a:t>!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69789" y="7958073"/>
            <a:ext cx="692150" cy="438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latin typeface="Malgun Gothic"/>
                <a:cs typeface="Malgun Gothic"/>
              </a:rPr>
              <a:t>Schema Registry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672580" y="6264465"/>
            <a:ext cx="1432560" cy="3067050"/>
            <a:chOff x="6672580" y="6264465"/>
            <a:chExt cx="1432560" cy="3067050"/>
          </a:xfrm>
        </p:grpSpPr>
        <p:pic>
          <p:nvPicPr>
            <p:cNvPr id="43" name="object 4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72580" y="8938653"/>
              <a:ext cx="1432432" cy="39255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822186" y="6269228"/>
              <a:ext cx="1133475" cy="2504440"/>
            </a:xfrm>
            <a:custGeom>
              <a:avLst/>
              <a:gdLst/>
              <a:ahLst/>
              <a:cxnLst/>
              <a:rect l="l" t="t" r="r" b="b"/>
              <a:pathLst>
                <a:path w="1133475" h="2504440">
                  <a:moveTo>
                    <a:pt x="944245" y="0"/>
                  </a:moveTo>
                  <a:lnTo>
                    <a:pt x="188849" y="0"/>
                  </a:lnTo>
                  <a:lnTo>
                    <a:pt x="138612" y="6748"/>
                  </a:lnTo>
                  <a:lnTo>
                    <a:pt x="93490" y="25790"/>
                  </a:lnTo>
                  <a:lnTo>
                    <a:pt x="55276" y="55324"/>
                  </a:lnTo>
                  <a:lnTo>
                    <a:pt x="25762" y="93547"/>
                  </a:lnTo>
                  <a:lnTo>
                    <a:pt x="6739" y="138656"/>
                  </a:lnTo>
                  <a:lnTo>
                    <a:pt x="0" y="188849"/>
                  </a:lnTo>
                  <a:lnTo>
                    <a:pt x="0" y="2315464"/>
                  </a:lnTo>
                  <a:lnTo>
                    <a:pt x="6739" y="2365656"/>
                  </a:lnTo>
                  <a:lnTo>
                    <a:pt x="25762" y="2410765"/>
                  </a:lnTo>
                  <a:lnTo>
                    <a:pt x="55276" y="2448988"/>
                  </a:lnTo>
                  <a:lnTo>
                    <a:pt x="93490" y="2478522"/>
                  </a:lnTo>
                  <a:lnTo>
                    <a:pt x="138612" y="2497564"/>
                  </a:lnTo>
                  <a:lnTo>
                    <a:pt x="188849" y="2504313"/>
                  </a:lnTo>
                  <a:lnTo>
                    <a:pt x="944245" y="2504313"/>
                  </a:lnTo>
                  <a:lnTo>
                    <a:pt x="994437" y="2497564"/>
                  </a:lnTo>
                  <a:lnTo>
                    <a:pt x="1039546" y="2478522"/>
                  </a:lnTo>
                  <a:lnTo>
                    <a:pt x="1077769" y="2448988"/>
                  </a:lnTo>
                  <a:lnTo>
                    <a:pt x="1107303" y="2410765"/>
                  </a:lnTo>
                  <a:lnTo>
                    <a:pt x="1126345" y="2365656"/>
                  </a:lnTo>
                  <a:lnTo>
                    <a:pt x="1133094" y="2315464"/>
                  </a:lnTo>
                  <a:lnTo>
                    <a:pt x="1133094" y="188849"/>
                  </a:lnTo>
                  <a:lnTo>
                    <a:pt x="1126345" y="138656"/>
                  </a:lnTo>
                  <a:lnTo>
                    <a:pt x="1107303" y="93547"/>
                  </a:lnTo>
                  <a:lnTo>
                    <a:pt x="1077769" y="55324"/>
                  </a:lnTo>
                  <a:lnTo>
                    <a:pt x="1039546" y="25790"/>
                  </a:lnTo>
                  <a:lnTo>
                    <a:pt x="994437" y="6748"/>
                  </a:lnTo>
                  <a:lnTo>
                    <a:pt x="9442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822186" y="6269228"/>
              <a:ext cx="1133475" cy="2504440"/>
            </a:xfrm>
            <a:custGeom>
              <a:avLst/>
              <a:gdLst/>
              <a:ahLst/>
              <a:cxnLst/>
              <a:rect l="l" t="t" r="r" b="b"/>
              <a:pathLst>
                <a:path w="1133475" h="2504440">
                  <a:moveTo>
                    <a:pt x="0" y="188849"/>
                  </a:moveTo>
                  <a:lnTo>
                    <a:pt x="6739" y="138656"/>
                  </a:lnTo>
                  <a:lnTo>
                    <a:pt x="25762" y="93547"/>
                  </a:lnTo>
                  <a:lnTo>
                    <a:pt x="55276" y="55324"/>
                  </a:lnTo>
                  <a:lnTo>
                    <a:pt x="93490" y="25790"/>
                  </a:lnTo>
                  <a:lnTo>
                    <a:pt x="138612" y="6748"/>
                  </a:lnTo>
                  <a:lnTo>
                    <a:pt x="188849" y="0"/>
                  </a:lnTo>
                  <a:lnTo>
                    <a:pt x="944245" y="0"/>
                  </a:lnTo>
                  <a:lnTo>
                    <a:pt x="994437" y="6748"/>
                  </a:lnTo>
                  <a:lnTo>
                    <a:pt x="1039546" y="25790"/>
                  </a:lnTo>
                  <a:lnTo>
                    <a:pt x="1077769" y="55324"/>
                  </a:lnTo>
                  <a:lnTo>
                    <a:pt x="1107303" y="93547"/>
                  </a:lnTo>
                  <a:lnTo>
                    <a:pt x="1126345" y="138656"/>
                  </a:lnTo>
                  <a:lnTo>
                    <a:pt x="1133094" y="188849"/>
                  </a:lnTo>
                  <a:lnTo>
                    <a:pt x="1133094" y="2315464"/>
                  </a:lnTo>
                  <a:lnTo>
                    <a:pt x="1126345" y="2365656"/>
                  </a:lnTo>
                  <a:lnTo>
                    <a:pt x="1107303" y="2410765"/>
                  </a:lnTo>
                  <a:lnTo>
                    <a:pt x="1077769" y="2448988"/>
                  </a:lnTo>
                  <a:lnTo>
                    <a:pt x="1039546" y="2478522"/>
                  </a:lnTo>
                  <a:lnTo>
                    <a:pt x="994437" y="2497564"/>
                  </a:lnTo>
                  <a:lnTo>
                    <a:pt x="944245" y="2504313"/>
                  </a:lnTo>
                  <a:lnTo>
                    <a:pt x="188849" y="2504313"/>
                  </a:lnTo>
                  <a:lnTo>
                    <a:pt x="138612" y="2497564"/>
                  </a:lnTo>
                  <a:lnTo>
                    <a:pt x="93490" y="2478522"/>
                  </a:lnTo>
                  <a:lnTo>
                    <a:pt x="55276" y="2448988"/>
                  </a:lnTo>
                  <a:lnTo>
                    <a:pt x="25762" y="2410765"/>
                  </a:lnTo>
                  <a:lnTo>
                    <a:pt x="6739" y="2365656"/>
                  </a:lnTo>
                  <a:lnTo>
                    <a:pt x="0" y="2315464"/>
                  </a:lnTo>
                  <a:lnTo>
                    <a:pt x="0" y="188849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7022338" y="7185152"/>
            <a:ext cx="73469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5080" indent="-35560">
              <a:lnSpc>
                <a:spcPct val="100000"/>
              </a:lnSpc>
              <a:spcBef>
                <a:spcPts val="100"/>
              </a:spcBef>
            </a:pPr>
            <a:r>
              <a:rPr sz="2100" b="1" spc="-10" dirty="0">
                <a:solidFill>
                  <a:srgbClr val="FFFFFF"/>
                </a:solidFill>
                <a:latin typeface="Malgun Gothic"/>
                <a:cs typeface="Malgun Gothic"/>
              </a:rPr>
              <a:t>Kafka </a:t>
            </a:r>
            <a:r>
              <a:rPr sz="2100" b="1" spc="-20" dirty="0">
                <a:solidFill>
                  <a:srgbClr val="FFFFFF"/>
                </a:solidFill>
                <a:latin typeface="Malgun Gothic"/>
                <a:cs typeface="Malgun Gothic"/>
              </a:rPr>
              <a:t>topic</a:t>
            </a:r>
            <a:endParaRPr sz="2100">
              <a:latin typeface="Malgun Gothic"/>
              <a:cs typeface="Malgun Gothic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2022729" y="5883402"/>
            <a:ext cx="2961005" cy="2309495"/>
            <a:chOff x="2022729" y="5883402"/>
            <a:chExt cx="2961005" cy="2309495"/>
          </a:xfrm>
        </p:grpSpPr>
        <p:sp>
          <p:nvSpPr>
            <p:cNvPr id="48" name="object 48"/>
            <p:cNvSpPr/>
            <p:nvPr/>
          </p:nvSpPr>
          <p:spPr>
            <a:xfrm>
              <a:off x="3667506" y="6908545"/>
              <a:ext cx="1316355" cy="1284605"/>
            </a:xfrm>
            <a:custGeom>
              <a:avLst/>
              <a:gdLst/>
              <a:ahLst/>
              <a:cxnLst/>
              <a:rect l="l" t="t" r="r" b="b"/>
              <a:pathLst>
                <a:path w="1316354" h="1284604">
                  <a:moveTo>
                    <a:pt x="1315593" y="659892"/>
                  </a:moveTo>
                  <a:lnTo>
                    <a:pt x="1296543" y="650367"/>
                  </a:lnTo>
                  <a:lnTo>
                    <a:pt x="1239393" y="621792"/>
                  </a:lnTo>
                  <a:lnTo>
                    <a:pt x="1239393" y="650367"/>
                  </a:lnTo>
                  <a:lnTo>
                    <a:pt x="946785" y="650367"/>
                  </a:lnTo>
                  <a:lnTo>
                    <a:pt x="942467" y="654558"/>
                  </a:lnTo>
                  <a:lnTo>
                    <a:pt x="942467" y="1222502"/>
                  </a:lnTo>
                  <a:lnTo>
                    <a:pt x="403860" y="1222502"/>
                  </a:lnTo>
                  <a:lnTo>
                    <a:pt x="403860" y="1193927"/>
                  </a:lnTo>
                  <a:lnTo>
                    <a:pt x="327660" y="1232027"/>
                  </a:lnTo>
                  <a:lnTo>
                    <a:pt x="337058" y="1236726"/>
                  </a:lnTo>
                  <a:lnTo>
                    <a:pt x="76200" y="1236726"/>
                  </a:lnTo>
                  <a:lnTo>
                    <a:pt x="76200" y="1208151"/>
                  </a:lnTo>
                  <a:lnTo>
                    <a:pt x="0" y="1246251"/>
                  </a:lnTo>
                  <a:lnTo>
                    <a:pt x="76200" y="1284351"/>
                  </a:lnTo>
                  <a:lnTo>
                    <a:pt x="76200" y="1255776"/>
                  </a:lnTo>
                  <a:lnTo>
                    <a:pt x="375158" y="1255776"/>
                  </a:lnTo>
                  <a:lnTo>
                    <a:pt x="403860" y="1270127"/>
                  </a:lnTo>
                  <a:lnTo>
                    <a:pt x="403860" y="1255776"/>
                  </a:lnTo>
                  <a:lnTo>
                    <a:pt x="957326" y="1255776"/>
                  </a:lnTo>
                  <a:lnTo>
                    <a:pt x="961517" y="1251458"/>
                  </a:lnTo>
                  <a:lnTo>
                    <a:pt x="961517" y="1246251"/>
                  </a:lnTo>
                  <a:lnTo>
                    <a:pt x="961517" y="1241552"/>
                  </a:lnTo>
                  <a:lnTo>
                    <a:pt x="1221359" y="1241552"/>
                  </a:lnTo>
                  <a:lnTo>
                    <a:pt x="1225550" y="1237234"/>
                  </a:lnTo>
                  <a:lnTo>
                    <a:pt x="1225550" y="1232027"/>
                  </a:lnTo>
                  <a:lnTo>
                    <a:pt x="1225550" y="1222502"/>
                  </a:lnTo>
                  <a:lnTo>
                    <a:pt x="1225550" y="780669"/>
                  </a:lnTo>
                  <a:lnTo>
                    <a:pt x="1235964" y="780669"/>
                  </a:lnTo>
                  <a:lnTo>
                    <a:pt x="1235964" y="809244"/>
                  </a:lnTo>
                  <a:lnTo>
                    <a:pt x="1293114" y="780669"/>
                  </a:lnTo>
                  <a:lnTo>
                    <a:pt x="1312164" y="771144"/>
                  </a:lnTo>
                  <a:lnTo>
                    <a:pt x="1293114" y="761619"/>
                  </a:lnTo>
                  <a:lnTo>
                    <a:pt x="1235964" y="733044"/>
                  </a:lnTo>
                  <a:lnTo>
                    <a:pt x="1235964" y="761619"/>
                  </a:lnTo>
                  <a:lnTo>
                    <a:pt x="1210818" y="761619"/>
                  </a:lnTo>
                  <a:lnTo>
                    <a:pt x="1206500" y="765937"/>
                  </a:lnTo>
                  <a:lnTo>
                    <a:pt x="1206500" y="1222502"/>
                  </a:lnTo>
                  <a:lnTo>
                    <a:pt x="961517" y="1222502"/>
                  </a:lnTo>
                  <a:lnTo>
                    <a:pt x="961517" y="669417"/>
                  </a:lnTo>
                  <a:lnTo>
                    <a:pt x="1239393" y="669417"/>
                  </a:lnTo>
                  <a:lnTo>
                    <a:pt x="1239393" y="697992"/>
                  </a:lnTo>
                  <a:lnTo>
                    <a:pt x="1296543" y="669417"/>
                  </a:lnTo>
                  <a:lnTo>
                    <a:pt x="1315593" y="659892"/>
                  </a:lnTo>
                  <a:close/>
                </a:path>
                <a:path w="1316354" h="1284604">
                  <a:moveTo>
                    <a:pt x="1316228" y="371983"/>
                  </a:moveTo>
                  <a:lnTo>
                    <a:pt x="1297178" y="362458"/>
                  </a:lnTo>
                  <a:lnTo>
                    <a:pt x="1240028" y="333883"/>
                  </a:lnTo>
                  <a:lnTo>
                    <a:pt x="1240028" y="362458"/>
                  </a:lnTo>
                  <a:lnTo>
                    <a:pt x="1225550" y="362458"/>
                  </a:lnTo>
                  <a:lnTo>
                    <a:pt x="1225550" y="47625"/>
                  </a:lnTo>
                  <a:lnTo>
                    <a:pt x="1225550" y="38100"/>
                  </a:lnTo>
                  <a:lnTo>
                    <a:pt x="1225550" y="32893"/>
                  </a:lnTo>
                  <a:lnTo>
                    <a:pt x="1221359" y="28575"/>
                  </a:lnTo>
                  <a:lnTo>
                    <a:pt x="401955" y="28575"/>
                  </a:lnTo>
                  <a:lnTo>
                    <a:pt x="401955" y="0"/>
                  </a:lnTo>
                  <a:lnTo>
                    <a:pt x="325755" y="38100"/>
                  </a:lnTo>
                  <a:lnTo>
                    <a:pt x="401955" y="76212"/>
                  </a:lnTo>
                  <a:lnTo>
                    <a:pt x="401955" y="47625"/>
                  </a:lnTo>
                  <a:lnTo>
                    <a:pt x="1206500" y="47625"/>
                  </a:lnTo>
                  <a:lnTo>
                    <a:pt x="1206500" y="377317"/>
                  </a:lnTo>
                  <a:lnTo>
                    <a:pt x="1210818" y="381508"/>
                  </a:lnTo>
                  <a:lnTo>
                    <a:pt x="1240028" y="381508"/>
                  </a:lnTo>
                  <a:lnTo>
                    <a:pt x="1240028" y="410083"/>
                  </a:lnTo>
                  <a:lnTo>
                    <a:pt x="1297178" y="381508"/>
                  </a:lnTo>
                  <a:lnTo>
                    <a:pt x="1316228" y="371983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2022729" y="5883401"/>
              <a:ext cx="2480310" cy="2295525"/>
            </a:xfrm>
            <a:custGeom>
              <a:avLst/>
              <a:gdLst/>
              <a:ahLst/>
              <a:cxnLst/>
              <a:rect l="l" t="t" r="r" b="b"/>
              <a:pathLst>
                <a:path w="2480310" h="2295525">
                  <a:moveTo>
                    <a:pt x="271653" y="1899920"/>
                  </a:moveTo>
                  <a:lnTo>
                    <a:pt x="268681" y="1885264"/>
                  </a:lnTo>
                  <a:lnTo>
                    <a:pt x="260616" y="1873326"/>
                  </a:lnTo>
                  <a:lnTo>
                    <a:pt x="248666" y="1865274"/>
                  </a:lnTo>
                  <a:lnTo>
                    <a:pt x="234061" y="1862328"/>
                  </a:lnTo>
                  <a:lnTo>
                    <a:pt x="37465" y="1862328"/>
                  </a:lnTo>
                  <a:lnTo>
                    <a:pt x="22872" y="1865274"/>
                  </a:lnTo>
                  <a:lnTo>
                    <a:pt x="10960" y="1873313"/>
                  </a:lnTo>
                  <a:lnTo>
                    <a:pt x="2933" y="1885264"/>
                  </a:lnTo>
                  <a:lnTo>
                    <a:pt x="0" y="1899920"/>
                  </a:lnTo>
                  <a:lnTo>
                    <a:pt x="0" y="2050161"/>
                  </a:lnTo>
                  <a:lnTo>
                    <a:pt x="2933" y="2064778"/>
                  </a:lnTo>
                  <a:lnTo>
                    <a:pt x="10960" y="2076729"/>
                  </a:lnTo>
                  <a:lnTo>
                    <a:pt x="22872" y="2084793"/>
                  </a:lnTo>
                  <a:lnTo>
                    <a:pt x="37465" y="2087753"/>
                  </a:lnTo>
                  <a:lnTo>
                    <a:pt x="234061" y="2087753"/>
                  </a:lnTo>
                  <a:lnTo>
                    <a:pt x="248666" y="2084793"/>
                  </a:lnTo>
                  <a:lnTo>
                    <a:pt x="260616" y="2076729"/>
                  </a:lnTo>
                  <a:lnTo>
                    <a:pt x="268681" y="2064778"/>
                  </a:lnTo>
                  <a:lnTo>
                    <a:pt x="271653" y="2050161"/>
                  </a:lnTo>
                  <a:lnTo>
                    <a:pt x="271653" y="1899920"/>
                  </a:lnTo>
                  <a:close/>
                </a:path>
                <a:path w="2480310" h="2295525">
                  <a:moveTo>
                    <a:pt x="271653" y="37592"/>
                  </a:moveTo>
                  <a:lnTo>
                    <a:pt x="268681" y="22936"/>
                  </a:lnTo>
                  <a:lnTo>
                    <a:pt x="260616" y="10985"/>
                  </a:lnTo>
                  <a:lnTo>
                    <a:pt x="248666" y="2946"/>
                  </a:lnTo>
                  <a:lnTo>
                    <a:pt x="234061" y="0"/>
                  </a:lnTo>
                  <a:lnTo>
                    <a:pt x="37465" y="0"/>
                  </a:lnTo>
                  <a:lnTo>
                    <a:pt x="22872" y="2946"/>
                  </a:lnTo>
                  <a:lnTo>
                    <a:pt x="10960" y="10985"/>
                  </a:lnTo>
                  <a:lnTo>
                    <a:pt x="2933" y="22936"/>
                  </a:lnTo>
                  <a:lnTo>
                    <a:pt x="0" y="37592"/>
                  </a:lnTo>
                  <a:lnTo>
                    <a:pt x="0" y="187833"/>
                  </a:lnTo>
                  <a:lnTo>
                    <a:pt x="2933" y="202501"/>
                  </a:lnTo>
                  <a:lnTo>
                    <a:pt x="10960" y="214439"/>
                  </a:lnTo>
                  <a:lnTo>
                    <a:pt x="22872" y="222491"/>
                  </a:lnTo>
                  <a:lnTo>
                    <a:pt x="37465" y="225425"/>
                  </a:lnTo>
                  <a:lnTo>
                    <a:pt x="234061" y="225425"/>
                  </a:lnTo>
                  <a:lnTo>
                    <a:pt x="248666" y="222491"/>
                  </a:lnTo>
                  <a:lnTo>
                    <a:pt x="260616" y="214452"/>
                  </a:lnTo>
                  <a:lnTo>
                    <a:pt x="268681" y="202501"/>
                  </a:lnTo>
                  <a:lnTo>
                    <a:pt x="271653" y="187833"/>
                  </a:lnTo>
                  <a:lnTo>
                    <a:pt x="271653" y="37592"/>
                  </a:lnTo>
                  <a:close/>
                </a:path>
                <a:path w="2480310" h="2295525">
                  <a:moveTo>
                    <a:pt x="2480310" y="1965833"/>
                  </a:moveTo>
                  <a:lnTo>
                    <a:pt x="2476119" y="1961642"/>
                  </a:lnTo>
                  <a:lnTo>
                    <a:pt x="804291" y="1961642"/>
                  </a:lnTo>
                  <a:lnTo>
                    <a:pt x="804291" y="1933067"/>
                  </a:lnTo>
                  <a:lnTo>
                    <a:pt x="728091" y="1971167"/>
                  </a:lnTo>
                  <a:lnTo>
                    <a:pt x="804291" y="2009267"/>
                  </a:lnTo>
                  <a:lnTo>
                    <a:pt x="804291" y="1980692"/>
                  </a:lnTo>
                  <a:lnTo>
                    <a:pt x="2461260" y="1980692"/>
                  </a:lnTo>
                  <a:lnTo>
                    <a:pt x="2461260" y="2247392"/>
                  </a:lnTo>
                  <a:lnTo>
                    <a:pt x="1574800" y="2247392"/>
                  </a:lnTo>
                  <a:lnTo>
                    <a:pt x="1574800" y="2218817"/>
                  </a:lnTo>
                  <a:lnTo>
                    <a:pt x="1498600" y="2256917"/>
                  </a:lnTo>
                  <a:lnTo>
                    <a:pt x="1574800" y="2295017"/>
                  </a:lnTo>
                  <a:lnTo>
                    <a:pt x="1574800" y="2266442"/>
                  </a:lnTo>
                  <a:lnTo>
                    <a:pt x="2476119" y="2266442"/>
                  </a:lnTo>
                  <a:lnTo>
                    <a:pt x="2480310" y="2262124"/>
                  </a:lnTo>
                  <a:lnTo>
                    <a:pt x="2480310" y="2256917"/>
                  </a:lnTo>
                  <a:lnTo>
                    <a:pt x="2480310" y="2247392"/>
                  </a:lnTo>
                  <a:lnTo>
                    <a:pt x="2480310" y="1980692"/>
                  </a:lnTo>
                  <a:lnTo>
                    <a:pt x="2480310" y="1971167"/>
                  </a:lnTo>
                  <a:lnTo>
                    <a:pt x="2480310" y="1965833"/>
                  </a:lnTo>
                  <a:close/>
                </a:path>
                <a:path w="2480310" h="2295525">
                  <a:moveTo>
                    <a:pt x="2480310" y="86995"/>
                  </a:moveTo>
                  <a:lnTo>
                    <a:pt x="2476119" y="82677"/>
                  </a:lnTo>
                  <a:lnTo>
                    <a:pt x="804291" y="82677"/>
                  </a:lnTo>
                  <a:lnTo>
                    <a:pt x="804291" y="54102"/>
                  </a:lnTo>
                  <a:lnTo>
                    <a:pt x="728091" y="92202"/>
                  </a:lnTo>
                  <a:lnTo>
                    <a:pt x="804291" y="130302"/>
                  </a:lnTo>
                  <a:lnTo>
                    <a:pt x="804291" y="101727"/>
                  </a:lnTo>
                  <a:lnTo>
                    <a:pt x="2461260" y="101727"/>
                  </a:lnTo>
                  <a:lnTo>
                    <a:pt x="2461260" y="368427"/>
                  </a:lnTo>
                  <a:lnTo>
                    <a:pt x="1574800" y="368427"/>
                  </a:lnTo>
                  <a:lnTo>
                    <a:pt x="1574800" y="339852"/>
                  </a:lnTo>
                  <a:lnTo>
                    <a:pt x="1498600" y="377952"/>
                  </a:lnTo>
                  <a:lnTo>
                    <a:pt x="1574800" y="416052"/>
                  </a:lnTo>
                  <a:lnTo>
                    <a:pt x="1574800" y="387477"/>
                  </a:lnTo>
                  <a:lnTo>
                    <a:pt x="2476119" y="387477"/>
                  </a:lnTo>
                  <a:lnTo>
                    <a:pt x="2480310" y="383286"/>
                  </a:lnTo>
                  <a:lnTo>
                    <a:pt x="2480310" y="377952"/>
                  </a:lnTo>
                  <a:lnTo>
                    <a:pt x="2480310" y="368427"/>
                  </a:lnTo>
                  <a:lnTo>
                    <a:pt x="2480310" y="101727"/>
                  </a:lnTo>
                  <a:lnTo>
                    <a:pt x="2480310" y="92202"/>
                  </a:lnTo>
                  <a:lnTo>
                    <a:pt x="2480310" y="86995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83257" y="6650228"/>
              <a:ext cx="165100" cy="13677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04110" y="6650228"/>
              <a:ext cx="164972" cy="13677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24836" y="6650228"/>
              <a:ext cx="165100" cy="13677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45689" y="6650228"/>
              <a:ext cx="164973" cy="13677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066542" y="6650228"/>
              <a:ext cx="164972" cy="136779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363214" y="6268555"/>
              <a:ext cx="1049655" cy="678815"/>
            </a:xfrm>
            <a:custGeom>
              <a:avLst/>
              <a:gdLst/>
              <a:ahLst/>
              <a:cxnLst/>
              <a:rect l="l" t="t" r="r" b="b"/>
              <a:pathLst>
                <a:path w="1049654" h="678815">
                  <a:moveTo>
                    <a:pt x="1049248" y="0"/>
                  </a:moveTo>
                  <a:lnTo>
                    <a:pt x="0" y="0"/>
                  </a:lnTo>
                  <a:lnTo>
                    <a:pt x="0" y="678599"/>
                  </a:lnTo>
                  <a:lnTo>
                    <a:pt x="1049248" y="678599"/>
                  </a:lnTo>
                  <a:lnTo>
                    <a:pt x="1049248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363214" y="6268555"/>
              <a:ext cx="1049655" cy="678815"/>
            </a:xfrm>
            <a:custGeom>
              <a:avLst/>
              <a:gdLst/>
              <a:ahLst/>
              <a:cxnLst/>
              <a:rect l="l" t="t" r="r" b="b"/>
              <a:pathLst>
                <a:path w="1049654" h="678815">
                  <a:moveTo>
                    <a:pt x="0" y="678599"/>
                  </a:moveTo>
                  <a:lnTo>
                    <a:pt x="1049248" y="678599"/>
                  </a:lnTo>
                  <a:lnTo>
                    <a:pt x="1049248" y="0"/>
                  </a:lnTo>
                  <a:lnTo>
                    <a:pt x="0" y="0"/>
                  </a:lnTo>
                  <a:lnTo>
                    <a:pt x="0" y="678599"/>
                  </a:lnTo>
                  <a:close/>
                </a:path>
              </a:pathLst>
            </a:custGeom>
            <a:ln w="2857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433573" y="5754115"/>
            <a:ext cx="13652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spc="-50" dirty="0">
                <a:solidFill>
                  <a:srgbClr val="0074A1"/>
                </a:solidFill>
                <a:latin typeface="Malgun Gothic"/>
                <a:cs typeface="Malgun Gothic"/>
              </a:rPr>
              <a:t>!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377501" y="6529831"/>
            <a:ext cx="10210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3520">
              <a:lnSpc>
                <a:spcPct val="100000"/>
              </a:lnSpc>
              <a:spcBef>
                <a:spcPts val="105"/>
              </a:spcBef>
            </a:pPr>
            <a:r>
              <a:rPr sz="10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Serializer</a:t>
            </a:r>
            <a:endParaRPr sz="1050">
              <a:latin typeface="Malgun Gothic"/>
              <a:cs typeface="Malgun Gothic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4497959" y="6539483"/>
            <a:ext cx="1955800" cy="137160"/>
            <a:chOff x="4497959" y="6539483"/>
            <a:chExt cx="1955800" cy="137160"/>
          </a:xfrm>
        </p:grpSpPr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97959" y="6539483"/>
              <a:ext cx="164973" cy="13690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718812" y="6539483"/>
              <a:ext cx="164973" cy="13690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39538" y="6539483"/>
              <a:ext cx="164973" cy="13690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60391" y="6539483"/>
              <a:ext cx="164973" cy="13690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381117" y="6539483"/>
              <a:ext cx="164973" cy="13690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611114" y="6539483"/>
              <a:ext cx="164973" cy="13690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847080" y="6539483"/>
              <a:ext cx="164973" cy="13690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067806" y="6539483"/>
              <a:ext cx="165100" cy="13690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88659" y="6539483"/>
              <a:ext cx="164973" cy="136905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2022729" y="8153996"/>
            <a:ext cx="1340485" cy="678815"/>
          </a:xfrm>
          <a:prstGeom prst="rect">
            <a:avLst/>
          </a:prstGeom>
          <a:ln w="28575">
            <a:solidFill>
              <a:srgbClr val="173360"/>
            </a:solidFill>
          </a:ln>
        </p:spPr>
        <p:txBody>
          <a:bodyPr vert="horz" wrap="square" lIns="0" tIns="123189" rIns="0" bIns="0" rtlCol="0">
            <a:spAutoFit/>
          </a:bodyPr>
          <a:lstStyle/>
          <a:p>
            <a:pPr marL="407670">
              <a:lnSpc>
                <a:spcPct val="100000"/>
              </a:lnSpc>
              <a:spcBef>
                <a:spcPts val="969"/>
              </a:spcBef>
            </a:pPr>
            <a:r>
              <a:rPr sz="1350" b="1" dirty="0">
                <a:latin typeface="Malgun Gothic"/>
                <a:cs typeface="Malgun Gothic"/>
              </a:rPr>
              <a:t>App</a:t>
            </a:r>
            <a:r>
              <a:rPr sz="1350" b="1" spc="130" dirty="0">
                <a:latin typeface="Malgun Gothic"/>
                <a:cs typeface="Malgun Gothic"/>
              </a:rPr>
              <a:t> </a:t>
            </a:r>
            <a:r>
              <a:rPr sz="1350" b="1" spc="-50" dirty="0">
                <a:latin typeface="Malgun Gothic"/>
                <a:cs typeface="Malgun Gothic"/>
              </a:rPr>
              <a:t>1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2183257" y="6539483"/>
            <a:ext cx="4516755" cy="2132965"/>
            <a:chOff x="2183257" y="6539483"/>
            <a:chExt cx="4516755" cy="2132965"/>
          </a:xfrm>
        </p:grpSpPr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183257" y="8535669"/>
              <a:ext cx="165100" cy="136779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404110" y="8535669"/>
              <a:ext cx="164972" cy="136779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624836" y="8535669"/>
              <a:ext cx="165100" cy="136779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45689" y="8535669"/>
              <a:ext cx="164973" cy="136779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066542" y="8535669"/>
              <a:ext cx="164972" cy="136779"/>
            </a:xfrm>
            <a:prstGeom prst="rect">
              <a:avLst/>
            </a:prstGeom>
          </p:spPr>
        </p:pic>
        <p:pic>
          <p:nvPicPr>
            <p:cNvPr id="76" name="object 7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497958" y="8442324"/>
              <a:ext cx="164973" cy="136779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718811" y="8442324"/>
              <a:ext cx="164973" cy="136779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939538" y="8442324"/>
              <a:ext cx="164973" cy="13677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160391" y="8442324"/>
              <a:ext cx="164973" cy="136779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81117" y="8442324"/>
              <a:ext cx="164973" cy="136779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11114" y="8442324"/>
              <a:ext cx="164973" cy="136779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847079" y="8442324"/>
              <a:ext cx="164973" cy="136779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67805" y="8442324"/>
              <a:ext cx="165100" cy="136779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6288659" y="8442324"/>
              <a:ext cx="164973" cy="136779"/>
            </a:xfrm>
            <a:prstGeom prst="rect">
              <a:avLst/>
            </a:prstGeom>
          </p:spPr>
        </p:pic>
        <p:sp>
          <p:nvSpPr>
            <p:cNvPr id="85" name="object 85"/>
            <p:cNvSpPr/>
            <p:nvPr/>
          </p:nvSpPr>
          <p:spPr>
            <a:xfrm>
              <a:off x="3673475" y="6908545"/>
              <a:ext cx="1310640" cy="518159"/>
            </a:xfrm>
            <a:custGeom>
              <a:avLst/>
              <a:gdLst/>
              <a:ahLst/>
              <a:cxnLst/>
              <a:rect l="l" t="t" r="r" b="b"/>
              <a:pathLst>
                <a:path w="1310639" h="518159">
                  <a:moveTo>
                    <a:pt x="1233932" y="441832"/>
                  </a:moveTo>
                  <a:lnTo>
                    <a:pt x="1233932" y="518032"/>
                  </a:lnTo>
                  <a:lnTo>
                    <a:pt x="1291082" y="489457"/>
                  </a:lnTo>
                  <a:lnTo>
                    <a:pt x="1246632" y="489457"/>
                  </a:lnTo>
                  <a:lnTo>
                    <a:pt x="1246632" y="470407"/>
                  </a:lnTo>
                  <a:lnTo>
                    <a:pt x="1291082" y="470407"/>
                  </a:lnTo>
                  <a:lnTo>
                    <a:pt x="1233932" y="441832"/>
                  </a:lnTo>
                  <a:close/>
                </a:path>
                <a:path w="1310639" h="518159">
                  <a:moveTo>
                    <a:pt x="949071" y="38100"/>
                  </a:moveTo>
                  <a:lnTo>
                    <a:pt x="949071" y="485266"/>
                  </a:lnTo>
                  <a:lnTo>
                    <a:pt x="953388" y="489457"/>
                  </a:lnTo>
                  <a:lnTo>
                    <a:pt x="1233932" y="489457"/>
                  </a:lnTo>
                  <a:lnTo>
                    <a:pt x="1233932" y="479932"/>
                  </a:lnTo>
                  <a:lnTo>
                    <a:pt x="968121" y="479932"/>
                  </a:lnTo>
                  <a:lnTo>
                    <a:pt x="958596" y="470407"/>
                  </a:lnTo>
                  <a:lnTo>
                    <a:pt x="968121" y="470407"/>
                  </a:lnTo>
                  <a:lnTo>
                    <a:pt x="968121" y="47625"/>
                  </a:lnTo>
                  <a:lnTo>
                    <a:pt x="958596" y="47625"/>
                  </a:lnTo>
                  <a:lnTo>
                    <a:pt x="949071" y="38100"/>
                  </a:lnTo>
                  <a:close/>
                </a:path>
                <a:path w="1310639" h="518159">
                  <a:moveTo>
                    <a:pt x="1291082" y="470407"/>
                  </a:moveTo>
                  <a:lnTo>
                    <a:pt x="1246632" y="470407"/>
                  </a:lnTo>
                  <a:lnTo>
                    <a:pt x="1246632" y="489457"/>
                  </a:lnTo>
                  <a:lnTo>
                    <a:pt x="1291082" y="489457"/>
                  </a:lnTo>
                  <a:lnTo>
                    <a:pt x="1310132" y="479932"/>
                  </a:lnTo>
                  <a:lnTo>
                    <a:pt x="1291082" y="470407"/>
                  </a:lnTo>
                  <a:close/>
                </a:path>
                <a:path w="1310639" h="518159">
                  <a:moveTo>
                    <a:pt x="968121" y="470407"/>
                  </a:moveTo>
                  <a:lnTo>
                    <a:pt x="958596" y="470407"/>
                  </a:lnTo>
                  <a:lnTo>
                    <a:pt x="968121" y="479932"/>
                  </a:lnTo>
                  <a:lnTo>
                    <a:pt x="968121" y="470407"/>
                  </a:lnTo>
                  <a:close/>
                </a:path>
                <a:path w="1310639" h="518159">
                  <a:moveTo>
                    <a:pt x="1233932" y="470407"/>
                  </a:moveTo>
                  <a:lnTo>
                    <a:pt x="968121" y="470407"/>
                  </a:lnTo>
                  <a:lnTo>
                    <a:pt x="968121" y="479932"/>
                  </a:lnTo>
                  <a:lnTo>
                    <a:pt x="1233932" y="479932"/>
                  </a:lnTo>
                  <a:lnTo>
                    <a:pt x="1233932" y="470407"/>
                  </a:lnTo>
                  <a:close/>
                </a:path>
                <a:path w="1310639" h="518159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47625"/>
                  </a:lnTo>
                  <a:lnTo>
                    <a:pt x="63500" y="47625"/>
                  </a:lnTo>
                  <a:lnTo>
                    <a:pt x="63500" y="28575"/>
                  </a:lnTo>
                  <a:lnTo>
                    <a:pt x="76200" y="28575"/>
                  </a:lnTo>
                  <a:lnTo>
                    <a:pt x="76200" y="0"/>
                  </a:lnTo>
                  <a:close/>
                </a:path>
                <a:path w="1310639" h="518159">
                  <a:moveTo>
                    <a:pt x="76200" y="28575"/>
                  </a:moveTo>
                  <a:lnTo>
                    <a:pt x="63500" y="28575"/>
                  </a:lnTo>
                  <a:lnTo>
                    <a:pt x="63500" y="47625"/>
                  </a:lnTo>
                  <a:lnTo>
                    <a:pt x="76200" y="47625"/>
                  </a:lnTo>
                  <a:lnTo>
                    <a:pt x="76200" y="28575"/>
                  </a:lnTo>
                  <a:close/>
                </a:path>
                <a:path w="1310639" h="518159">
                  <a:moveTo>
                    <a:pt x="963802" y="28575"/>
                  </a:moveTo>
                  <a:lnTo>
                    <a:pt x="76200" y="28575"/>
                  </a:lnTo>
                  <a:lnTo>
                    <a:pt x="76200" y="47625"/>
                  </a:lnTo>
                  <a:lnTo>
                    <a:pt x="949071" y="47625"/>
                  </a:lnTo>
                  <a:lnTo>
                    <a:pt x="949071" y="38100"/>
                  </a:lnTo>
                  <a:lnTo>
                    <a:pt x="968121" y="38100"/>
                  </a:lnTo>
                  <a:lnTo>
                    <a:pt x="968121" y="32892"/>
                  </a:lnTo>
                  <a:lnTo>
                    <a:pt x="963802" y="28575"/>
                  </a:lnTo>
                  <a:close/>
                </a:path>
                <a:path w="1310639" h="518159">
                  <a:moveTo>
                    <a:pt x="968121" y="38100"/>
                  </a:moveTo>
                  <a:lnTo>
                    <a:pt x="949071" y="38100"/>
                  </a:lnTo>
                  <a:lnTo>
                    <a:pt x="958596" y="47625"/>
                  </a:lnTo>
                  <a:lnTo>
                    <a:pt x="968121" y="47625"/>
                  </a:lnTo>
                  <a:lnTo>
                    <a:pt x="968121" y="381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6" name="object 8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17821" y="6947255"/>
              <a:ext cx="1176591" cy="972337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534785" y="6539483"/>
              <a:ext cx="164973" cy="13690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6534785" y="8442324"/>
              <a:ext cx="164973" cy="136779"/>
            </a:xfrm>
            <a:prstGeom prst="rect">
              <a:avLst/>
            </a:prstGeom>
          </p:spPr>
        </p:pic>
      </p:grpSp>
      <p:sp>
        <p:nvSpPr>
          <p:cNvPr id="89" name="object 89"/>
          <p:cNvSpPr txBox="1"/>
          <p:nvPr/>
        </p:nvSpPr>
        <p:spPr>
          <a:xfrm>
            <a:off x="3363214" y="8153996"/>
            <a:ext cx="1049655" cy="678815"/>
          </a:xfrm>
          <a:prstGeom prst="rect">
            <a:avLst/>
          </a:prstGeom>
          <a:solidFill>
            <a:srgbClr val="173360"/>
          </a:solidFill>
          <a:ln w="28575">
            <a:solidFill>
              <a:srgbClr val="173360"/>
            </a:solidFill>
          </a:ln>
        </p:spPr>
        <p:txBody>
          <a:bodyPr vert="horz" wrap="square" lIns="0" tIns="1212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5"/>
              </a:spcBef>
            </a:pPr>
            <a:endParaRPr sz="1050">
              <a:latin typeface="Times New Roman"/>
              <a:cs typeface="Times New Roman"/>
            </a:endParaRPr>
          </a:p>
          <a:p>
            <a:pPr marL="238125">
              <a:lnSpc>
                <a:spcPct val="100000"/>
              </a:lnSpc>
            </a:pPr>
            <a:r>
              <a:rPr sz="10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Serializer</a:t>
            </a:r>
            <a:endParaRPr sz="1050">
              <a:latin typeface="Malgun Gothic"/>
              <a:cs typeface="Malgun Gothic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Schema</a:t>
            </a:r>
            <a:r>
              <a:rPr sz="4400" spc="-21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Registry/Schema</a:t>
            </a:r>
            <a:r>
              <a:rPr sz="4400" spc="-195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Validation</a:t>
            </a:r>
            <a:endParaRPr sz="4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20076" y="3127375"/>
            <a:ext cx="16377919" cy="636905"/>
            <a:chOff x="920076" y="3127375"/>
            <a:chExt cx="16377919" cy="636905"/>
          </a:xfrm>
        </p:grpSpPr>
        <p:sp>
          <p:nvSpPr>
            <p:cNvPr id="3" name="object 3"/>
            <p:cNvSpPr/>
            <p:nvPr/>
          </p:nvSpPr>
          <p:spPr>
            <a:xfrm>
              <a:off x="920076" y="3136823"/>
              <a:ext cx="16365219" cy="614680"/>
            </a:xfrm>
            <a:custGeom>
              <a:avLst/>
              <a:gdLst/>
              <a:ahLst/>
              <a:cxnLst/>
              <a:rect l="l" t="t" r="r" b="b"/>
              <a:pathLst>
                <a:path w="16365219" h="614679">
                  <a:moveTo>
                    <a:pt x="16364966" y="0"/>
                  </a:moveTo>
                  <a:lnTo>
                    <a:pt x="0" y="0"/>
                  </a:lnTo>
                  <a:lnTo>
                    <a:pt x="0" y="614248"/>
                  </a:lnTo>
                  <a:lnTo>
                    <a:pt x="16364966" y="614248"/>
                  </a:lnTo>
                  <a:lnTo>
                    <a:pt x="16364966" y="0"/>
                  </a:lnTo>
                  <a:close/>
                </a:path>
              </a:pathLst>
            </a:custGeom>
            <a:solidFill>
              <a:srgbClr val="DEEBF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2865" y="3136900"/>
              <a:ext cx="16365219" cy="617855"/>
            </a:xfrm>
            <a:custGeom>
              <a:avLst/>
              <a:gdLst/>
              <a:ahLst/>
              <a:cxnLst/>
              <a:rect l="l" t="t" r="r" b="b"/>
              <a:pathLst>
                <a:path w="16365219" h="617854">
                  <a:moveTo>
                    <a:pt x="0" y="0"/>
                  </a:moveTo>
                  <a:lnTo>
                    <a:pt x="16364915" y="0"/>
                  </a:lnTo>
                </a:path>
                <a:path w="16365219" h="617854">
                  <a:moveTo>
                    <a:pt x="0" y="617474"/>
                  </a:moveTo>
                  <a:lnTo>
                    <a:pt x="16364915" y="617474"/>
                  </a:lnTo>
                </a:path>
              </a:pathLst>
            </a:custGeom>
            <a:ln w="19050">
              <a:solidFill>
                <a:srgbClr val="0080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4869370" y="2734819"/>
            <a:ext cx="12529185" cy="68580"/>
          </a:xfrm>
          <a:custGeom>
            <a:avLst/>
            <a:gdLst/>
            <a:ahLst/>
            <a:cxnLst/>
            <a:rect l="l" t="t" r="r" b="b"/>
            <a:pathLst>
              <a:path w="12529185" h="68580">
                <a:moveTo>
                  <a:pt x="0" y="68578"/>
                </a:moveTo>
                <a:lnTo>
                  <a:pt x="12528842" y="68578"/>
                </a:lnTo>
                <a:lnTo>
                  <a:pt x="12528842" y="0"/>
                </a:lnTo>
                <a:lnTo>
                  <a:pt x="0" y="0"/>
                </a:lnTo>
                <a:lnTo>
                  <a:pt x="0" y="68578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868057" y="2620556"/>
            <a:ext cx="82550" cy="333375"/>
            <a:chOff x="868057" y="2620556"/>
            <a:chExt cx="82550" cy="333375"/>
          </a:xfrm>
        </p:grpSpPr>
        <p:sp>
          <p:nvSpPr>
            <p:cNvPr id="7" name="object 7"/>
            <p:cNvSpPr/>
            <p:nvPr/>
          </p:nvSpPr>
          <p:spPr>
            <a:xfrm>
              <a:off x="868057" y="2803436"/>
              <a:ext cx="82550" cy="150495"/>
            </a:xfrm>
            <a:custGeom>
              <a:avLst/>
              <a:gdLst/>
              <a:ahLst/>
              <a:cxnLst/>
              <a:rect l="l" t="t" r="r" b="b"/>
              <a:pathLst>
                <a:path w="82550" h="150494">
                  <a:moveTo>
                    <a:pt x="82415" y="0"/>
                  </a:moveTo>
                  <a:lnTo>
                    <a:pt x="0" y="0"/>
                  </a:lnTo>
                  <a:lnTo>
                    <a:pt x="0" y="149948"/>
                  </a:lnTo>
                  <a:lnTo>
                    <a:pt x="82415" y="149948"/>
                  </a:lnTo>
                  <a:lnTo>
                    <a:pt x="82415" y="0"/>
                  </a:lnTo>
                  <a:close/>
                </a:path>
              </a:pathLst>
            </a:custGeom>
            <a:solidFill>
              <a:srgbClr val="005BA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68057" y="2620556"/>
              <a:ext cx="82550" cy="182880"/>
            </a:xfrm>
            <a:custGeom>
              <a:avLst/>
              <a:gdLst/>
              <a:ahLst/>
              <a:cxnLst/>
              <a:rect l="l" t="t" r="r" b="b"/>
              <a:pathLst>
                <a:path w="82550" h="182880">
                  <a:moveTo>
                    <a:pt x="82417" y="0"/>
                  </a:moveTo>
                  <a:lnTo>
                    <a:pt x="0" y="0"/>
                  </a:lnTo>
                  <a:lnTo>
                    <a:pt x="0" y="182841"/>
                  </a:lnTo>
                  <a:lnTo>
                    <a:pt x="82417" y="182841"/>
                  </a:lnTo>
                  <a:lnTo>
                    <a:pt x="82417" y="0"/>
                  </a:lnTo>
                  <a:close/>
                </a:path>
              </a:pathLst>
            </a:custGeom>
            <a:solidFill>
              <a:srgbClr val="1EAC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855370" y="1649094"/>
            <a:ext cx="16558260" cy="1988820"/>
          </a:xfrm>
          <a:prstGeom prst="rect">
            <a:avLst/>
          </a:prstGeom>
        </p:spPr>
        <p:txBody>
          <a:bodyPr vert="horz" wrap="square" lIns="0" tIns="1270" rIns="0" bIns="0" rtlCol="0">
            <a:spAutoFit/>
          </a:bodyPr>
          <a:lstStyle/>
          <a:p>
            <a:pPr marL="12700" marR="5080">
              <a:lnSpc>
                <a:spcPct val="104800"/>
              </a:lnSpc>
              <a:spcBef>
                <a:spcPts val="10"/>
              </a:spcBef>
            </a:pP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Confluent</a:t>
            </a:r>
            <a:r>
              <a:rPr sz="1650" spc="4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Platform은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오픈소스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Apache</a:t>
            </a:r>
            <a:r>
              <a:rPr sz="1650" spc="5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Kafka와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다르게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GUI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화면의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Control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Center를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제공합니다.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Control</a:t>
            </a:r>
            <a:r>
              <a:rPr sz="1650" spc="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Center를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사용하여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Multi</a:t>
            </a:r>
            <a:r>
              <a:rPr sz="1650" spc="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Confluent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Platform</a:t>
            </a:r>
            <a:r>
              <a:rPr sz="1650" spc="2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Cluster들을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통합</a:t>
            </a:r>
            <a:r>
              <a:rPr sz="1650" spc="3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25" dirty="0">
                <a:solidFill>
                  <a:srgbClr val="3E3E3E"/>
                </a:solidFill>
                <a:latin typeface="Malgun Gothic"/>
                <a:cs typeface="Malgun Gothic"/>
              </a:rPr>
              <a:t>모니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터링하고</a:t>
            </a:r>
            <a:r>
              <a:rPr sz="1650" spc="-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Broker,</a:t>
            </a:r>
            <a:r>
              <a:rPr sz="1650" spc="-4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Topic,</a:t>
            </a:r>
            <a:r>
              <a:rPr sz="1650" spc="-55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Consumer에</a:t>
            </a:r>
            <a:r>
              <a:rPr sz="1650" spc="-6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대해</a:t>
            </a:r>
            <a:r>
              <a:rPr sz="1650" spc="-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dirty="0">
                <a:solidFill>
                  <a:srgbClr val="3E3E3E"/>
                </a:solidFill>
                <a:latin typeface="Malgun Gothic"/>
                <a:cs typeface="Malgun Gothic"/>
              </a:rPr>
              <a:t>통합</a:t>
            </a:r>
            <a:r>
              <a:rPr sz="1650" spc="-30" dirty="0">
                <a:solidFill>
                  <a:srgbClr val="3E3E3E"/>
                </a:solidFill>
                <a:latin typeface="Malgun Gothic"/>
                <a:cs typeface="Malgun Gothic"/>
              </a:rPr>
              <a:t> </a:t>
            </a:r>
            <a:r>
              <a:rPr sz="1650" spc="-10" dirty="0">
                <a:solidFill>
                  <a:srgbClr val="3E3E3E"/>
                </a:solidFill>
                <a:latin typeface="Malgun Gothic"/>
                <a:cs typeface="Malgun Gothic"/>
              </a:rPr>
              <a:t>모니터링합니다.</a:t>
            </a:r>
            <a:endParaRPr sz="16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780"/>
              </a:spcBef>
            </a:pPr>
            <a:endParaRPr sz="1650">
              <a:latin typeface="Malgun Gothic"/>
              <a:cs typeface="Malgun Gothic"/>
            </a:endParaRPr>
          </a:p>
          <a:p>
            <a:pPr marL="158750">
              <a:lnSpc>
                <a:spcPct val="100000"/>
              </a:lnSpc>
            </a:pPr>
            <a:r>
              <a:rPr sz="1800" dirty="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sz="18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800" dirty="0">
                <a:solidFill>
                  <a:srgbClr val="221F1F"/>
                </a:solidFill>
                <a:latin typeface="Malgun Gothic"/>
                <a:cs typeface="Malgun Gothic"/>
              </a:rPr>
              <a:t>Control</a:t>
            </a:r>
            <a:r>
              <a:rPr sz="18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800" spc="-10" dirty="0">
                <a:solidFill>
                  <a:srgbClr val="221F1F"/>
                </a:solidFill>
                <a:latin typeface="Malgun Gothic"/>
                <a:cs typeface="Malgun Gothic"/>
              </a:rPr>
              <a:t>Center</a:t>
            </a:r>
            <a:endParaRPr sz="1800">
              <a:latin typeface="Malgun Gothic"/>
              <a:cs typeface="Malgun Gothic"/>
            </a:endParaRPr>
          </a:p>
          <a:p>
            <a:pPr marR="168910" algn="ctr">
              <a:lnSpc>
                <a:spcPct val="100000"/>
              </a:lnSpc>
              <a:spcBef>
                <a:spcPts val="2720"/>
              </a:spcBef>
            </a:pPr>
            <a:r>
              <a:rPr sz="2400" b="1" dirty="0">
                <a:latin typeface="Malgun Gothic"/>
                <a:cs typeface="Malgun Gothic"/>
              </a:rPr>
              <a:t>단일 GUI</a:t>
            </a:r>
            <a:r>
              <a:rPr sz="2400" b="1" spc="15" dirty="0">
                <a:latin typeface="Malgun Gothic"/>
                <a:cs typeface="Malgun Gothic"/>
              </a:rPr>
              <a:t> </a:t>
            </a:r>
            <a:r>
              <a:rPr sz="2400" b="1" dirty="0">
                <a:latin typeface="Malgun Gothic"/>
                <a:cs typeface="Malgun Gothic"/>
              </a:rPr>
              <a:t>화면으로 모든</a:t>
            </a:r>
            <a:r>
              <a:rPr sz="2400" b="1" spc="-5" dirty="0">
                <a:latin typeface="Malgun Gothic"/>
                <a:cs typeface="Malgun Gothic"/>
              </a:rPr>
              <a:t> </a:t>
            </a:r>
            <a:r>
              <a:rPr sz="2400" b="1" dirty="0">
                <a:latin typeface="Malgun Gothic"/>
                <a:cs typeface="Malgun Gothic"/>
              </a:rPr>
              <a:t>구성</a:t>
            </a:r>
            <a:r>
              <a:rPr sz="2400" b="1" spc="5" dirty="0">
                <a:latin typeface="Malgun Gothic"/>
                <a:cs typeface="Malgun Gothic"/>
              </a:rPr>
              <a:t> </a:t>
            </a:r>
            <a:r>
              <a:rPr sz="2400" b="1" dirty="0">
                <a:latin typeface="Malgun Gothic"/>
                <a:cs typeface="Malgun Gothic"/>
              </a:rPr>
              <a:t>요소의 통합</a:t>
            </a:r>
            <a:r>
              <a:rPr sz="2400" b="1" spc="5" dirty="0">
                <a:latin typeface="Malgun Gothic"/>
                <a:cs typeface="Malgun Gothic"/>
              </a:rPr>
              <a:t> </a:t>
            </a:r>
            <a:r>
              <a:rPr sz="2400" b="1" dirty="0">
                <a:latin typeface="Malgun Gothic"/>
                <a:cs typeface="Malgun Gothic"/>
              </a:rPr>
              <a:t>모니터링</a:t>
            </a:r>
            <a:r>
              <a:rPr sz="2400" b="1" spc="5" dirty="0">
                <a:latin typeface="Malgun Gothic"/>
                <a:cs typeface="Malgun Gothic"/>
              </a:rPr>
              <a:t> </a:t>
            </a:r>
            <a:r>
              <a:rPr sz="2400" b="1" dirty="0">
                <a:latin typeface="Malgun Gothic"/>
                <a:cs typeface="Malgun Gothic"/>
              </a:rPr>
              <a:t>기능</a:t>
            </a:r>
            <a:r>
              <a:rPr sz="2400" b="1" spc="5" dirty="0">
                <a:latin typeface="Malgun Gothic"/>
                <a:cs typeface="Malgun Gothic"/>
              </a:rPr>
              <a:t> </a:t>
            </a:r>
            <a:r>
              <a:rPr sz="2400" b="1" spc="-25" dirty="0">
                <a:latin typeface="Malgun Gothic"/>
                <a:cs typeface="Malgun Gothic"/>
              </a:rPr>
              <a:t>제공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1986" y="3994277"/>
            <a:ext cx="4013200" cy="5176520"/>
          </a:xfrm>
          <a:custGeom>
            <a:avLst/>
            <a:gdLst/>
            <a:ahLst/>
            <a:cxnLst/>
            <a:rect l="l" t="t" r="r" b="b"/>
            <a:pathLst>
              <a:path w="4013200" h="5176520">
                <a:moveTo>
                  <a:pt x="0" y="91312"/>
                </a:moveTo>
                <a:lnTo>
                  <a:pt x="7180" y="55774"/>
                </a:lnTo>
                <a:lnTo>
                  <a:pt x="26762" y="26749"/>
                </a:lnTo>
                <a:lnTo>
                  <a:pt x="55806" y="7177"/>
                </a:lnTo>
                <a:lnTo>
                  <a:pt x="91376" y="0"/>
                </a:lnTo>
                <a:lnTo>
                  <a:pt x="3921633" y="0"/>
                </a:lnTo>
                <a:lnTo>
                  <a:pt x="3957171" y="7177"/>
                </a:lnTo>
                <a:lnTo>
                  <a:pt x="3986196" y="26749"/>
                </a:lnTo>
                <a:lnTo>
                  <a:pt x="4005768" y="55774"/>
                </a:lnTo>
                <a:lnTo>
                  <a:pt x="4012946" y="91312"/>
                </a:lnTo>
                <a:lnTo>
                  <a:pt x="4012946" y="5084914"/>
                </a:lnTo>
                <a:lnTo>
                  <a:pt x="4005768" y="5120484"/>
                </a:lnTo>
                <a:lnTo>
                  <a:pt x="3986196" y="5149529"/>
                </a:lnTo>
                <a:lnTo>
                  <a:pt x="3957171" y="5169111"/>
                </a:lnTo>
                <a:lnTo>
                  <a:pt x="3921633" y="5176291"/>
                </a:lnTo>
                <a:lnTo>
                  <a:pt x="91376" y="5176291"/>
                </a:lnTo>
                <a:lnTo>
                  <a:pt x="55806" y="5169111"/>
                </a:lnTo>
                <a:lnTo>
                  <a:pt x="26762" y="5149529"/>
                </a:lnTo>
                <a:lnTo>
                  <a:pt x="7180" y="5120484"/>
                </a:lnTo>
                <a:lnTo>
                  <a:pt x="0" y="5084914"/>
                </a:lnTo>
                <a:lnTo>
                  <a:pt x="0" y="91312"/>
                </a:lnTo>
                <a:close/>
              </a:path>
            </a:pathLst>
          </a:custGeom>
          <a:ln w="9525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179066" y="4013866"/>
            <a:ext cx="1478280" cy="73533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33655">
              <a:lnSpc>
                <a:spcPct val="100000"/>
              </a:lnSpc>
              <a:spcBef>
                <a:spcPts val="730"/>
              </a:spcBef>
            </a:pPr>
            <a:r>
              <a:rPr sz="1800" b="1" dirty="0">
                <a:latin typeface="Malgun Gothic"/>
                <a:cs typeface="Malgun Gothic"/>
              </a:rPr>
              <a:t>Multi</a:t>
            </a:r>
            <a:r>
              <a:rPr sz="1800" b="1" spc="-60" dirty="0">
                <a:latin typeface="Malgun Gothic"/>
                <a:cs typeface="Malgun Gothic"/>
              </a:rPr>
              <a:t> </a:t>
            </a:r>
            <a:r>
              <a:rPr sz="1800" b="1" spc="-10" dirty="0">
                <a:latin typeface="Malgun Gothic"/>
                <a:cs typeface="Malgun Gothic"/>
              </a:rPr>
              <a:t>Cluster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800" b="1" dirty="0">
                <a:latin typeface="Malgun Gothic"/>
                <a:cs typeface="Malgun Gothic"/>
              </a:rPr>
              <a:t>통합</a:t>
            </a:r>
            <a:r>
              <a:rPr sz="1800" b="1" spc="-5" dirty="0">
                <a:latin typeface="Malgun Gothic"/>
                <a:cs typeface="Malgun Gothic"/>
              </a:rPr>
              <a:t> </a:t>
            </a:r>
            <a:r>
              <a:rPr sz="1800" b="1" spc="-20" dirty="0">
                <a:latin typeface="Malgun Gothic"/>
                <a:cs typeface="Malgun Gothic"/>
              </a:rPr>
              <a:t>모니터링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40855" y="4853894"/>
            <a:ext cx="3815079" cy="1797050"/>
            <a:chOff x="1040855" y="4853894"/>
            <a:chExt cx="3815079" cy="1797050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40855" y="4853894"/>
              <a:ext cx="3814644" cy="179688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8296" y="4862448"/>
              <a:ext cx="3750183" cy="173050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1012952" y="6639839"/>
            <a:ext cx="2477770" cy="15684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00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Cluster들의</a:t>
            </a:r>
            <a:r>
              <a:rPr sz="1350" spc="-4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상태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요약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Cluster에</a:t>
            </a:r>
            <a:r>
              <a:rPr sz="1350" spc="-3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대한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검색</a:t>
            </a:r>
            <a:r>
              <a:rPr sz="1350" spc="-3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기능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1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Cluster의</a:t>
            </a:r>
            <a:r>
              <a:rPr sz="1350" spc="-3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현재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상태를</a:t>
            </a:r>
            <a:r>
              <a:rPr sz="1350" spc="-3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시각화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Cluster의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이름과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현재</a:t>
            </a:r>
            <a:r>
              <a:rPr sz="1350" spc="-25" dirty="0">
                <a:latin typeface="Malgun Gothic"/>
                <a:cs typeface="Malgun Gothic"/>
              </a:rPr>
              <a:t> 상태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19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Cluster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내부의</a:t>
            </a:r>
            <a:r>
              <a:rPr sz="1350" spc="-3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상세</a:t>
            </a:r>
            <a:r>
              <a:rPr sz="1350" spc="-3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데이터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036184" y="3994277"/>
            <a:ext cx="4013200" cy="5176520"/>
          </a:xfrm>
          <a:custGeom>
            <a:avLst/>
            <a:gdLst/>
            <a:ahLst/>
            <a:cxnLst/>
            <a:rect l="l" t="t" r="r" b="b"/>
            <a:pathLst>
              <a:path w="4013200" h="5176520">
                <a:moveTo>
                  <a:pt x="0" y="91312"/>
                </a:moveTo>
                <a:lnTo>
                  <a:pt x="7179" y="55774"/>
                </a:lnTo>
                <a:lnTo>
                  <a:pt x="26765" y="26749"/>
                </a:lnTo>
                <a:lnTo>
                  <a:pt x="55828" y="7177"/>
                </a:lnTo>
                <a:lnTo>
                  <a:pt x="91439" y="0"/>
                </a:lnTo>
                <a:lnTo>
                  <a:pt x="3921633" y="0"/>
                </a:lnTo>
                <a:lnTo>
                  <a:pt x="3957171" y="7177"/>
                </a:lnTo>
                <a:lnTo>
                  <a:pt x="3986196" y="26749"/>
                </a:lnTo>
                <a:lnTo>
                  <a:pt x="4005768" y="55774"/>
                </a:lnTo>
                <a:lnTo>
                  <a:pt x="4012945" y="91312"/>
                </a:lnTo>
                <a:lnTo>
                  <a:pt x="4012945" y="5084914"/>
                </a:lnTo>
                <a:lnTo>
                  <a:pt x="4005768" y="5120484"/>
                </a:lnTo>
                <a:lnTo>
                  <a:pt x="3986196" y="5149529"/>
                </a:lnTo>
                <a:lnTo>
                  <a:pt x="3957171" y="5169111"/>
                </a:lnTo>
                <a:lnTo>
                  <a:pt x="3921633" y="5176291"/>
                </a:lnTo>
                <a:lnTo>
                  <a:pt x="91439" y="5176291"/>
                </a:lnTo>
                <a:lnTo>
                  <a:pt x="55828" y="5169111"/>
                </a:lnTo>
                <a:lnTo>
                  <a:pt x="26765" y="5149529"/>
                </a:lnTo>
                <a:lnTo>
                  <a:pt x="7179" y="5120484"/>
                </a:lnTo>
                <a:lnTo>
                  <a:pt x="0" y="5084914"/>
                </a:lnTo>
                <a:lnTo>
                  <a:pt x="0" y="91312"/>
                </a:lnTo>
                <a:close/>
              </a:path>
            </a:pathLst>
          </a:custGeom>
          <a:ln w="9525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303645" y="4013866"/>
            <a:ext cx="1478280" cy="73533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730"/>
              </a:spcBef>
            </a:pPr>
            <a:r>
              <a:rPr sz="1800" b="1" spc="-10" dirty="0">
                <a:latin typeface="Malgun Gothic"/>
                <a:cs typeface="Malgun Gothic"/>
              </a:rPr>
              <a:t>Broker</a:t>
            </a:r>
            <a:endParaRPr sz="18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1800" b="1" dirty="0">
                <a:latin typeface="Malgun Gothic"/>
                <a:cs typeface="Malgun Gothic"/>
              </a:rPr>
              <a:t>통합</a:t>
            </a:r>
            <a:r>
              <a:rPr sz="1800" b="1" spc="-5" dirty="0">
                <a:latin typeface="Malgun Gothic"/>
                <a:cs typeface="Malgun Gothic"/>
              </a:rPr>
              <a:t> </a:t>
            </a:r>
            <a:r>
              <a:rPr sz="1800" b="1" spc="-20" dirty="0">
                <a:latin typeface="Malgun Gothic"/>
                <a:cs typeface="Malgun Gothic"/>
              </a:rPr>
              <a:t>모니터링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148043" y="4853878"/>
            <a:ext cx="3825875" cy="1786255"/>
            <a:chOff x="5148043" y="4853878"/>
            <a:chExt cx="3825875" cy="1786255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48043" y="4853878"/>
              <a:ext cx="3825297" cy="178624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56326" y="4862448"/>
              <a:ext cx="3760215" cy="1720468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153659" y="6639839"/>
            <a:ext cx="3514090" cy="18764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00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Broker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통합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메시지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발행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수치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및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추이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Broker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통합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메시지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소비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수치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및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추이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1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Broker,</a:t>
            </a:r>
            <a:r>
              <a:rPr sz="1350" spc="-3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Controller,</a:t>
            </a:r>
            <a:r>
              <a:rPr sz="1350" spc="-4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ZooKeeper의</a:t>
            </a:r>
            <a:r>
              <a:rPr sz="1350" spc="-5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현재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상태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모든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Partition의</a:t>
            </a:r>
            <a:r>
              <a:rPr sz="1350" spc="-5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상태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정보,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ISR,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OSR</a:t>
            </a:r>
            <a:r>
              <a:rPr sz="1350" spc="-1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상태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19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Node들의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디스크</a:t>
            </a:r>
            <a:r>
              <a:rPr sz="1350" spc="-3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사용량,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분산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상태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Node의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네트워크</a:t>
            </a:r>
            <a:r>
              <a:rPr sz="1350" spc="-3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사용량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60509" y="3994277"/>
            <a:ext cx="4013200" cy="5176520"/>
          </a:xfrm>
          <a:custGeom>
            <a:avLst/>
            <a:gdLst/>
            <a:ahLst/>
            <a:cxnLst/>
            <a:rect l="l" t="t" r="r" b="b"/>
            <a:pathLst>
              <a:path w="4013200" h="5176520">
                <a:moveTo>
                  <a:pt x="0" y="91312"/>
                </a:moveTo>
                <a:lnTo>
                  <a:pt x="7177" y="55774"/>
                </a:lnTo>
                <a:lnTo>
                  <a:pt x="26749" y="26749"/>
                </a:lnTo>
                <a:lnTo>
                  <a:pt x="55774" y="7177"/>
                </a:lnTo>
                <a:lnTo>
                  <a:pt x="91313" y="0"/>
                </a:lnTo>
                <a:lnTo>
                  <a:pt x="3921505" y="0"/>
                </a:lnTo>
                <a:lnTo>
                  <a:pt x="3957117" y="7177"/>
                </a:lnTo>
                <a:lnTo>
                  <a:pt x="3986180" y="26749"/>
                </a:lnTo>
                <a:lnTo>
                  <a:pt x="4005766" y="55774"/>
                </a:lnTo>
                <a:lnTo>
                  <a:pt x="4012946" y="91312"/>
                </a:lnTo>
                <a:lnTo>
                  <a:pt x="4012946" y="5084914"/>
                </a:lnTo>
                <a:lnTo>
                  <a:pt x="4005766" y="5120484"/>
                </a:lnTo>
                <a:lnTo>
                  <a:pt x="3986180" y="5149529"/>
                </a:lnTo>
                <a:lnTo>
                  <a:pt x="3957117" y="5169111"/>
                </a:lnTo>
                <a:lnTo>
                  <a:pt x="3921505" y="5176291"/>
                </a:lnTo>
                <a:lnTo>
                  <a:pt x="91313" y="5176291"/>
                </a:lnTo>
                <a:lnTo>
                  <a:pt x="55774" y="5169111"/>
                </a:lnTo>
                <a:lnTo>
                  <a:pt x="26749" y="5149529"/>
                </a:lnTo>
                <a:lnTo>
                  <a:pt x="7177" y="5120484"/>
                </a:lnTo>
                <a:lnTo>
                  <a:pt x="0" y="5084914"/>
                </a:lnTo>
                <a:lnTo>
                  <a:pt x="0" y="91312"/>
                </a:lnTo>
                <a:close/>
              </a:path>
            </a:pathLst>
          </a:custGeom>
          <a:ln w="9525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0428223" y="4013866"/>
            <a:ext cx="1478280" cy="73533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730"/>
              </a:spcBef>
            </a:pPr>
            <a:r>
              <a:rPr sz="1800" b="1" spc="-10" dirty="0">
                <a:latin typeface="Malgun Gothic"/>
                <a:cs typeface="Malgun Gothic"/>
              </a:rPr>
              <a:t>Topic</a:t>
            </a:r>
            <a:endParaRPr sz="18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1800" b="1" dirty="0">
                <a:latin typeface="Malgun Gothic"/>
                <a:cs typeface="Malgun Gothic"/>
              </a:rPr>
              <a:t>통합</a:t>
            </a:r>
            <a:r>
              <a:rPr sz="1800" b="1" spc="-5" dirty="0">
                <a:latin typeface="Malgun Gothic"/>
                <a:cs typeface="Malgun Gothic"/>
              </a:rPr>
              <a:t> </a:t>
            </a:r>
            <a:r>
              <a:rPr sz="1800" b="1" spc="-20" dirty="0">
                <a:latin typeface="Malgun Gothic"/>
                <a:cs typeface="Malgun Gothic"/>
              </a:rPr>
              <a:t>모니터링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9284172" y="4855386"/>
            <a:ext cx="3815079" cy="1757680"/>
            <a:chOff x="9284172" y="4855386"/>
            <a:chExt cx="3815079" cy="1757680"/>
          </a:xfrm>
        </p:grpSpPr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84172" y="4855386"/>
              <a:ext cx="3814644" cy="175732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291828" y="4863718"/>
              <a:ext cx="3750183" cy="1691766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9278239" y="6639839"/>
            <a:ext cx="2869565" cy="21856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00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전체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Topic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목록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Topic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검색</a:t>
            </a:r>
            <a:r>
              <a:rPr sz="1350" spc="-3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기능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1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Topic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추가/삭제</a:t>
            </a:r>
            <a:r>
              <a:rPr sz="1350" spc="-50" dirty="0">
                <a:latin typeface="Malgun Gothic"/>
                <a:cs typeface="Malgun Gothic"/>
              </a:rPr>
              <a:t> </a:t>
            </a:r>
            <a:r>
              <a:rPr sz="1350" spc="-35" dirty="0">
                <a:latin typeface="Malgun Gothic"/>
                <a:cs typeface="Malgun Gothic"/>
              </a:rPr>
              <a:t>기능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Topic별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총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Partition</a:t>
            </a:r>
            <a:r>
              <a:rPr sz="1350" spc="-4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수,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복제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상태,</a:t>
            </a:r>
            <a:endParaRPr sz="1350">
              <a:latin typeface="Malgun Gothic"/>
              <a:cs typeface="Malgun Gothic"/>
            </a:endParaRPr>
          </a:p>
          <a:p>
            <a:pPr marL="201295">
              <a:lnSpc>
                <a:spcPct val="100000"/>
              </a:lnSpc>
              <a:spcBef>
                <a:spcPts val="819"/>
              </a:spcBef>
            </a:pPr>
            <a:r>
              <a:rPr sz="1350" dirty="0">
                <a:latin typeface="Malgun Gothic"/>
                <a:cs typeface="Malgun Gothic"/>
              </a:rPr>
              <a:t>OSR</a:t>
            </a:r>
            <a:r>
              <a:rPr sz="1350" spc="-25" dirty="0">
                <a:latin typeface="Malgun Gothic"/>
                <a:cs typeface="Malgun Gothic"/>
              </a:rPr>
              <a:t> 상태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Topic별</a:t>
            </a:r>
            <a:r>
              <a:rPr sz="1350" spc="-4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Pub/Sub</a:t>
            </a:r>
            <a:r>
              <a:rPr sz="1350" spc="-4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처리량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1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Topic</a:t>
            </a:r>
            <a:r>
              <a:rPr sz="1350" spc="-1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상세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도구</a:t>
            </a:r>
            <a:r>
              <a:rPr sz="1350" spc="-1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이동</a:t>
            </a:r>
            <a:r>
              <a:rPr sz="1350" spc="-25" dirty="0">
                <a:latin typeface="Malgun Gothic"/>
                <a:cs typeface="Malgun Gothic"/>
              </a:rPr>
              <a:t> 메뉴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3284708" y="3994277"/>
            <a:ext cx="4013200" cy="5176520"/>
          </a:xfrm>
          <a:custGeom>
            <a:avLst/>
            <a:gdLst/>
            <a:ahLst/>
            <a:cxnLst/>
            <a:rect l="l" t="t" r="r" b="b"/>
            <a:pathLst>
              <a:path w="4013200" h="5176520">
                <a:moveTo>
                  <a:pt x="0" y="91312"/>
                </a:moveTo>
                <a:lnTo>
                  <a:pt x="7177" y="55774"/>
                </a:lnTo>
                <a:lnTo>
                  <a:pt x="26749" y="26749"/>
                </a:lnTo>
                <a:lnTo>
                  <a:pt x="55774" y="7177"/>
                </a:lnTo>
                <a:lnTo>
                  <a:pt x="91313" y="0"/>
                </a:lnTo>
                <a:lnTo>
                  <a:pt x="3921632" y="0"/>
                </a:lnTo>
                <a:lnTo>
                  <a:pt x="3957171" y="7177"/>
                </a:lnTo>
                <a:lnTo>
                  <a:pt x="3986196" y="26749"/>
                </a:lnTo>
                <a:lnTo>
                  <a:pt x="4005768" y="55774"/>
                </a:lnTo>
                <a:lnTo>
                  <a:pt x="4012946" y="91312"/>
                </a:lnTo>
                <a:lnTo>
                  <a:pt x="4012946" y="5084914"/>
                </a:lnTo>
                <a:lnTo>
                  <a:pt x="4005768" y="5120484"/>
                </a:lnTo>
                <a:lnTo>
                  <a:pt x="3986196" y="5149529"/>
                </a:lnTo>
                <a:lnTo>
                  <a:pt x="3957171" y="5169111"/>
                </a:lnTo>
                <a:lnTo>
                  <a:pt x="3921632" y="5176291"/>
                </a:lnTo>
                <a:lnTo>
                  <a:pt x="91313" y="5176291"/>
                </a:lnTo>
                <a:lnTo>
                  <a:pt x="55774" y="5169111"/>
                </a:lnTo>
                <a:lnTo>
                  <a:pt x="26749" y="5149529"/>
                </a:lnTo>
                <a:lnTo>
                  <a:pt x="7177" y="5120484"/>
                </a:lnTo>
                <a:lnTo>
                  <a:pt x="0" y="5084914"/>
                </a:lnTo>
                <a:lnTo>
                  <a:pt x="0" y="91312"/>
                </a:lnTo>
                <a:close/>
              </a:path>
            </a:pathLst>
          </a:custGeom>
          <a:ln w="9525">
            <a:solidFill>
              <a:srgbClr val="CCCC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4350111" y="4013866"/>
            <a:ext cx="1883410" cy="73533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30"/>
              </a:spcBef>
            </a:pPr>
            <a:r>
              <a:rPr sz="1800" b="1" dirty="0">
                <a:latin typeface="Malgun Gothic"/>
                <a:cs typeface="Malgun Gothic"/>
              </a:rPr>
              <a:t>Consumer</a:t>
            </a:r>
            <a:r>
              <a:rPr sz="1800" b="1" spc="-90" dirty="0">
                <a:latin typeface="Malgun Gothic"/>
                <a:cs typeface="Malgun Gothic"/>
              </a:rPr>
              <a:t> </a:t>
            </a:r>
            <a:r>
              <a:rPr sz="1800" b="1" spc="-10" dirty="0">
                <a:latin typeface="Malgun Gothic"/>
                <a:cs typeface="Malgun Gothic"/>
              </a:rPr>
              <a:t>Group</a:t>
            </a:r>
            <a:endParaRPr sz="18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635"/>
              </a:spcBef>
            </a:pPr>
            <a:r>
              <a:rPr sz="1800" b="1" dirty="0">
                <a:latin typeface="Malgun Gothic"/>
                <a:cs typeface="Malgun Gothic"/>
              </a:rPr>
              <a:t>통합</a:t>
            </a:r>
            <a:r>
              <a:rPr sz="1800" b="1" spc="-5" dirty="0">
                <a:latin typeface="Malgun Gothic"/>
                <a:cs typeface="Malgun Gothic"/>
              </a:rPr>
              <a:t> </a:t>
            </a:r>
            <a:r>
              <a:rPr sz="1800" b="1" spc="-20" dirty="0">
                <a:latin typeface="Malgun Gothic"/>
                <a:cs typeface="Malgun Gothic"/>
              </a:rPr>
              <a:t>모니터링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3409646" y="4855386"/>
            <a:ext cx="3816350" cy="1757680"/>
            <a:chOff x="13409646" y="4855386"/>
            <a:chExt cx="3816350" cy="1757680"/>
          </a:xfrm>
        </p:grpSpPr>
        <p:pic>
          <p:nvPicPr>
            <p:cNvPr id="31" name="object 3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409646" y="4855386"/>
              <a:ext cx="3816153" cy="1757326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417676" y="4863718"/>
              <a:ext cx="3750182" cy="1691639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3381101" y="6639839"/>
            <a:ext cx="3552825" cy="125857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201295" indent="-188595">
              <a:lnSpc>
                <a:spcPct val="100000"/>
              </a:lnSpc>
              <a:spcBef>
                <a:spcPts val="900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전체</a:t>
            </a:r>
            <a:r>
              <a:rPr sz="1350" spc="-3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Consumer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Group</a:t>
            </a:r>
            <a:r>
              <a:rPr sz="1350" spc="-4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목록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latin typeface="Malgun Gothic"/>
                <a:cs typeface="Malgun Gothic"/>
              </a:rPr>
              <a:t>Consumer</a:t>
            </a:r>
            <a:r>
              <a:rPr sz="1350" spc="-5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Group별</a:t>
            </a:r>
            <a:r>
              <a:rPr sz="1350" spc="-5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Consumer</a:t>
            </a:r>
            <a:r>
              <a:rPr sz="1350" spc="-4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수,</a:t>
            </a:r>
            <a:r>
              <a:rPr sz="1350" spc="-3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Topic</a:t>
            </a:r>
            <a:r>
              <a:rPr sz="1350" spc="-30" dirty="0">
                <a:latin typeface="Malgun Gothic"/>
                <a:cs typeface="Malgun Gothic"/>
              </a:rPr>
              <a:t> </a:t>
            </a:r>
            <a:r>
              <a:rPr sz="1350" spc="-50" dirty="0">
                <a:latin typeface="Malgun Gothic"/>
                <a:cs typeface="Malgun Gothic"/>
              </a:rPr>
              <a:t>수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15"/>
              </a:spcBef>
              <a:buClr>
                <a:srgbClr val="000000"/>
              </a:buClr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Consumer</a:t>
            </a:r>
            <a:r>
              <a:rPr sz="1350" spc="-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Group</a:t>
            </a:r>
            <a:r>
              <a:rPr sz="1350" dirty="0">
                <a:latin typeface="Malgun Gothic"/>
                <a:cs typeface="Malgun Gothic"/>
              </a:rPr>
              <a:t>별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구독</a:t>
            </a:r>
            <a:r>
              <a:rPr sz="1350" spc="-25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Topic</a:t>
            </a:r>
            <a:r>
              <a:rPr sz="1350" spc="-30" dirty="0">
                <a:latin typeface="Malgun Gothic"/>
                <a:cs typeface="Malgun Gothic"/>
              </a:rPr>
              <a:t> </a:t>
            </a:r>
            <a:r>
              <a:rPr sz="1350" spc="-50" dirty="0">
                <a:latin typeface="Malgun Gothic"/>
                <a:cs typeface="Malgun Gothic"/>
              </a:rPr>
              <a:t>수</a:t>
            </a:r>
            <a:endParaRPr sz="1350">
              <a:latin typeface="Malgun Gothic"/>
              <a:cs typeface="Malgun Gothic"/>
            </a:endParaRPr>
          </a:p>
          <a:p>
            <a:pPr marL="201295" indent="-188595">
              <a:lnSpc>
                <a:spcPct val="100000"/>
              </a:lnSpc>
              <a:spcBef>
                <a:spcPts val="805"/>
              </a:spcBef>
              <a:buClr>
                <a:srgbClr val="000000"/>
              </a:buClr>
              <a:buSzPct val="66666"/>
              <a:buFont typeface="Calibri"/>
              <a:buChar char="•"/>
              <a:tabLst>
                <a:tab pos="201295" algn="l"/>
              </a:tabLst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Consumer</a:t>
            </a:r>
            <a:r>
              <a:rPr sz="135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Group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상세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도구</a:t>
            </a:r>
            <a:r>
              <a:rPr sz="1350" spc="-20" dirty="0">
                <a:latin typeface="Malgun Gothic"/>
                <a:cs typeface="Malgun Gothic"/>
              </a:rPr>
              <a:t> </a:t>
            </a:r>
            <a:r>
              <a:rPr sz="1350" dirty="0">
                <a:latin typeface="Malgun Gothic"/>
                <a:cs typeface="Malgun Gothic"/>
              </a:rPr>
              <a:t>이동</a:t>
            </a:r>
            <a:r>
              <a:rPr sz="1350" spc="-40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메뉴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Confluent</a:t>
            </a:r>
            <a:r>
              <a:rPr sz="4400" spc="-6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Control</a:t>
            </a:r>
            <a:r>
              <a:rPr sz="4400" spc="-70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Center</a:t>
            </a:r>
            <a:endParaRPr sz="4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14580"/>
            <a:ext cx="18287999" cy="89724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04894" y="3592586"/>
            <a:ext cx="9898380" cy="283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569720">
              <a:lnSpc>
                <a:spcPct val="109500"/>
              </a:lnSpc>
              <a:spcBef>
                <a:spcPts val="100"/>
              </a:spcBef>
            </a:pPr>
            <a:r>
              <a:rPr sz="8400" i="1" spc="-140" dirty="0">
                <a:solidFill>
                  <a:srgbClr val="FFFFFF"/>
                </a:solidFill>
                <a:latin typeface="Malgun Gothic"/>
                <a:cs typeface="Malgun Gothic"/>
              </a:rPr>
              <a:t>Broker,</a:t>
            </a:r>
            <a:r>
              <a:rPr sz="8400" i="1" spc="-5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400" i="1" spc="-20" dirty="0">
                <a:solidFill>
                  <a:srgbClr val="FFFFFF"/>
                </a:solidFill>
                <a:latin typeface="Malgun Gothic"/>
                <a:cs typeface="Malgun Gothic"/>
              </a:rPr>
              <a:t>KRaft, </a:t>
            </a:r>
            <a:r>
              <a:rPr sz="8400" i="1" spc="-170" dirty="0">
                <a:solidFill>
                  <a:srgbClr val="FFFFFF"/>
                </a:solidFill>
                <a:latin typeface="Malgun Gothic"/>
                <a:cs typeface="Malgun Gothic"/>
              </a:rPr>
              <a:t>Producer,</a:t>
            </a:r>
            <a:r>
              <a:rPr sz="8400" i="1" spc="-5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400" i="1" spc="-270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endParaRPr sz="8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Apache</a:t>
            </a:r>
            <a:r>
              <a:rPr sz="4400" spc="-5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Kafka</a:t>
            </a:r>
            <a:r>
              <a:rPr sz="4400" spc="-6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주요</a:t>
            </a:r>
            <a:r>
              <a:rPr sz="4400" spc="-4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구성</a:t>
            </a:r>
            <a:r>
              <a:rPr sz="4400" spc="-35" dirty="0">
                <a:solidFill>
                  <a:srgbClr val="173360"/>
                </a:solidFill>
              </a:rPr>
              <a:t> </a:t>
            </a:r>
            <a:r>
              <a:rPr sz="4400" spc="-25" dirty="0">
                <a:solidFill>
                  <a:srgbClr val="173360"/>
                </a:solidFill>
              </a:rPr>
              <a:t>요소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6819900" y="3555238"/>
            <a:ext cx="5062855" cy="4218305"/>
          </a:xfrm>
          <a:custGeom>
            <a:avLst/>
            <a:gdLst/>
            <a:ahLst/>
            <a:cxnLst/>
            <a:rect l="l" t="t" r="r" b="b"/>
            <a:pathLst>
              <a:path w="5062855" h="4218305">
                <a:moveTo>
                  <a:pt x="0" y="373252"/>
                </a:moveTo>
                <a:lnTo>
                  <a:pt x="2906" y="326437"/>
                </a:lnTo>
                <a:lnTo>
                  <a:pt x="11392" y="281355"/>
                </a:lnTo>
                <a:lnTo>
                  <a:pt x="25109" y="238357"/>
                </a:lnTo>
                <a:lnTo>
                  <a:pt x="43707" y="197794"/>
                </a:lnTo>
                <a:lnTo>
                  <a:pt x="66838" y="160014"/>
                </a:lnTo>
                <a:lnTo>
                  <a:pt x="94151" y="125369"/>
                </a:lnTo>
                <a:lnTo>
                  <a:pt x="125298" y="94207"/>
                </a:lnTo>
                <a:lnTo>
                  <a:pt x="159929" y="66880"/>
                </a:lnTo>
                <a:lnTo>
                  <a:pt x="197695" y="43736"/>
                </a:lnTo>
                <a:lnTo>
                  <a:pt x="238247" y="25126"/>
                </a:lnTo>
                <a:lnTo>
                  <a:pt x="281236" y="11400"/>
                </a:lnTo>
                <a:lnTo>
                  <a:pt x="326312" y="2908"/>
                </a:lnTo>
                <a:lnTo>
                  <a:pt x="373125" y="0"/>
                </a:lnTo>
                <a:lnTo>
                  <a:pt x="4689094" y="0"/>
                </a:lnTo>
                <a:lnTo>
                  <a:pt x="4735909" y="2908"/>
                </a:lnTo>
                <a:lnTo>
                  <a:pt x="4780991" y="11400"/>
                </a:lnTo>
                <a:lnTo>
                  <a:pt x="4823989" y="25126"/>
                </a:lnTo>
                <a:lnTo>
                  <a:pt x="4864552" y="43736"/>
                </a:lnTo>
                <a:lnTo>
                  <a:pt x="4902332" y="66880"/>
                </a:lnTo>
                <a:lnTo>
                  <a:pt x="4936977" y="94207"/>
                </a:lnTo>
                <a:lnTo>
                  <a:pt x="4968139" y="125369"/>
                </a:lnTo>
                <a:lnTo>
                  <a:pt x="4995466" y="160014"/>
                </a:lnTo>
                <a:lnTo>
                  <a:pt x="5018610" y="197794"/>
                </a:lnTo>
                <a:lnTo>
                  <a:pt x="5037220" y="238357"/>
                </a:lnTo>
                <a:lnTo>
                  <a:pt x="5050946" y="281355"/>
                </a:lnTo>
                <a:lnTo>
                  <a:pt x="5059438" y="326437"/>
                </a:lnTo>
                <a:lnTo>
                  <a:pt x="5062347" y="373252"/>
                </a:lnTo>
                <a:lnTo>
                  <a:pt x="5062347" y="3844543"/>
                </a:lnTo>
                <a:lnTo>
                  <a:pt x="5059438" y="3891359"/>
                </a:lnTo>
                <a:lnTo>
                  <a:pt x="5050946" y="3936441"/>
                </a:lnTo>
                <a:lnTo>
                  <a:pt x="5037220" y="3979439"/>
                </a:lnTo>
                <a:lnTo>
                  <a:pt x="5018610" y="4020002"/>
                </a:lnTo>
                <a:lnTo>
                  <a:pt x="4995466" y="4057782"/>
                </a:lnTo>
                <a:lnTo>
                  <a:pt x="4968139" y="4092427"/>
                </a:lnTo>
                <a:lnTo>
                  <a:pt x="4936977" y="4123589"/>
                </a:lnTo>
                <a:lnTo>
                  <a:pt x="4902332" y="4150916"/>
                </a:lnTo>
                <a:lnTo>
                  <a:pt x="4864552" y="4174060"/>
                </a:lnTo>
                <a:lnTo>
                  <a:pt x="4823989" y="4192670"/>
                </a:lnTo>
                <a:lnTo>
                  <a:pt x="4780991" y="4206396"/>
                </a:lnTo>
                <a:lnTo>
                  <a:pt x="4735909" y="4214888"/>
                </a:lnTo>
                <a:lnTo>
                  <a:pt x="4689094" y="4217796"/>
                </a:lnTo>
                <a:lnTo>
                  <a:pt x="373125" y="4217796"/>
                </a:lnTo>
                <a:lnTo>
                  <a:pt x="326312" y="4214888"/>
                </a:lnTo>
                <a:lnTo>
                  <a:pt x="281236" y="4206396"/>
                </a:lnTo>
                <a:lnTo>
                  <a:pt x="238247" y="4192670"/>
                </a:lnTo>
                <a:lnTo>
                  <a:pt x="197695" y="4174060"/>
                </a:lnTo>
                <a:lnTo>
                  <a:pt x="159929" y="4150916"/>
                </a:lnTo>
                <a:lnTo>
                  <a:pt x="125298" y="4123589"/>
                </a:lnTo>
                <a:lnTo>
                  <a:pt x="94151" y="4092427"/>
                </a:lnTo>
                <a:lnTo>
                  <a:pt x="66838" y="4057782"/>
                </a:lnTo>
                <a:lnTo>
                  <a:pt x="43707" y="4020002"/>
                </a:lnTo>
                <a:lnTo>
                  <a:pt x="25109" y="3979439"/>
                </a:lnTo>
                <a:lnTo>
                  <a:pt x="11392" y="3936441"/>
                </a:lnTo>
                <a:lnTo>
                  <a:pt x="2906" y="3891359"/>
                </a:lnTo>
                <a:lnTo>
                  <a:pt x="0" y="3844543"/>
                </a:lnTo>
                <a:lnTo>
                  <a:pt x="0" y="373252"/>
                </a:lnTo>
                <a:close/>
              </a:path>
            </a:pathLst>
          </a:custGeom>
          <a:ln w="381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090661" y="6621856"/>
            <a:ext cx="2679065" cy="10026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64845" marR="5080" indent="-65278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latin typeface="Malgun Gothic"/>
                <a:cs typeface="Malgun Gothic"/>
              </a:rPr>
              <a:t>Apache</a:t>
            </a:r>
            <a:r>
              <a:rPr sz="3200" b="1" spc="-30" dirty="0">
                <a:latin typeface="Malgun Gothic"/>
                <a:cs typeface="Malgun Gothic"/>
              </a:rPr>
              <a:t> </a:t>
            </a:r>
            <a:r>
              <a:rPr sz="3200" b="1" spc="-10" dirty="0">
                <a:latin typeface="Malgun Gothic"/>
                <a:cs typeface="Malgun Gothic"/>
              </a:rPr>
              <a:t>Kafka Cluster</a:t>
            </a:r>
            <a:endParaRPr sz="32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326388" y="2821685"/>
            <a:ext cx="2809240" cy="978535"/>
            <a:chOff x="1326388" y="2821685"/>
            <a:chExt cx="2809240" cy="978535"/>
          </a:xfrm>
        </p:grpSpPr>
        <p:sp>
          <p:nvSpPr>
            <p:cNvPr id="6" name="object 6"/>
            <p:cNvSpPr/>
            <p:nvPr/>
          </p:nvSpPr>
          <p:spPr>
            <a:xfrm>
              <a:off x="1345438" y="2840735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2687574" y="0"/>
                  </a:moveTo>
                  <a:lnTo>
                    <a:pt x="83184" y="0"/>
                  </a:lnTo>
                  <a:lnTo>
                    <a:pt x="50792" y="6532"/>
                  </a:lnTo>
                  <a:lnTo>
                    <a:pt x="24352" y="24352"/>
                  </a:lnTo>
                  <a:lnTo>
                    <a:pt x="6532" y="50792"/>
                  </a:lnTo>
                  <a:lnTo>
                    <a:pt x="0" y="83185"/>
                  </a:lnTo>
                  <a:lnTo>
                    <a:pt x="0" y="856742"/>
                  </a:lnTo>
                  <a:lnTo>
                    <a:pt x="6532" y="889134"/>
                  </a:lnTo>
                  <a:lnTo>
                    <a:pt x="24352" y="915574"/>
                  </a:lnTo>
                  <a:lnTo>
                    <a:pt x="50792" y="933394"/>
                  </a:lnTo>
                  <a:lnTo>
                    <a:pt x="83184" y="939927"/>
                  </a:lnTo>
                  <a:lnTo>
                    <a:pt x="2687574" y="939927"/>
                  </a:lnTo>
                  <a:lnTo>
                    <a:pt x="2719893" y="933394"/>
                  </a:lnTo>
                  <a:lnTo>
                    <a:pt x="2746295" y="915574"/>
                  </a:lnTo>
                  <a:lnTo>
                    <a:pt x="2764101" y="889134"/>
                  </a:lnTo>
                  <a:lnTo>
                    <a:pt x="2770632" y="856742"/>
                  </a:lnTo>
                  <a:lnTo>
                    <a:pt x="2770632" y="83185"/>
                  </a:lnTo>
                  <a:lnTo>
                    <a:pt x="2764101" y="50792"/>
                  </a:lnTo>
                  <a:lnTo>
                    <a:pt x="2746295" y="24352"/>
                  </a:lnTo>
                  <a:lnTo>
                    <a:pt x="2719893" y="6532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51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45438" y="2840735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0" y="83185"/>
                  </a:moveTo>
                  <a:lnTo>
                    <a:pt x="6532" y="50792"/>
                  </a:lnTo>
                  <a:lnTo>
                    <a:pt x="24352" y="24352"/>
                  </a:lnTo>
                  <a:lnTo>
                    <a:pt x="50792" y="6532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893" y="6532"/>
                  </a:lnTo>
                  <a:lnTo>
                    <a:pt x="2746295" y="24352"/>
                  </a:lnTo>
                  <a:lnTo>
                    <a:pt x="2764101" y="50792"/>
                  </a:lnTo>
                  <a:lnTo>
                    <a:pt x="2770632" y="83185"/>
                  </a:lnTo>
                  <a:lnTo>
                    <a:pt x="2770632" y="856742"/>
                  </a:lnTo>
                  <a:lnTo>
                    <a:pt x="2764101" y="889134"/>
                  </a:lnTo>
                  <a:lnTo>
                    <a:pt x="2746295" y="915574"/>
                  </a:lnTo>
                  <a:lnTo>
                    <a:pt x="2719893" y="933394"/>
                  </a:lnTo>
                  <a:lnTo>
                    <a:pt x="2687574" y="939927"/>
                  </a:lnTo>
                  <a:lnTo>
                    <a:pt x="83184" y="939927"/>
                  </a:lnTo>
                  <a:lnTo>
                    <a:pt x="50792" y="933394"/>
                  </a:lnTo>
                  <a:lnTo>
                    <a:pt x="24352" y="915574"/>
                  </a:lnTo>
                  <a:lnTo>
                    <a:pt x="6532" y="889134"/>
                  </a:lnTo>
                  <a:lnTo>
                    <a:pt x="0" y="856742"/>
                  </a:lnTo>
                  <a:lnTo>
                    <a:pt x="0" y="8318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55038" y="3079241"/>
            <a:ext cx="1551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326388" y="3971544"/>
            <a:ext cx="2809240" cy="978535"/>
            <a:chOff x="1326388" y="3971544"/>
            <a:chExt cx="2809240" cy="978535"/>
          </a:xfrm>
        </p:grpSpPr>
        <p:sp>
          <p:nvSpPr>
            <p:cNvPr id="10" name="object 10"/>
            <p:cNvSpPr/>
            <p:nvPr/>
          </p:nvSpPr>
          <p:spPr>
            <a:xfrm>
              <a:off x="1345438" y="3990594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2687574" y="0"/>
                  </a:moveTo>
                  <a:lnTo>
                    <a:pt x="83184" y="0"/>
                  </a:lnTo>
                  <a:lnTo>
                    <a:pt x="50792" y="6530"/>
                  </a:lnTo>
                  <a:lnTo>
                    <a:pt x="24352" y="24336"/>
                  </a:lnTo>
                  <a:lnTo>
                    <a:pt x="6532" y="50738"/>
                  </a:lnTo>
                  <a:lnTo>
                    <a:pt x="0" y="83057"/>
                  </a:lnTo>
                  <a:lnTo>
                    <a:pt x="0" y="856741"/>
                  </a:lnTo>
                  <a:lnTo>
                    <a:pt x="6532" y="889134"/>
                  </a:lnTo>
                  <a:lnTo>
                    <a:pt x="24352" y="915574"/>
                  </a:lnTo>
                  <a:lnTo>
                    <a:pt x="50792" y="933394"/>
                  </a:lnTo>
                  <a:lnTo>
                    <a:pt x="83184" y="939926"/>
                  </a:lnTo>
                  <a:lnTo>
                    <a:pt x="2687574" y="939926"/>
                  </a:lnTo>
                  <a:lnTo>
                    <a:pt x="2719893" y="933394"/>
                  </a:lnTo>
                  <a:lnTo>
                    <a:pt x="2746295" y="915574"/>
                  </a:lnTo>
                  <a:lnTo>
                    <a:pt x="2764101" y="889134"/>
                  </a:lnTo>
                  <a:lnTo>
                    <a:pt x="2770632" y="856741"/>
                  </a:lnTo>
                  <a:lnTo>
                    <a:pt x="2770632" y="83057"/>
                  </a:lnTo>
                  <a:lnTo>
                    <a:pt x="2764101" y="50738"/>
                  </a:lnTo>
                  <a:lnTo>
                    <a:pt x="2746295" y="24336"/>
                  </a:lnTo>
                  <a:lnTo>
                    <a:pt x="2719893" y="6530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51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345438" y="3990594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0" y="83057"/>
                  </a:moveTo>
                  <a:lnTo>
                    <a:pt x="6532" y="50738"/>
                  </a:lnTo>
                  <a:lnTo>
                    <a:pt x="24352" y="24336"/>
                  </a:lnTo>
                  <a:lnTo>
                    <a:pt x="50792" y="6530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893" y="6530"/>
                  </a:lnTo>
                  <a:lnTo>
                    <a:pt x="2746295" y="24336"/>
                  </a:lnTo>
                  <a:lnTo>
                    <a:pt x="2764101" y="50738"/>
                  </a:lnTo>
                  <a:lnTo>
                    <a:pt x="2770632" y="83057"/>
                  </a:lnTo>
                  <a:lnTo>
                    <a:pt x="2770632" y="856741"/>
                  </a:lnTo>
                  <a:lnTo>
                    <a:pt x="2764101" y="889134"/>
                  </a:lnTo>
                  <a:lnTo>
                    <a:pt x="2746295" y="915574"/>
                  </a:lnTo>
                  <a:lnTo>
                    <a:pt x="2719893" y="933394"/>
                  </a:lnTo>
                  <a:lnTo>
                    <a:pt x="2687574" y="939926"/>
                  </a:lnTo>
                  <a:lnTo>
                    <a:pt x="83184" y="939926"/>
                  </a:lnTo>
                  <a:lnTo>
                    <a:pt x="50792" y="933394"/>
                  </a:lnTo>
                  <a:lnTo>
                    <a:pt x="24352" y="915574"/>
                  </a:lnTo>
                  <a:lnTo>
                    <a:pt x="6532" y="889134"/>
                  </a:lnTo>
                  <a:lnTo>
                    <a:pt x="0" y="856741"/>
                  </a:lnTo>
                  <a:lnTo>
                    <a:pt x="0" y="83057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955038" y="4228541"/>
            <a:ext cx="1551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345438" y="5146928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5">
                <a:moveTo>
                  <a:pt x="2687574" y="0"/>
                </a:moveTo>
                <a:lnTo>
                  <a:pt x="83184" y="0"/>
                </a:lnTo>
                <a:lnTo>
                  <a:pt x="50792" y="6532"/>
                </a:lnTo>
                <a:lnTo>
                  <a:pt x="24352" y="24352"/>
                </a:lnTo>
                <a:lnTo>
                  <a:pt x="6532" y="50792"/>
                </a:lnTo>
                <a:lnTo>
                  <a:pt x="0" y="83185"/>
                </a:lnTo>
                <a:lnTo>
                  <a:pt x="0" y="856869"/>
                </a:lnTo>
                <a:lnTo>
                  <a:pt x="6532" y="889188"/>
                </a:lnTo>
                <a:lnTo>
                  <a:pt x="24352" y="915590"/>
                </a:lnTo>
                <a:lnTo>
                  <a:pt x="50792" y="933396"/>
                </a:lnTo>
                <a:lnTo>
                  <a:pt x="83184" y="939926"/>
                </a:lnTo>
                <a:lnTo>
                  <a:pt x="2687574" y="939926"/>
                </a:lnTo>
                <a:lnTo>
                  <a:pt x="2719893" y="933396"/>
                </a:lnTo>
                <a:lnTo>
                  <a:pt x="2746295" y="915590"/>
                </a:lnTo>
                <a:lnTo>
                  <a:pt x="2764101" y="889188"/>
                </a:lnTo>
                <a:lnTo>
                  <a:pt x="2770632" y="856869"/>
                </a:lnTo>
                <a:lnTo>
                  <a:pt x="2770632" y="83185"/>
                </a:lnTo>
                <a:lnTo>
                  <a:pt x="2764101" y="50792"/>
                </a:lnTo>
                <a:lnTo>
                  <a:pt x="2746295" y="24352"/>
                </a:lnTo>
                <a:lnTo>
                  <a:pt x="2719893" y="6532"/>
                </a:lnTo>
                <a:lnTo>
                  <a:pt x="2687574" y="0"/>
                </a:lnTo>
                <a:close/>
              </a:path>
            </a:pathLst>
          </a:custGeom>
          <a:solidFill>
            <a:srgbClr val="51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345438" y="5146928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5">
                <a:moveTo>
                  <a:pt x="0" y="83185"/>
                </a:moveTo>
                <a:lnTo>
                  <a:pt x="6532" y="50792"/>
                </a:lnTo>
                <a:lnTo>
                  <a:pt x="24352" y="24352"/>
                </a:lnTo>
                <a:lnTo>
                  <a:pt x="50792" y="6532"/>
                </a:lnTo>
                <a:lnTo>
                  <a:pt x="83184" y="0"/>
                </a:lnTo>
                <a:lnTo>
                  <a:pt x="2687574" y="0"/>
                </a:lnTo>
                <a:lnTo>
                  <a:pt x="2719893" y="6532"/>
                </a:lnTo>
                <a:lnTo>
                  <a:pt x="2746295" y="24352"/>
                </a:lnTo>
                <a:lnTo>
                  <a:pt x="2764101" y="50792"/>
                </a:lnTo>
                <a:lnTo>
                  <a:pt x="2770632" y="83185"/>
                </a:lnTo>
                <a:lnTo>
                  <a:pt x="2770632" y="856869"/>
                </a:lnTo>
                <a:lnTo>
                  <a:pt x="2764101" y="889188"/>
                </a:lnTo>
                <a:lnTo>
                  <a:pt x="2746295" y="915590"/>
                </a:lnTo>
                <a:lnTo>
                  <a:pt x="2719893" y="933396"/>
                </a:lnTo>
                <a:lnTo>
                  <a:pt x="2687574" y="939926"/>
                </a:lnTo>
                <a:lnTo>
                  <a:pt x="83184" y="939926"/>
                </a:lnTo>
                <a:lnTo>
                  <a:pt x="50792" y="933396"/>
                </a:lnTo>
                <a:lnTo>
                  <a:pt x="24352" y="915590"/>
                </a:lnTo>
                <a:lnTo>
                  <a:pt x="6532" y="889188"/>
                </a:lnTo>
                <a:lnTo>
                  <a:pt x="0" y="856869"/>
                </a:lnTo>
                <a:lnTo>
                  <a:pt x="0" y="83185"/>
                </a:lnTo>
                <a:close/>
              </a:path>
            </a:pathLst>
          </a:custGeom>
          <a:ln w="38099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955038" y="5385561"/>
            <a:ext cx="1551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326388" y="7434071"/>
            <a:ext cx="2809240" cy="978535"/>
            <a:chOff x="1326388" y="7434071"/>
            <a:chExt cx="2809240" cy="978535"/>
          </a:xfrm>
        </p:grpSpPr>
        <p:sp>
          <p:nvSpPr>
            <p:cNvPr id="17" name="object 17"/>
            <p:cNvSpPr/>
            <p:nvPr/>
          </p:nvSpPr>
          <p:spPr>
            <a:xfrm>
              <a:off x="1345438" y="7453121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4">
                  <a:moveTo>
                    <a:pt x="2687574" y="0"/>
                  </a:moveTo>
                  <a:lnTo>
                    <a:pt x="83184" y="0"/>
                  </a:lnTo>
                  <a:lnTo>
                    <a:pt x="50792" y="6532"/>
                  </a:lnTo>
                  <a:lnTo>
                    <a:pt x="24352" y="24352"/>
                  </a:lnTo>
                  <a:lnTo>
                    <a:pt x="6532" y="50792"/>
                  </a:lnTo>
                  <a:lnTo>
                    <a:pt x="0" y="83184"/>
                  </a:lnTo>
                  <a:lnTo>
                    <a:pt x="0" y="856869"/>
                  </a:lnTo>
                  <a:lnTo>
                    <a:pt x="6532" y="889188"/>
                  </a:lnTo>
                  <a:lnTo>
                    <a:pt x="24352" y="915590"/>
                  </a:lnTo>
                  <a:lnTo>
                    <a:pt x="50792" y="933396"/>
                  </a:lnTo>
                  <a:lnTo>
                    <a:pt x="83184" y="939926"/>
                  </a:lnTo>
                  <a:lnTo>
                    <a:pt x="2687574" y="939926"/>
                  </a:lnTo>
                  <a:lnTo>
                    <a:pt x="2719893" y="933396"/>
                  </a:lnTo>
                  <a:lnTo>
                    <a:pt x="2746295" y="915590"/>
                  </a:lnTo>
                  <a:lnTo>
                    <a:pt x="2764101" y="889188"/>
                  </a:lnTo>
                  <a:lnTo>
                    <a:pt x="2770632" y="856869"/>
                  </a:lnTo>
                  <a:lnTo>
                    <a:pt x="2770632" y="83184"/>
                  </a:lnTo>
                  <a:lnTo>
                    <a:pt x="2764101" y="50792"/>
                  </a:lnTo>
                  <a:lnTo>
                    <a:pt x="2746295" y="24352"/>
                  </a:lnTo>
                  <a:lnTo>
                    <a:pt x="2719893" y="6532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51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345438" y="7453121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4">
                  <a:moveTo>
                    <a:pt x="0" y="83184"/>
                  </a:moveTo>
                  <a:lnTo>
                    <a:pt x="6532" y="50792"/>
                  </a:lnTo>
                  <a:lnTo>
                    <a:pt x="24352" y="24352"/>
                  </a:lnTo>
                  <a:lnTo>
                    <a:pt x="50792" y="6532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893" y="6532"/>
                  </a:lnTo>
                  <a:lnTo>
                    <a:pt x="2746295" y="24352"/>
                  </a:lnTo>
                  <a:lnTo>
                    <a:pt x="2764101" y="50792"/>
                  </a:lnTo>
                  <a:lnTo>
                    <a:pt x="2770632" y="83184"/>
                  </a:lnTo>
                  <a:lnTo>
                    <a:pt x="2770632" y="856869"/>
                  </a:lnTo>
                  <a:lnTo>
                    <a:pt x="2764101" y="889188"/>
                  </a:lnTo>
                  <a:lnTo>
                    <a:pt x="2746295" y="915590"/>
                  </a:lnTo>
                  <a:lnTo>
                    <a:pt x="2719893" y="933396"/>
                  </a:lnTo>
                  <a:lnTo>
                    <a:pt x="2687574" y="939926"/>
                  </a:lnTo>
                  <a:lnTo>
                    <a:pt x="83184" y="939926"/>
                  </a:lnTo>
                  <a:lnTo>
                    <a:pt x="50792" y="933396"/>
                  </a:lnTo>
                  <a:lnTo>
                    <a:pt x="24352" y="915590"/>
                  </a:lnTo>
                  <a:lnTo>
                    <a:pt x="6532" y="889188"/>
                  </a:lnTo>
                  <a:lnTo>
                    <a:pt x="0" y="856869"/>
                  </a:lnTo>
                  <a:lnTo>
                    <a:pt x="0" y="83184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367049" y="6415785"/>
            <a:ext cx="1242060" cy="702310"/>
          </a:xfrm>
          <a:prstGeom prst="rect">
            <a:avLst/>
          </a:prstGeom>
        </p:spPr>
        <p:txBody>
          <a:bodyPr vert="vert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7200" spc="-50" dirty="0">
                <a:latin typeface="Malgun Gothic"/>
                <a:cs typeface="Malgun Gothic"/>
              </a:rPr>
              <a:t>…</a:t>
            </a:r>
            <a:endParaRPr sz="7200">
              <a:latin typeface="Malgun Gothic"/>
              <a:cs typeface="Malgun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220952" y="3340608"/>
            <a:ext cx="2809240" cy="978535"/>
            <a:chOff x="14220952" y="3340608"/>
            <a:chExt cx="2809240" cy="978535"/>
          </a:xfrm>
        </p:grpSpPr>
        <p:sp>
          <p:nvSpPr>
            <p:cNvPr id="21" name="object 21"/>
            <p:cNvSpPr/>
            <p:nvPr/>
          </p:nvSpPr>
          <p:spPr>
            <a:xfrm>
              <a:off x="14240002" y="3359658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2687574" y="0"/>
                  </a:moveTo>
                  <a:lnTo>
                    <a:pt x="83184" y="0"/>
                  </a:lnTo>
                  <a:lnTo>
                    <a:pt x="50845" y="6530"/>
                  </a:lnTo>
                  <a:lnTo>
                    <a:pt x="24399" y="24336"/>
                  </a:lnTo>
                  <a:lnTo>
                    <a:pt x="6550" y="50738"/>
                  </a:lnTo>
                  <a:lnTo>
                    <a:pt x="0" y="83058"/>
                  </a:lnTo>
                  <a:lnTo>
                    <a:pt x="0" y="856742"/>
                  </a:lnTo>
                  <a:lnTo>
                    <a:pt x="6550" y="889134"/>
                  </a:lnTo>
                  <a:lnTo>
                    <a:pt x="24399" y="915574"/>
                  </a:lnTo>
                  <a:lnTo>
                    <a:pt x="50845" y="933394"/>
                  </a:lnTo>
                  <a:lnTo>
                    <a:pt x="83184" y="939927"/>
                  </a:lnTo>
                  <a:lnTo>
                    <a:pt x="2687574" y="939927"/>
                  </a:lnTo>
                  <a:lnTo>
                    <a:pt x="2719966" y="933394"/>
                  </a:lnTo>
                  <a:lnTo>
                    <a:pt x="2746406" y="915574"/>
                  </a:lnTo>
                  <a:lnTo>
                    <a:pt x="2764226" y="889134"/>
                  </a:lnTo>
                  <a:lnTo>
                    <a:pt x="2770759" y="856742"/>
                  </a:lnTo>
                  <a:lnTo>
                    <a:pt x="2770759" y="83058"/>
                  </a:lnTo>
                  <a:lnTo>
                    <a:pt x="2764226" y="50738"/>
                  </a:lnTo>
                  <a:lnTo>
                    <a:pt x="2746406" y="24336"/>
                  </a:lnTo>
                  <a:lnTo>
                    <a:pt x="2719966" y="6530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4240002" y="3359658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0" y="83058"/>
                  </a:moveTo>
                  <a:lnTo>
                    <a:pt x="6550" y="50738"/>
                  </a:lnTo>
                  <a:lnTo>
                    <a:pt x="24399" y="24336"/>
                  </a:lnTo>
                  <a:lnTo>
                    <a:pt x="50845" y="6530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966" y="6530"/>
                  </a:lnTo>
                  <a:lnTo>
                    <a:pt x="2746406" y="24336"/>
                  </a:lnTo>
                  <a:lnTo>
                    <a:pt x="2764226" y="50738"/>
                  </a:lnTo>
                  <a:lnTo>
                    <a:pt x="2770759" y="83058"/>
                  </a:lnTo>
                  <a:lnTo>
                    <a:pt x="2770759" y="856742"/>
                  </a:lnTo>
                  <a:lnTo>
                    <a:pt x="2764226" y="889134"/>
                  </a:lnTo>
                  <a:lnTo>
                    <a:pt x="2746406" y="915574"/>
                  </a:lnTo>
                  <a:lnTo>
                    <a:pt x="2719966" y="933394"/>
                  </a:lnTo>
                  <a:lnTo>
                    <a:pt x="2687574" y="939927"/>
                  </a:lnTo>
                  <a:lnTo>
                    <a:pt x="83184" y="939927"/>
                  </a:lnTo>
                  <a:lnTo>
                    <a:pt x="50845" y="933394"/>
                  </a:lnTo>
                  <a:lnTo>
                    <a:pt x="24399" y="915574"/>
                  </a:lnTo>
                  <a:lnTo>
                    <a:pt x="6550" y="889134"/>
                  </a:lnTo>
                  <a:lnTo>
                    <a:pt x="0" y="856742"/>
                  </a:lnTo>
                  <a:lnTo>
                    <a:pt x="0" y="83058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4760702" y="3597910"/>
            <a:ext cx="173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220952" y="4498085"/>
            <a:ext cx="2809240" cy="978535"/>
            <a:chOff x="14220952" y="4498085"/>
            <a:chExt cx="2809240" cy="978535"/>
          </a:xfrm>
        </p:grpSpPr>
        <p:sp>
          <p:nvSpPr>
            <p:cNvPr id="25" name="object 25"/>
            <p:cNvSpPr/>
            <p:nvPr/>
          </p:nvSpPr>
          <p:spPr>
            <a:xfrm>
              <a:off x="14240002" y="4517135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2687574" y="0"/>
                  </a:moveTo>
                  <a:lnTo>
                    <a:pt x="83184" y="0"/>
                  </a:lnTo>
                  <a:lnTo>
                    <a:pt x="50845" y="6532"/>
                  </a:lnTo>
                  <a:lnTo>
                    <a:pt x="24399" y="24352"/>
                  </a:lnTo>
                  <a:lnTo>
                    <a:pt x="6550" y="50792"/>
                  </a:lnTo>
                  <a:lnTo>
                    <a:pt x="0" y="83185"/>
                  </a:lnTo>
                  <a:lnTo>
                    <a:pt x="0" y="856868"/>
                  </a:lnTo>
                  <a:lnTo>
                    <a:pt x="6550" y="889208"/>
                  </a:lnTo>
                  <a:lnTo>
                    <a:pt x="24399" y="915654"/>
                  </a:lnTo>
                  <a:lnTo>
                    <a:pt x="50845" y="933503"/>
                  </a:lnTo>
                  <a:lnTo>
                    <a:pt x="83184" y="940053"/>
                  </a:lnTo>
                  <a:lnTo>
                    <a:pt x="2687574" y="940053"/>
                  </a:lnTo>
                  <a:lnTo>
                    <a:pt x="2719966" y="933503"/>
                  </a:lnTo>
                  <a:lnTo>
                    <a:pt x="2746406" y="915654"/>
                  </a:lnTo>
                  <a:lnTo>
                    <a:pt x="2764226" y="889208"/>
                  </a:lnTo>
                  <a:lnTo>
                    <a:pt x="2770759" y="856868"/>
                  </a:lnTo>
                  <a:lnTo>
                    <a:pt x="2770759" y="83185"/>
                  </a:lnTo>
                  <a:lnTo>
                    <a:pt x="2764226" y="50792"/>
                  </a:lnTo>
                  <a:lnTo>
                    <a:pt x="2746406" y="24352"/>
                  </a:lnTo>
                  <a:lnTo>
                    <a:pt x="2719966" y="6532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240002" y="4517135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0" y="83185"/>
                  </a:moveTo>
                  <a:lnTo>
                    <a:pt x="6550" y="50792"/>
                  </a:lnTo>
                  <a:lnTo>
                    <a:pt x="24399" y="24352"/>
                  </a:lnTo>
                  <a:lnTo>
                    <a:pt x="50845" y="6532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966" y="6532"/>
                  </a:lnTo>
                  <a:lnTo>
                    <a:pt x="2746406" y="24352"/>
                  </a:lnTo>
                  <a:lnTo>
                    <a:pt x="2764226" y="50792"/>
                  </a:lnTo>
                  <a:lnTo>
                    <a:pt x="2770759" y="83185"/>
                  </a:lnTo>
                  <a:lnTo>
                    <a:pt x="2770759" y="856868"/>
                  </a:lnTo>
                  <a:lnTo>
                    <a:pt x="2764226" y="889208"/>
                  </a:lnTo>
                  <a:lnTo>
                    <a:pt x="2746406" y="915654"/>
                  </a:lnTo>
                  <a:lnTo>
                    <a:pt x="2719966" y="933503"/>
                  </a:lnTo>
                  <a:lnTo>
                    <a:pt x="2687574" y="940053"/>
                  </a:lnTo>
                  <a:lnTo>
                    <a:pt x="83184" y="940053"/>
                  </a:lnTo>
                  <a:lnTo>
                    <a:pt x="50845" y="933503"/>
                  </a:lnTo>
                  <a:lnTo>
                    <a:pt x="24399" y="915654"/>
                  </a:lnTo>
                  <a:lnTo>
                    <a:pt x="6550" y="889208"/>
                  </a:lnTo>
                  <a:lnTo>
                    <a:pt x="0" y="856868"/>
                  </a:lnTo>
                  <a:lnTo>
                    <a:pt x="0" y="8318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4760702" y="4755337"/>
            <a:ext cx="173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4240002" y="6606793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4">
                <a:moveTo>
                  <a:pt x="2687574" y="0"/>
                </a:moveTo>
                <a:lnTo>
                  <a:pt x="83184" y="0"/>
                </a:lnTo>
                <a:lnTo>
                  <a:pt x="50845" y="6532"/>
                </a:lnTo>
                <a:lnTo>
                  <a:pt x="24399" y="24352"/>
                </a:lnTo>
                <a:lnTo>
                  <a:pt x="6550" y="50792"/>
                </a:lnTo>
                <a:lnTo>
                  <a:pt x="0" y="83184"/>
                </a:lnTo>
                <a:lnTo>
                  <a:pt x="0" y="856868"/>
                </a:lnTo>
                <a:lnTo>
                  <a:pt x="6550" y="889208"/>
                </a:lnTo>
                <a:lnTo>
                  <a:pt x="24399" y="915654"/>
                </a:lnTo>
                <a:lnTo>
                  <a:pt x="50845" y="933503"/>
                </a:lnTo>
                <a:lnTo>
                  <a:pt x="83184" y="940053"/>
                </a:lnTo>
                <a:lnTo>
                  <a:pt x="2687574" y="940053"/>
                </a:lnTo>
                <a:lnTo>
                  <a:pt x="2719966" y="933503"/>
                </a:lnTo>
                <a:lnTo>
                  <a:pt x="2746406" y="915654"/>
                </a:lnTo>
                <a:lnTo>
                  <a:pt x="2764226" y="889208"/>
                </a:lnTo>
                <a:lnTo>
                  <a:pt x="2770759" y="856868"/>
                </a:lnTo>
                <a:lnTo>
                  <a:pt x="2770759" y="83184"/>
                </a:lnTo>
                <a:lnTo>
                  <a:pt x="2764226" y="50792"/>
                </a:lnTo>
                <a:lnTo>
                  <a:pt x="2746406" y="24352"/>
                </a:lnTo>
                <a:lnTo>
                  <a:pt x="2719966" y="6532"/>
                </a:lnTo>
                <a:lnTo>
                  <a:pt x="268757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4240002" y="6606793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4">
                <a:moveTo>
                  <a:pt x="0" y="83184"/>
                </a:moveTo>
                <a:lnTo>
                  <a:pt x="6550" y="50792"/>
                </a:lnTo>
                <a:lnTo>
                  <a:pt x="24399" y="24352"/>
                </a:lnTo>
                <a:lnTo>
                  <a:pt x="50845" y="6532"/>
                </a:lnTo>
                <a:lnTo>
                  <a:pt x="83184" y="0"/>
                </a:lnTo>
                <a:lnTo>
                  <a:pt x="2687574" y="0"/>
                </a:lnTo>
                <a:lnTo>
                  <a:pt x="2719966" y="6532"/>
                </a:lnTo>
                <a:lnTo>
                  <a:pt x="2746406" y="24352"/>
                </a:lnTo>
                <a:lnTo>
                  <a:pt x="2764226" y="50792"/>
                </a:lnTo>
                <a:lnTo>
                  <a:pt x="2770759" y="83184"/>
                </a:lnTo>
                <a:lnTo>
                  <a:pt x="2770759" y="856868"/>
                </a:lnTo>
                <a:lnTo>
                  <a:pt x="2764226" y="889208"/>
                </a:lnTo>
                <a:lnTo>
                  <a:pt x="2746406" y="915654"/>
                </a:lnTo>
                <a:lnTo>
                  <a:pt x="2719966" y="933503"/>
                </a:lnTo>
                <a:lnTo>
                  <a:pt x="2687574" y="940053"/>
                </a:lnTo>
                <a:lnTo>
                  <a:pt x="83184" y="940053"/>
                </a:lnTo>
                <a:lnTo>
                  <a:pt x="50845" y="933503"/>
                </a:lnTo>
                <a:lnTo>
                  <a:pt x="24399" y="915654"/>
                </a:lnTo>
                <a:lnTo>
                  <a:pt x="6550" y="889208"/>
                </a:lnTo>
                <a:lnTo>
                  <a:pt x="0" y="856868"/>
                </a:lnTo>
                <a:lnTo>
                  <a:pt x="0" y="83184"/>
                </a:lnTo>
                <a:close/>
              </a:path>
            </a:pathLst>
          </a:custGeom>
          <a:ln w="381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4760702" y="6845554"/>
            <a:ext cx="173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269615" y="5672454"/>
            <a:ext cx="1242060" cy="702310"/>
          </a:xfrm>
          <a:prstGeom prst="rect">
            <a:avLst/>
          </a:prstGeom>
        </p:spPr>
        <p:txBody>
          <a:bodyPr vert="vert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7200" spc="-50" dirty="0">
                <a:latin typeface="Malgun Gothic"/>
                <a:cs typeface="Malgun Gothic"/>
              </a:rPr>
              <a:t>…</a:t>
            </a:r>
            <a:endParaRPr sz="720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29831" y="4251731"/>
            <a:ext cx="4596765" cy="612140"/>
          </a:xfrm>
          <a:prstGeom prst="rect">
            <a:avLst/>
          </a:prstGeom>
          <a:solidFill>
            <a:srgbClr val="A6A6A6">
              <a:alpha val="69802"/>
            </a:srgbClr>
          </a:solidFill>
          <a:ln w="9525">
            <a:solidFill>
              <a:srgbClr val="17336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2800" b="1" dirty="0">
                <a:solidFill>
                  <a:srgbClr val="FFFFFF"/>
                </a:solidFill>
                <a:latin typeface="Malgun Gothic"/>
                <a:cs typeface="Malgun Gothic"/>
              </a:rPr>
              <a:t>Topic</a:t>
            </a:r>
            <a:r>
              <a:rPr sz="2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Malgun Gothic"/>
                <a:cs typeface="Malgun Gothic"/>
              </a:rPr>
              <a:t>1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029831" y="5387619"/>
            <a:ext cx="4596765" cy="612140"/>
          </a:xfrm>
          <a:prstGeom prst="rect">
            <a:avLst/>
          </a:prstGeom>
          <a:solidFill>
            <a:srgbClr val="A6A6A6">
              <a:alpha val="69802"/>
            </a:srgbClr>
          </a:solidFill>
          <a:ln w="9525">
            <a:solidFill>
              <a:srgbClr val="173360"/>
            </a:solidFill>
          </a:ln>
        </p:spPr>
        <p:txBody>
          <a:bodyPr vert="horz" wrap="square" lIns="0" tIns="8636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sz="2800" b="1" dirty="0">
                <a:solidFill>
                  <a:srgbClr val="FFFFFF"/>
                </a:solidFill>
                <a:latin typeface="Malgun Gothic"/>
                <a:cs typeface="Malgun Gothic"/>
              </a:rPr>
              <a:t>Topic</a:t>
            </a:r>
            <a:r>
              <a:rPr sz="2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328397" y="5356047"/>
            <a:ext cx="12566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Consume</a:t>
            </a:r>
            <a:endParaRPr sz="2200">
              <a:latin typeface="Malgun Gothic"/>
              <a:cs typeface="Malgun Gothic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233034" y="3181205"/>
            <a:ext cx="639465" cy="399768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12007279" y="3405416"/>
            <a:ext cx="2030095" cy="941069"/>
            <a:chOff x="12007279" y="3405416"/>
            <a:chExt cx="2030095" cy="941069"/>
          </a:xfrm>
        </p:grpSpPr>
        <p:pic>
          <p:nvPicPr>
            <p:cNvPr id="37" name="object 3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09719" y="3405416"/>
              <a:ext cx="639465" cy="399719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2035854" y="3819005"/>
              <a:ext cx="1972945" cy="499109"/>
            </a:xfrm>
            <a:custGeom>
              <a:avLst/>
              <a:gdLst/>
              <a:ahLst/>
              <a:cxnLst/>
              <a:rect l="l" t="t" r="r" b="b"/>
              <a:pathLst>
                <a:path w="1972944" h="499110">
                  <a:moveTo>
                    <a:pt x="1972372" y="8266"/>
                  </a:moveTo>
                  <a:lnTo>
                    <a:pt x="1920883" y="6580"/>
                  </a:lnTo>
                  <a:lnTo>
                    <a:pt x="1869406" y="4956"/>
                  </a:lnTo>
                  <a:lnTo>
                    <a:pt x="1817954" y="3458"/>
                  </a:lnTo>
                  <a:lnTo>
                    <a:pt x="1766538" y="2150"/>
                  </a:lnTo>
                  <a:lnTo>
                    <a:pt x="1715167" y="1095"/>
                  </a:lnTo>
                  <a:lnTo>
                    <a:pt x="1663855" y="357"/>
                  </a:lnTo>
                  <a:lnTo>
                    <a:pt x="1612611" y="0"/>
                  </a:lnTo>
                  <a:lnTo>
                    <a:pt x="1561447" y="87"/>
                  </a:lnTo>
                  <a:lnTo>
                    <a:pt x="1510374" y="684"/>
                  </a:lnTo>
                  <a:lnTo>
                    <a:pt x="1459403" y="1853"/>
                  </a:lnTo>
                  <a:lnTo>
                    <a:pt x="1408546" y="3658"/>
                  </a:lnTo>
                  <a:lnTo>
                    <a:pt x="1357813" y="6163"/>
                  </a:lnTo>
                  <a:lnTo>
                    <a:pt x="1307216" y="9432"/>
                  </a:lnTo>
                  <a:lnTo>
                    <a:pt x="1256765" y="13529"/>
                  </a:lnTo>
                  <a:lnTo>
                    <a:pt x="1206473" y="18517"/>
                  </a:lnTo>
                  <a:lnTo>
                    <a:pt x="1156349" y="24461"/>
                  </a:lnTo>
                  <a:lnTo>
                    <a:pt x="1106406" y="31424"/>
                  </a:lnTo>
                  <a:lnTo>
                    <a:pt x="1056654" y="39470"/>
                  </a:lnTo>
                  <a:lnTo>
                    <a:pt x="1007105" y="48663"/>
                  </a:lnTo>
                  <a:lnTo>
                    <a:pt x="957769" y="59066"/>
                  </a:lnTo>
                  <a:lnTo>
                    <a:pt x="909316" y="70690"/>
                  </a:lnTo>
                  <a:lnTo>
                    <a:pt x="858013" y="84438"/>
                  </a:lnTo>
                  <a:lnTo>
                    <a:pt x="804358" y="100084"/>
                  </a:lnTo>
                  <a:lnTo>
                    <a:pt x="748849" y="117404"/>
                  </a:lnTo>
                  <a:lnTo>
                    <a:pt x="691983" y="136169"/>
                  </a:lnTo>
                  <a:lnTo>
                    <a:pt x="634258" y="156156"/>
                  </a:lnTo>
                  <a:lnTo>
                    <a:pt x="576172" y="177138"/>
                  </a:lnTo>
                  <a:lnTo>
                    <a:pt x="518221" y="198890"/>
                  </a:lnTo>
                  <a:lnTo>
                    <a:pt x="460904" y="221185"/>
                  </a:lnTo>
                  <a:lnTo>
                    <a:pt x="404718" y="243799"/>
                  </a:lnTo>
                  <a:lnTo>
                    <a:pt x="350160" y="266504"/>
                  </a:lnTo>
                  <a:lnTo>
                    <a:pt x="297729" y="289076"/>
                  </a:lnTo>
                  <a:lnTo>
                    <a:pt x="247921" y="311288"/>
                  </a:lnTo>
                  <a:lnTo>
                    <a:pt x="201235" y="332916"/>
                  </a:lnTo>
                  <a:lnTo>
                    <a:pt x="158167" y="353732"/>
                  </a:lnTo>
                  <a:lnTo>
                    <a:pt x="119216" y="373512"/>
                  </a:lnTo>
                  <a:lnTo>
                    <a:pt x="84878" y="392029"/>
                  </a:lnTo>
                  <a:lnTo>
                    <a:pt x="32035" y="424372"/>
                  </a:lnTo>
                  <a:lnTo>
                    <a:pt x="0" y="461843"/>
                  </a:lnTo>
                  <a:lnTo>
                    <a:pt x="9000" y="472515"/>
                  </a:lnTo>
                  <a:lnTo>
                    <a:pt x="59334" y="487842"/>
                  </a:lnTo>
                  <a:lnTo>
                    <a:pt x="97904" y="492809"/>
                  </a:lnTo>
                  <a:lnTo>
                    <a:pt x="143568" y="496186"/>
                  </a:lnTo>
                  <a:lnTo>
                    <a:pt x="194945" y="498130"/>
                  </a:lnTo>
                  <a:lnTo>
                    <a:pt x="250653" y="498797"/>
                  </a:lnTo>
                  <a:lnTo>
                    <a:pt x="309311" y="498343"/>
                  </a:lnTo>
                  <a:lnTo>
                    <a:pt x="369538" y="496924"/>
                  </a:lnTo>
                  <a:lnTo>
                    <a:pt x="429952" y="494698"/>
                  </a:lnTo>
                  <a:lnTo>
                    <a:pt x="489173" y="491819"/>
                  </a:lnTo>
                  <a:lnTo>
                    <a:pt x="545818" y="488445"/>
                  </a:lnTo>
                  <a:lnTo>
                    <a:pt x="598506" y="484731"/>
                  </a:lnTo>
                  <a:lnTo>
                    <a:pt x="645857" y="480833"/>
                  </a:lnTo>
                  <a:lnTo>
                    <a:pt x="693507" y="475491"/>
                  </a:lnTo>
                  <a:lnTo>
                    <a:pt x="741600" y="468105"/>
                  </a:lnTo>
                  <a:lnTo>
                    <a:pt x="790076" y="458977"/>
                  </a:lnTo>
                  <a:lnTo>
                    <a:pt x="838872" y="448412"/>
                  </a:lnTo>
                  <a:lnTo>
                    <a:pt x="887927" y="436713"/>
                  </a:lnTo>
                  <a:lnTo>
                    <a:pt x="937179" y="424183"/>
                  </a:lnTo>
                  <a:lnTo>
                    <a:pt x="986566" y="411126"/>
                  </a:lnTo>
                  <a:lnTo>
                    <a:pt x="1036028" y="397845"/>
                  </a:lnTo>
                  <a:lnTo>
                    <a:pt x="1085501" y="384645"/>
                  </a:lnTo>
                  <a:lnTo>
                    <a:pt x="1134926" y="371828"/>
                  </a:lnTo>
                  <a:lnTo>
                    <a:pt x="1184239" y="359698"/>
                  </a:lnTo>
                  <a:lnTo>
                    <a:pt x="1233379" y="348558"/>
                  </a:lnTo>
                  <a:lnTo>
                    <a:pt x="1282285" y="338713"/>
                  </a:lnTo>
                  <a:lnTo>
                    <a:pt x="1330895" y="330465"/>
                  </a:lnTo>
                  <a:lnTo>
                    <a:pt x="1385502" y="321603"/>
                  </a:lnTo>
                  <a:lnTo>
                    <a:pt x="1436845" y="312318"/>
                  </a:lnTo>
                  <a:lnTo>
                    <a:pt x="1485653" y="302841"/>
                  </a:lnTo>
                  <a:lnTo>
                    <a:pt x="1532656" y="293405"/>
                  </a:lnTo>
                  <a:lnTo>
                    <a:pt x="1578585" y="284242"/>
                  </a:lnTo>
                  <a:lnTo>
                    <a:pt x="1624170" y="275585"/>
                  </a:lnTo>
                  <a:lnTo>
                    <a:pt x="1670141" y="267667"/>
                  </a:lnTo>
                  <a:lnTo>
                    <a:pt x="1717229" y="260719"/>
                  </a:lnTo>
                  <a:lnTo>
                    <a:pt x="1766164" y="254974"/>
                  </a:lnTo>
                  <a:lnTo>
                    <a:pt x="1817675" y="250664"/>
                  </a:lnTo>
                  <a:lnTo>
                    <a:pt x="1872495" y="248022"/>
                  </a:lnTo>
                  <a:lnTo>
                    <a:pt x="1931351" y="247280"/>
                  </a:lnTo>
                </a:path>
              </a:pathLst>
            </a:custGeom>
            <a:ln w="57150">
              <a:solidFill>
                <a:srgbClr val="0071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11982195" y="4928870"/>
            <a:ext cx="2032000" cy="366395"/>
          </a:xfrm>
          <a:custGeom>
            <a:avLst/>
            <a:gdLst/>
            <a:ahLst/>
            <a:cxnLst/>
            <a:rect l="l" t="t" r="r" b="b"/>
            <a:pathLst>
              <a:path w="2032000" h="366395">
                <a:moveTo>
                  <a:pt x="1991105" y="0"/>
                </a:moveTo>
                <a:lnTo>
                  <a:pt x="1940932" y="183"/>
                </a:lnTo>
                <a:lnTo>
                  <a:pt x="1890746" y="384"/>
                </a:lnTo>
                <a:lnTo>
                  <a:pt x="1840535" y="621"/>
                </a:lnTo>
                <a:lnTo>
                  <a:pt x="1790287" y="912"/>
                </a:lnTo>
                <a:lnTo>
                  <a:pt x="1739990" y="1274"/>
                </a:lnTo>
                <a:lnTo>
                  <a:pt x="1689631" y="1726"/>
                </a:lnTo>
                <a:lnTo>
                  <a:pt x="1639199" y="2285"/>
                </a:lnTo>
                <a:lnTo>
                  <a:pt x="1588680" y="2970"/>
                </a:lnTo>
                <a:lnTo>
                  <a:pt x="1538062" y="3797"/>
                </a:lnTo>
                <a:lnTo>
                  <a:pt x="1487333" y="4785"/>
                </a:lnTo>
                <a:lnTo>
                  <a:pt x="1436481" y="5952"/>
                </a:lnTo>
                <a:lnTo>
                  <a:pt x="1385494" y="7316"/>
                </a:lnTo>
                <a:lnTo>
                  <a:pt x="1334358" y="8895"/>
                </a:lnTo>
                <a:lnTo>
                  <a:pt x="1283062" y="10706"/>
                </a:lnTo>
                <a:lnTo>
                  <a:pt x="1231594" y="12768"/>
                </a:lnTo>
                <a:lnTo>
                  <a:pt x="1179940" y="15097"/>
                </a:lnTo>
                <a:lnTo>
                  <a:pt x="1128089" y="17713"/>
                </a:lnTo>
                <a:lnTo>
                  <a:pt x="1076029" y="20633"/>
                </a:lnTo>
                <a:lnTo>
                  <a:pt x="1023746" y="23875"/>
                </a:lnTo>
                <a:lnTo>
                  <a:pt x="974107" y="27000"/>
                </a:lnTo>
                <a:lnTo>
                  <a:pt x="920437" y="30217"/>
                </a:lnTo>
                <a:lnTo>
                  <a:pt x="863388" y="33541"/>
                </a:lnTo>
                <a:lnTo>
                  <a:pt x="803608" y="36988"/>
                </a:lnTo>
                <a:lnTo>
                  <a:pt x="741750" y="40573"/>
                </a:lnTo>
                <a:lnTo>
                  <a:pt x="678463" y="44313"/>
                </a:lnTo>
                <a:lnTo>
                  <a:pt x="614397" y="48222"/>
                </a:lnTo>
                <a:lnTo>
                  <a:pt x="550204" y="52317"/>
                </a:lnTo>
                <a:lnTo>
                  <a:pt x="486533" y="56613"/>
                </a:lnTo>
                <a:lnTo>
                  <a:pt x="424035" y="61125"/>
                </a:lnTo>
                <a:lnTo>
                  <a:pt x="363361" y="65870"/>
                </a:lnTo>
                <a:lnTo>
                  <a:pt x="305161" y="70863"/>
                </a:lnTo>
                <a:lnTo>
                  <a:pt x="250084" y="76120"/>
                </a:lnTo>
                <a:lnTo>
                  <a:pt x="198783" y="81656"/>
                </a:lnTo>
                <a:lnTo>
                  <a:pt x="151906" y="87487"/>
                </a:lnTo>
                <a:lnTo>
                  <a:pt x="110105" y="93628"/>
                </a:lnTo>
                <a:lnTo>
                  <a:pt x="44332" y="106905"/>
                </a:lnTo>
                <a:lnTo>
                  <a:pt x="6666" y="121611"/>
                </a:lnTo>
                <a:lnTo>
                  <a:pt x="0" y="129539"/>
                </a:lnTo>
                <a:lnTo>
                  <a:pt x="2146" y="138901"/>
                </a:lnTo>
                <a:lnTo>
                  <a:pt x="57823" y="175233"/>
                </a:lnTo>
                <a:lnTo>
                  <a:pt x="129317" y="204231"/>
                </a:lnTo>
                <a:lnTo>
                  <a:pt x="173381" y="219534"/>
                </a:lnTo>
                <a:lnTo>
                  <a:pt x="222101" y="235094"/>
                </a:lnTo>
                <a:lnTo>
                  <a:pt x="274813" y="250700"/>
                </a:lnTo>
                <a:lnTo>
                  <a:pt x="330850" y="266144"/>
                </a:lnTo>
                <a:lnTo>
                  <a:pt x="389548" y="281215"/>
                </a:lnTo>
                <a:lnTo>
                  <a:pt x="450241" y="295704"/>
                </a:lnTo>
                <a:lnTo>
                  <a:pt x="512263" y="309402"/>
                </a:lnTo>
                <a:lnTo>
                  <a:pt x="574949" y="322098"/>
                </a:lnTo>
                <a:lnTo>
                  <a:pt x="637633" y="333583"/>
                </a:lnTo>
                <a:lnTo>
                  <a:pt x="699650" y="343647"/>
                </a:lnTo>
                <a:lnTo>
                  <a:pt x="760334" y="352081"/>
                </a:lnTo>
                <a:lnTo>
                  <a:pt x="819020" y="358676"/>
                </a:lnTo>
                <a:lnTo>
                  <a:pt x="875042" y="363220"/>
                </a:lnTo>
                <a:lnTo>
                  <a:pt x="927734" y="365505"/>
                </a:lnTo>
                <a:lnTo>
                  <a:pt x="974175" y="365821"/>
                </a:lnTo>
                <a:lnTo>
                  <a:pt x="1021141" y="364868"/>
                </a:lnTo>
                <a:lnTo>
                  <a:pt x="1068605" y="362707"/>
                </a:lnTo>
                <a:lnTo>
                  <a:pt x="1116544" y="359399"/>
                </a:lnTo>
                <a:lnTo>
                  <a:pt x="1164932" y="355003"/>
                </a:lnTo>
                <a:lnTo>
                  <a:pt x="1213745" y="349581"/>
                </a:lnTo>
                <a:lnTo>
                  <a:pt x="1262956" y="343192"/>
                </a:lnTo>
                <a:lnTo>
                  <a:pt x="1312542" y="335897"/>
                </a:lnTo>
                <a:lnTo>
                  <a:pt x="1362477" y="327757"/>
                </a:lnTo>
                <a:lnTo>
                  <a:pt x="1412736" y="318831"/>
                </a:lnTo>
                <a:lnTo>
                  <a:pt x="1463293" y="309181"/>
                </a:lnTo>
                <a:lnTo>
                  <a:pt x="1514125" y="298866"/>
                </a:lnTo>
                <a:lnTo>
                  <a:pt x="1565206" y="287948"/>
                </a:lnTo>
                <a:lnTo>
                  <a:pt x="1616510" y="276485"/>
                </a:lnTo>
                <a:lnTo>
                  <a:pt x="1668014" y="264540"/>
                </a:lnTo>
                <a:lnTo>
                  <a:pt x="1719691" y="252172"/>
                </a:lnTo>
                <a:lnTo>
                  <a:pt x="1771517" y="239441"/>
                </a:lnTo>
                <a:lnTo>
                  <a:pt x="1823466" y="226408"/>
                </a:lnTo>
                <a:lnTo>
                  <a:pt x="1875514" y="213134"/>
                </a:lnTo>
                <a:lnTo>
                  <a:pt x="1927636" y="199678"/>
                </a:lnTo>
                <a:lnTo>
                  <a:pt x="1979806" y="186102"/>
                </a:lnTo>
                <a:lnTo>
                  <a:pt x="2032000" y="172465"/>
                </a:lnTo>
              </a:path>
            </a:pathLst>
          </a:custGeom>
          <a:ln w="57150">
            <a:solidFill>
              <a:srgbClr val="007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1998651" y="5870702"/>
            <a:ext cx="2056130" cy="1269365"/>
          </a:xfrm>
          <a:custGeom>
            <a:avLst/>
            <a:gdLst/>
            <a:ahLst/>
            <a:cxnLst/>
            <a:rect l="l" t="t" r="r" b="b"/>
            <a:pathLst>
              <a:path w="2056130" h="1269365">
                <a:moveTo>
                  <a:pt x="2055930" y="1176274"/>
                </a:moveTo>
                <a:lnTo>
                  <a:pt x="2012635" y="1142424"/>
                </a:lnTo>
                <a:lnTo>
                  <a:pt x="1969357" y="1108608"/>
                </a:lnTo>
                <a:lnTo>
                  <a:pt x="1926114" y="1074857"/>
                </a:lnTo>
                <a:lnTo>
                  <a:pt x="1882922" y="1041205"/>
                </a:lnTo>
                <a:lnTo>
                  <a:pt x="1839799" y="1007684"/>
                </a:lnTo>
                <a:lnTo>
                  <a:pt x="1796762" y="974327"/>
                </a:lnTo>
                <a:lnTo>
                  <a:pt x="1753829" y="941167"/>
                </a:lnTo>
                <a:lnTo>
                  <a:pt x="1711016" y="908236"/>
                </a:lnTo>
                <a:lnTo>
                  <a:pt x="1668340" y="875568"/>
                </a:lnTo>
                <a:lnTo>
                  <a:pt x="1625820" y="843195"/>
                </a:lnTo>
                <a:lnTo>
                  <a:pt x="1583472" y="811150"/>
                </a:lnTo>
                <a:lnTo>
                  <a:pt x="1541313" y="779466"/>
                </a:lnTo>
                <a:lnTo>
                  <a:pt x="1499361" y="748175"/>
                </a:lnTo>
                <a:lnTo>
                  <a:pt x="1457633" y="717311"/>
                </a:lnTo>
                <a:lnTo>
                  <a:pt x="1416146" y="686907"/>
                </a:lnTo>
                <a:lnTo>
                  <a:pt x="1374917" y="656994"/>
                </a:lnTo>
                <a:lnTo>
                  <a:pt x="1333963" y="627606"/>
                </a:lnTo>
                <a:lnTo>
                  <a:pt x="1293302" y="598776"/>
                </a:lnTo>
                <a:lnTo>
                  <a:pt x="1252951" y="570536"/>
                </a:lnTo>
                <a:lnTo>
                  <a:pt x="1212928" y="542919"/>
                </a:lnTo>
                <a:lnTo>
                  <a:pt x="1173248" y="515959"/>
                </a:lnTo>
                <a:lnTo>
                  <a:pt x="1133930" y="489687"/>
                </a:lnTo>
                <a:lnTo>
                  <a:pt x="1094991" y="464137"/>
                </a:lnTo>
                <a:lnTo>
                  <a:pt x="1056448" y="439342"/>
                </a:lnTo>
                <a:lnTo>
                  <a:pt x="1018318" y="415334"/>
                </a:lnTo>
                <a:lnTo>
                  <a:pt x="980619" y="392145"/>
                </a:lnTo>
                <a:lnTo>
                  <a:pt x="943367" y="369810"/>
                </a:lnTo>
                <a:lnTo>
                  <a:pt x="906580" y="348361"/>
                </a:lnTo>
                <a:lnTo>
                  <a:pt x="851588" y="317723"/>
                </a:lnTo>
                <a:lnTo>
                  <a:pt x="794664" y="287809"/>
                </a:lnTo>
                <a:lnTo>
                  <a:pt x="736301" y="258733"/>
                </a:lnTo>
                <a:lnTo>
                  <a:pt x="676991" y="230607"/>
                </a:lnTo>
                <a:lnTo>
                  <a:pt x="617228" y="203545"/>
                </a:lnTo>
                <a:lnTo>
                  <a:pt x="557505" y="177661"/>
                </a:lnTo>
                <a:lnTo>
                  <a:pt x="498316" y="153068"/>
                </a:lnTo>
                <a:lnTo>
                  <a:pt x="440152" y="129880"/>
                </a:lnTo>
                <a:lnTo>
                  <a:pt x="383507" y="108210"/>
                </a:lnTo>
                <a:lnTo>
                  <a:pt x="328874" y="88172"/>
                </a:lnTo>
                <a:lnTo>
                  <a:pt x="276746" y="69880"/>
                </a:lnTo>
                <a:lnTo>
                  <a:pt x="227616" y="53446"/>
                </a:lnTo>
                <a:lnTo>
                  <a:pt x="181978" y="38985"/>
                </a:lnTo>
                <a:lnTo>
                  <a:pt x="140323" y="26610"/>
                </a:lnTo>
                <a:lnTo>
                  <a:pt x="103146" y="16435"/>
                </a:lnTo>
                <a:lnTo>
                  <a:pt x="44196" y="3137"/>
                </a:lnTo>
                <a:lnTo>
                  <a:pt x="9071" y="0"/>
                </a:lnTo>
                <a:lnTo>
                  <a:pt x="0" y="4206"/>
                </a:lnTo>
                <a:lnTo>
                  <a:pt x="24407" y="46098"/>
                </a:lnTo>
                <a:lnTo>
                  <a:pt x="76269" y="93640"/>
                </a:lnTo>
                <a:lnTo>
                  <a:pt x="110649" y="121860"/>
                </a:lnTo>
                <a:lnTo>
                  <a:pt x="149670" y="152409"/>
                </a:lnTo>
                <a:lnTo>
                  <a:pt x="192591" y="184809"/>
                </a:lnTo>
                <a:lnTo>
                  <a:pt x="238668" y="218581"/>
                </a:lnTo>
                <a:lnTo>
                  <a:pt x="287159" y="253246"/>
                </a:lnTo>
                <a:lnTo>
                  <a:pt x="337320" y="288328"/>
                </a:lnTo>
                <a:lnTo>
                  <a:pt x="388410" y="323347"/>
                </a:lnTo>
                <a:lnTo>
                  <a:pt x="439684" y="357826"/>
                </a:lnTo>
                <a:lnTo>
                  <a:pt x="490401" y="391287"/>
                </a:lnTo>
                <a:lnTo>
                  <a:pt x="756424" y="553160"/>
                </a:lnTo>
                <a:lnTo>
                  <a:pt x="1096873" y="749300"/>
                </a:lnTo>
                <a:lnTo>
                  <a:pt x="1390245" y="914673"/>
                </a:lnTo>
                <a:lnTo>
                  <a:pt x="1515037" y="984250"/>
                </a:lnTo>
                <a:lnTo>
                  <a:pt x="2013512" y="1268857"/>
                </a:lnTo>
              </a:path>
            </a:pathLst>
          </a:custGeom>
          <a:ln w="57150">
            <a:solidFill>
              <a:srgbClr val="007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2130278" y="2601214"/>
            <a:ext cx="2036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Event/Message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4267072" y="2893377"/>
            <a:ext cx="2389505" cy="2087245"/>
            <a:chOff x="4267072" y="2893377"/>
            <a:chExt cx="2389505" cy="2087245"/>
          </a:xfrm>
        </p:grpSpPr>
        <p:sp>
          <p:nvSpPr>
            <p:cNvPr id="43" name="object 43"/>
            <p:cNvSpPr/>
            <p:nvPr/>
          </p:nvSpPr>
          <p:spPr>
            <a:xfrm>
              <a:off x="4267073" y="3284981"/>
              <a:ext cx="2389505" cy="1695450"/>
            </a:xfrm>
            <a:custGeom>
              <a:avLst/>
              <a:gdLst/>
              <a:ahLst/>
              <a:cxnLst/>
              <a:rect l="l" t="t" r="r" b="b"/>
              <a:pathLst>
                <a:path w="2389504" h="1695450">
                  <a:moveTo>
                    <a:pt x="2381605" y="1639468"/>
                  </a:moveTo>
                  <a:lnTo>
                    <a:pt x="2238375" y="1527429"/>
                  </a:lnTo>
                  <a:lnTo>
                    <a:pt x="2227021" y="1583474"/>
                  </a:lnTo>
                  <a:lnTo>
                    <a:pt x="18161" y="1134618"/>
                  </a:lnTo>
                  <a:lnTo>
                    <a:pt x="6731" y="1190625"/>
                  </a:lnTo>
                  <a:lnTo>
                    <a:pt x="2215680" y="1639468"/>
                  </a:lnTo>
                  <a:lnTo>
                    <a:pt x="2244839" y="1639468"/>
                  </a:lnTo>
                  <a:lnTo>
                    <a:pt x="2381605" y="1639468"/>
                  </a:lnTo>
                  <a:close/>
                </a:path>
                <a:path w="2389504" h="1695450">
                  <a:moveTo>
                    <a:pt x="2389378" y="1645539"/>
                  </a:moveTo>
                  <a:lnTo>
                    <a:pt x="2388882" y="1645158"/>
                  </a:lnTo>
                  <a:lnTo>
                    <a:pt x="2243696" y="1645158"/>
                  </a:lnTo>
                  <a:lnTo>
                    <a:pt x="2214524" y="1645158"/>
                  </a:lnTo>
                  <a:lnTo>
                    <a:pt x="2204339" y="1695450"/>
                  </a:lnTo>
                  <a:lnTo>
                    <a:pt x="2389378" y="1645539"/>
                  </a:lnTo>
                  <a:close/>
                </a:path>
                <a:path w="2389504" h="1695450">
                  <a:moveTo>
                    <a:pt x="2389378" y="1175512"/>
                  </a:moveTo>
                  <a:lnTo>
                    <a:pt x="2361285" y="1139063"/>
                  </a:lnTo>
                  <a:lnTo>
                    <a:pt x="2272398" y="1023747"/>
                  </a:lnTo>
                  <a:lnTo>
                    <a:pt x="2247493" y="1075220"/>
                  </a:lnTo>
                  <a:lnTo>
                    <a:pt x="24892" y="0"/>
                  </a:lnTo>
                  <a:lnTo>
                    <a:pt x="0" y="51435"/>
                  </a:lnTo>
                  <a:lnTo>
                    <a:pt x="2222601" y="1126655"/>
                  </a:lnTo>
                  <a:lnTo>
                    <a:pt x="2197735" y="1178052"/>
                  </a:lnTo>
                  <a:lnTo>
                    <a:pt x="2389378" y="1175512"/>
                  </a:lnTo>
                  <a:close/>
                </a:path>
              </a:pathLst>
            </a:custGeom>
            <a:solidFill>
              <a:srgbClr val="007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57953" y="2893377"/>
              <a:ext cx="685469" cy="51923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5886" y="3395471"/>
              <a:ext cx="685482" cy="519175"/>
            </a:xfrm>
            <a:prstGeom prst="rect">
              <a:avLst/>
            </a:prstGeom>
          </p:spPr>
        </p:pic>
      </p:grpSp>
      <p:sp>
        <p:nvSpPr>
          <p:cNvPr id="46" name="object 46"/>
          <p:cNvSpPr/>
          <p:nvPr/>
        </p:nvSpPr>
        <p:spPr>
          <a:xfrm>
            <a:off x="4366640" y="5510910"/>
            <a:ext cx="2289810" cy="171450"/>
          </a:xfrm>
          <a:custGeom>
            <a:avLst/>
            <a:gdLst/>
            <a:ahLst/>
            <a:cxnLst/>
            <a:rect l="l" t="t" r="r" b="b"/>
            <a:pathLst>
              <a:path w="2289809" h="171450">
                <a:moveTo>
                  <a:pt x="2233964" y="56896"/>
                </a:moveTo>
                <a:lnTo>
                  <a:pt x="2146681" y="56896"/>
                </a:lnTo>
                <a:lnTo>
                  <a:pt x="2147189" y="114046"/>
                </a:lnTo>
                <a:lnTo>
                  <a:pt x="2118614" y="114319"/>
                </a:lnTo>
                <a:lnTo>
                  <a:pt x="2119122" y="171450"/>
                </a:lnTo>
                <a:lnTo>
                  <a:pt x="2289810" y="84200"/>
                </a:lnTo>
                <a:lnTo>
                  <a:pt x="2233964" y="56896"/>
                </a:lnTo>
                <a:close/>
              </a:path>
              <a:path w="2289809" h="171450">
                <a:moveTo>
                  <a:pt x="2118106" y="57169"/>
                </a:moveTo>
                <a:lnTo>
                  <a:pt x="0" y="77469"/>
                </a:lnTo>
                <a:lnTo>
                  <a:pt x="508" y="134619"/>
                </a:lnTo>
                <a:lnTo>
                  <a:pt x="2118614" y="114319"/>
                </a:lnTo>
                <a:lnTo>
                  <a:pt x="2118106" y="57169"/>
                </a:lnTo>
                <a:close/>
              </a:path>
              <a:path w="2289809" h="171450">
                <a:moveTo>
                  <a:pt x="2146681" y="56896"/>
                </a:moveTo>
                <a:lnTo>
                  <a:pt x="2118106" y="57169"/>
                </a:lnTo>
                <a:lnTo>
                  <a:pt x="2118611" y="114046"/>
                </a:lnTo>
                <a:lnTo>
                  <a:pt x="2118614" y="114319"/>
                </a:lnTo>
                <a:lnTo>
                  <a:pt x="2147189" y="114046"/>
                </a:lnTo>
                <a:lnTo>
                  <a:pt x="2146683" y="57169"/>
                </a:lnTo>
                <a:lnTo>
                  <a:pt x="2146681" y="56896"/>
                </a:lnTo>
                <a:close/>
              </a:path>
              <a:path w="2289809" h="171450">
                <a:moveTo>
                  <a:pt x="2117598" y="0"/>
                </a:moveTo>
                <a:lnTo>
                  <a:pt x="2118103" y="56896"/>
                </a:lnTo>
                <a:lnTo>
                  <a:pt x="2118106" y="57169"/>
                </a:lnTo>
                <a:lnTo>
                  <a:pt x="2233964" y="56896"/>
                </a:lnTo>
                <a:lnTo>
                  <a:pt x="2117598" y="0"/>
                </a:lnTo>
                <a:close/>
              </a:path>
            </a:pathLst>
          </a:custGeom>
          <a:solidFill>
            <a:srgbClr val="007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262120" y="6086855"/>
            <a:ext cx="2394585" cy="1859280"/>
          </a:xfrm>
          <a:custGeom>
            <a:avLst/>
            <a:gdLst/>
            <a:ahLst/>
            <a:cxnLst/>
            <a:rect l="l" t="t" r="r" b="b"/>
            <a:pathLst>
              <a:path w="2394584" h="1859279">
                <a:moveTo>
                  <a:pt x="2241139" y="82257"/>
                </a:moveTo>
                <a:lnTo>
                  <a:pt x="0" y="1813687"/>
                </a:lnTo>
                <a:lnTo>
                  <a:pt x="34925" y="1858899"/>
                </a:lnTo>
                <a:lnTo>
                  <a:pt x="2276064" y="127469"/>
                </a:lnTo>
                <a:lnTo>
                  <a:pt x="2241139" y="82257"/>
                </a:lnTo>
                <a:close/>
              </a:path>
              <a:path w="2394584" h="1859279">
                <a:moveTo>
                  <a:pt x="2363088" y="64770"/>
                </a:moveTo>
                <a:lnTo>
                  <a:pt x="2263775" y="64770"/>
                </a:lnTo>
                <a:lnTo>
                  <a:pt x="2298700" y="109982"/>
                </a:lnTo>
                <a:lnTo>
                  <a:pt x="2276064" y="127469"/>
                </a:lnTo>
                <a:lnTo>
                  <a:pt x="2311019" y="172720"/>
                </a:lnTo>
                <a:lnTo>
                  <a:pt x="2363088" y="64770"/>
                </a:lnTo>
                <a:close/>
              </a:path>
              <a:path w="2394584" h="1859279">
                <a:moveTo>
                  <a:pt x="2263775" y="64770"/>
                </a:moveTo>
                <a:lnTo>
                  <a:pt x="2241139" y="82257"/>
                </a:lnTo>
                <a:lnTo>
                  <a:pt x="2276064" y="127469"/>
                </a:lnTo>
                <a:lnTo>
                  <a:pt x="2298700" y="109982"/>
                </a:lnTo>
                <a:lnTo>
                  <a:pt x="2263775" y="64770"/>
                </a:lnTo>
                <a:close/>
              </a:path>
              <a:path w="2394584" h="1859279">
                <a:moveTo>
                  <a:pt x="2394330" y="0"/>
                </a:moveTo>
                <a:lnTo>
                  <a:pt x="2206243" y="37084"/>
                </a:lnTo>
                <a:lnTo>
                  <a:pt x="2241139" y="82257"/>
                </a:lnTo>
                <a:lnTo>
                  <a:pt x="2263775" y="64770"/>
                </a:lnTo>
                <a:lnTo>
                  <a:pt x="2363088" y="64770"/>
                </a:lnTo>
                <a:lnTo>
                  <a:pt x="2394330" y="0"/>
                </a:lnTo>
                <a:close/>
              </a:path>
            </a:pathLst>
          </a:custGeom>
          <a:solidFill>
            <a:srgbClr val="007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1955038" y="7470885"/>
            <a:ext cx="14960600" cy="1506220"/>
          </a:xfrm>
          <a:prstGeom prst="rect">
            <a:avLst/>
          </a:prstGeom>
        </p:spPr>
        <p:txBody>
          <a:bodyPr vert="horz" wrap="square" lIns="0" tIns="2330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800">
              <a:latin typeface="Malgun Gothic"/>
              <a:cs typeface="Malgun Gothic"/>
            </a:endParaRPr>
          </a:p>
          <a:p>
            <a:pPr marL="2512695">
              <a:lnSpc>
                <a:spcPct val="100000"/>
              </a:lnSpc>
              <a:spcBef>
                <a:spcPts val="2240"/>
              </a:spcBef>
            </a:pPr>
            <a:r>
              <a:rPr sz="3600" dirty="0">
                <a:solidFill>
                  <a:srgbClr val="EC224A"/>
                </a:solidFill>
                <a:latin typeface="Malgun Gothic"/>
                <a:cs typeface="Malgun Gothic"/>
              </a:rPr>
              <a:t>Topic</a:t>
            </a:r>
            <a:r>
              <a:rPr sz="3600" spc="-2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:</a:t>
            </a:r>
            <a:r>
              <a:rPr sz="3600" spc="-40" dirty="0">
                <a:latin typeface="Malgun Gothic"/>
                <a:cs typeface="Malgun Gothic"/>
              </a:rPr>
              <a:t> </a:t>
            </a:r>
            <a:r>
              <a:rPr sz="3600" dirty="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sz="36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solidFill>
                  <a:srgbClr val="221F1F"/>
                </a:solidFill>
                <a:latin typeface="Malgun Gothic"/>
                <a:cs typeface="Malgun Gothic"/>
              </a:rPr>
              <a:t>안에서</a:t>
            </a:r>
            <a:r>
              <a:rPr sz="360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solidFill>
                  <a:srgbClr val="221F1F"/>
                </a:solidFill>
                <a:latin typeface="Malgun Gothic"/>
                <a:cs typeface="Malgun Gothic"/>
              </a:rPr>
              <a:t>메시지가</a:t>
            </a:r>
            <a:r>
              <a:rPr sz="36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solidFill>
                  <a:srgbClr val="221F1F"/>
                </a:solidFill>
                <a:latin typeface="Malgun Gothic"/>
                <a:cs typeface="Malgun Gothic"/>
              </a:rPr>
              <a:t>저장되는</a:t>
            </a:r>
            <a:r>
              <a:rPr sz="360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solidFill>
                  <a:srgbClr val="221F1F"/>
                </a:solidFill>
                <a:latin typeface="Malgun Gothic"/>
                <a:cs typeface="Malgun Gothic"/>
              </a:rPr>
              <a:t>장소(논리적인</a:t>
            </a:r>
            <a:r>
              <a:rPr sz="3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3600" spc="-25" dirty="0">
                <a:solidFill>
                  <a:srgbClr val="221F1F"/>
                </a:solidFill>
                <a:latin typeface="Malgun Gothic"/>
                <a:cs typeface="Malgun Gothic"/>
              </a:rPr>
              <a:t>표현)</a:t>
            </a:r>
            <a:endParaRPr sz="3600">
              <a:latin typeface="Malgun Gothic"/>
              <a:cs typeface="Malgun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7364202" y="9382545"/>
            <a:ext cx="284480" cy="2628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14</a:t>
            </a:fld>
            <a:endParaRPr sz="1400">
              <a:latin typeface="Malgun Gothic"/>
              <a:cs typeface="Malgun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824221" y="5190236"/>
            <a:ext cx="1112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Produce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481576" y="2424811"/>
            <a:ext cx="2036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Event/Message</a:t>
            </a:r>
            <a:endParaRPr sz="2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Apache</a:t>
            </a:r>
            <a:r>
              <a:rPr sz="4400" spc="-5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Kafka</a:t>
            </a:r>
            <a:r>
              <a:rPr sz="4400" spc="-6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주요</a:t>
            </a:r>
            <a:r>
              <a:rPr sz="4400" spc="-4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구성</a:t>
            </a:r>
            <a:r>
              <a:rPr sz="4400" spc="-35" dirty="0">
                <a:solidFill>
                  <a:srgbClr val="173360"/>
                </a:solidFill>
              </a:rPr>
              <a:t> </a:t>
            </a:r>
            <a:r>
              <a:rPr sz="4400" spc="-25" dirty="0">
                <a:solidFill>
                  <a:srgbClr val="173360"/>
                </a:solidFill>
              </a:rPr>
              <a:t>요소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326388" y="2821685"/>
            <a:ext cx="2809240" cy="978535"/>
            <a:chOff x="1326388" y="2821685"/>
            <a:chExt cx="2809240" cy="978535"/>
          </a:xfrm>
        </p:grpSpPr>
        <p:sp>
          <p:nvSpPr>
            <p:cNvPr id="4" name="object 4"/>
            <p:cNvSpPr/>
            <p:nvPr/>
          </p:nvSpPr>
          <p:spPr>
            <a:xfrm>
              <a:off x="1345438" y="2840735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2687574" y="0"/>
                  </a:moveTo>
                  <a:lnTo>
                    <a:pt x="83184" y="0"/>
                  </a:lnTo>
                  <a:lnTo>
                    <a:pt x="50792" y="6532"/>
                  </a:lnTo>
                  <a:lnTo>
                    <a:pt x="24352" y="24352"/>
                  </a:lnTo>
                  <a:lnTo>
                    <a:pt x="6532" y="50792"/>
                  </a:lnTo>
                  <a:lnTo>
                    <a:pt x="0" y="83185"/>
                  </a:lnTo>
                  <a:lnTo>
                    <a:pt x="0" y="856742"/>
                  </a:lnTo>
                  <a:lnTo>
                    <a:pt x="6532" y="889134"/>
                  </a:lnTo>
                  <a:lnTo>
                    <a:pt x="24352" y="915574"/>
                  </a:lnTo>
                  <a:lnTo>
                    <a:pt x="50792" y="933394"/>
                  </a:lnTo>
                  <a:lnTo>
                    <a:pt x="83184" y="939927"/>
                  </a:lnTo>
                  <a:lnTo>
                    <a:pt x="2687574" y="939927"/>
                  </a:lnTo>
                  <a:lnTo>
                    <a:pt x="2719893" y="933394"/>
                  </a:lnTo>
                  <a:lnTo>
                    <a:pt x="2746295" y="915574"/>
                  </a:lnTo>
                  <a:lnTo>
                    <a:pt x="2764101" y="889134"/>
                  </a:lnTo>
                  <a:lnTo>
                    <a:pt x="2770632" y="856742"/>
                  </a:lnTo>
                  <a:lnTo>
                    <a:pt x="2770632" y="83185"/>
                  </a:lnTo>
                  <a:lnTo>
                    <a:pt x="2764101" y="50792"/>
                  </a:lnTo>
                  <a:lnTo>
                    <a:pt x="2746295" y="24352"/>
                  </a:lnTo>
                  <a:lnTo>
                    <a:pt x="2719893" y="6532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51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345438" y="2840735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0" y="83185"/>
                  </a:moveTo>
                  <a:lnTo>
                    <a:pt x="6532" y="50792"/>
                  </a:lnTo>
                  <a:lnTo>
                    <a:pt x="24352" y="24352"/>
                  </a:lnTo>
                  <a:lnTo>
                    <a:pt x="50792" y="6532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893" y="6532"/>
                  </a:lnTo>
                  <a:lnTo>
                    <a:pt x="2746295" y="24352"/>
                  </a:lnTo>
                  <a:lnTo>
                    <a:pt x="2764101" y="50792"/>
                  </a:lnTo>
                  <a:lnTo>
                    <a:pt x="2770632" y="83185"/>
                  </a:lnTo>
                  <a:lnTo>
                    <a:pt x="2770632" y="856742"/>
                  </a:lnTo>
                  <a:lnTo>
                    <a:pt x="2764101" y="889134"/>
                  </a:lnTo>
                  <a:lnTo>
                    <a:pt x="2746295" y="915574"/>
                  </a:lnTo>
                  <a:lnTo>
                    <a:pt x="2719893" y="933394"/>
                  </a:lnTo>
                  <a:lnTo>
                    <a:pt x="2687574" y="939927"/>
                  </a:lnTo>
                  <a:lnTo>
                    <a:pt x="83184" y="939927"/>
                  </a:lnTo>
                  <a:lnTo>
                    <a:pt x="50792" y="933394"/>
                  </a:lnTo>
                  <a:lnTo>
                    <a:pt x="24352" y="915574"/>
                  </a:lnTo>
                  <a:lnTo>
                    <a:pt x="6532" y="889134"/>
                  </a:lnTo>
                  <a:lnTo>
                    <a:pt x="0" y="856742"/>
                  </a:lnTo>
                  <a:lnTo>
                    <a:pt x="0" y="8318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955038" y="3079241"/>
            <a:ext cx="1551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26388" y="3971544"/>
            <a:ext cx="2809240" cy="978535"/>
            <a:chOff x="1326388" y="3971544"/>
            <a:chExt cx="2809240" cy="978535"/>
          </a:xfrm>
        </p:grpSpPr>
        <p:sp>
          <p:nvSpPr>
            <p:cNvPr id="8" name="object 8"/>
            <p:cNvSpPr/>
            <p:nvPr/>
          </p:nvSpPr>
          <p:spPr>
            <a:xfrm>
              <a:off x="1345438" y="3990594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2687574" y="0"/>
                  </a:moveTo>
                  <a:lnTo>
                    <a:pt x="83184" y="0"/>
                  </a:lnTo>
                  <a:lnTo>
                    <a:pt x="50792" y="6530"/>
                  </a:lnTo>
                  <a:lnTo>
                    <a:pt x="24352" y="24336"/>
                  </a:lnTo>
                  <a:lnTo>
                    <a:pt x="6532" y="50738"/>
                  </a:lnTo>
                  <a:lnTo>
                    <a:pt x="0" y="83057"/>
                  </a:lnTo>
                  <a:lnTo>
                    <a:pt x="0" y="856741"/>
                  </a:lnTo>
                  <a:lnTo>
                    <a:pt x="6532" y="889134"/>
                  </a:lnTo>
                  <a:lnTo>
                    <a:pt x="24352" y="915574"/>
                  </a:lnTo>
                  <a:lnTo>
                    <a:pt x="50792" y="933394"/>
                  </a:lnTo>
                  <a:lnTo>
                    <a:pt x="83184" y="939926"/>
                  </a:lnTo>
                  <a:lnTo>
                    <a:pt x="2687574" y="939926"/>
                  </a:lnTo>
                  <a:lnTo>
                    <a:pt x="2719893" y="933394"/>
                  </a:lnTo>
                  <a:lnTo>
                    <a:pt x="2746295" y="915574"/>
                  </a:lnTo>
                  <a:lnTo>
                    <a:pt x="2764101" y="889134"/>
                  </a:lnTo>
                  <a:lnTo>
                    <a:pt x="2770632" y="856741"/>
                  </a:lnTo>
                  <a:lnTo>
                    <a:pt x="2770632" y="83057"/>
                  </a:lnTo>
                  <a:lnTo>
                    <a:pt x="2764101" y="50738"/>
                  </a:lnTo>
                  <a:lnTo>
                    <a:pt x="2746295" y="24336"/>
                  </a:lnTo>
                  <a:lnTo>
                    <a:pt x="2719893" y="6530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5133B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45438" y="3990594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0" y="83057"/>
                  </a:moveTo>
                  <a:lnTo>
                    <a:pt x="6532" y="50738"/>
                  </a:lnTo>
                  <a:lnTo>
                    <a:pt x="24352" y="24336"/>
                  </a:lnTo>
                  <a:lnTo>
                    <a:pt x="50792" y="6530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893" y="6530"/>
                  </a:lnTo>
                  <a:lnTo>
                    <a:pt x="2746295" y="24336"/>
                  </a:lnTo>
                  <a:lnTo>
                    <a:pt x="2764101" y="50738"/>
                  </a:lnTo>
                  <a:lnTo>
                    <a:pt x="2770632" y="83057"/>
                  </a:lnTo>
                  <a:lnTo>
                    <a:pt x="2770632" y="856741"/>
                  </a:lnTo>
                  <a:lnTo>
                    <a:pt x="2764101" y="889134"/>
                  </a:lnTo>
                  <a:lnTo>
                    <a:pt x="2746295" y="915574"/>
                  </a:lnTo>
                  <a:lnTo>
                    <a:pt x="2719893" y="933394"/>
                  </a:lnTo>
                  <a:lnTo>
                    <a:pt x="2687574" y="939926"/>
                  </a:lnTo>
                  <a:lnTo>
                    <a:pt x="83184" y="939926"/>
                  </a:lnTo>
                  <a:lnTo>
                    <a:pt x="50792" y="933394"/>
                  </a:lnTo>
                  <a:lnTo>
                    <a:pt x="24352" y="915574"/>
                  </a:lnTo>
                  <a:lnTo>
                    <a:pt x="6532" y="889134"/>
                  </a:lnTo>
                  <a:lnTo>
                    <a:pt x="0" y="856741"/>
                  </a:lnTo>
                  <a:lnTo>
                    <a:pt x="0" y="83057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1955038" y="4228541"/>
            <a:ext cx="1551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45438" y="5146928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5">
                <a:moveTo>
                  <a:pt x="2687574" y="0"/>
                </a:moveTo>
                <a:lnTo>
                  <a:pt x="83184" y="0"/>
                </a:lnTo>
                <a:lnTo>
                  <a:pt x="50792" y="6532"/>
                </a:lnTo>
                <a:lnTo>
                  <a:pt x="24352" y="24352"/>
                </a:lnTo>
                <a:lnTo>
                  <a:pt x="6532" y="50792"/>
                </a:lnTo>
                <a:lnTo>
                  <a:pt x="0" y="83185"/>
                </a:lnTo>
                <a:lnTo>
                  <a:pt x="0" y="856869"/>
                </a:lnTo>
                <a:lnTo>
                  <a:pt x="6532" y="889188"/>
                </a:lnTo>
                <a:lnTo>
                  <a:pt x="24352" y="915590"/>
                </a:lnTo>
                <a:lnTo>
                  <a:pt x="50792" y="933396"/>
                </a:lnTo>
                <a:lnTo>
                  <a:pt x="83184" y="939926"/>
                </a:lnTo>
                <a:lnTo>
                  <a:pt x="2687574" y="939926"/>
                </a:lnTo>
                <a:lnTo>
                  <a:pt x="2719893" y="933396"/>
                </a:lnTo>
                <a:lnTo>
                  <a:pt x="2746295" y="915590"/>
                </a:lnTo>
                <a:lnTo>
                  <a:pt x="2764101" y="889188"/>
                </a:lnTo>
                <a:lnTo>
                  <a:pt x="2770632" y="856869"/>
                </a:lnTo>
                <a:lnTo>
                  <a:pt x="2770632" y="83185"/>
                </a:lnTo>
                <a:lnTo>
                  <a:pt x="2764101" y="50792"/>
                </a:lnTo>
                <a:lnTo>
                  <a:pt x="2746295" y="24352"/>
                </a:lnTo>
                <a:lnTo>
                  <a:pt x="2719893" y="6532"/>
                </a:lnTo>
                <a:lnTo>
                  <a:pt x="2687574" y="0"/>
                </a:lnTo>
                <a:close/>
              </a:path>
            </a:pathLst>
          </a:custGeom>
          <a:solidFill>
            <a:srgbClr val="51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345438" y="5146928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5">
                <a:moveTo>
                  <a:pt x="0" y="83185"/>
                </a:moveTo>
                <a:lnTo>
                  <a:pt x="6532" y="50792"/>
                </a:lnTo>
                <a:lnTo>
                  <a:pt x="24352" y="24352"/>
                </a:lnTo>
                <a:lnTo>
                  <a:pt x="50792" y="6532"/>
                </a:lnTo>
                <a:lnTo>
                  <a:pt x="83184" y="0"/>
                </a:lnTo>
                <a:lnTo>
                  <a:pt x="2687574" y="0"/>
                </a:lnTo>
                <a:lnTo>
                  <a:pt x="2719893" y="6532"/>
                </a:lnTo>
                <a:lnTo>
                  <a:pt x="2746295" y="24352"/>
                </a:lnTo>
                <a:lnTo>
                  <a:pt x="2764101" y="50792"/>
                </a:lnTo>
                <a:lnTo>
                  <a:pt x="2770632" y="83185"/>
                </a:lnTo>
                <a:lnTo>
                  <a:pt x="2770632" y="856869"/>
                </a:lnTo>
                <a:lnTo>
                  <a:pt x="2764101" y="889188"/>
                </a:lnTo>
                <a:lnTo>
                  <a:pt x="2746295" y="915590"/>
                </a:lnTo>
                <a:lnTo>
                  <a:pt x="2719893" y="933396"/>
                </a:lnTo>
                <a:lnTo>
                  <a:pt x="2687574" y="939926"/>
                </a:lnTo>
                <a:lnTo>
                  <a:pt x="83184" y="939926"/>
                </a:lnTo>
                <a:lnTo>
                  <a:pt x="50792" y="933396"/>
                </a:lnTo>
                <a:lnTo>
                  <a:pt x="24352" y="915590"/>
                </a:lnTo>
                <a:lnTo>
                  <a:pt x="6532" y="889188"/>
                </a:lnTo>
                <a:lnTo>
                  <a:pt x="0" y="856869"/>
                </a:lnTo>
                <a:lnTo>
                  <a:pt x="0" y="83185"/>
                </a:lnTo>
                <a:close/>
              </a:path>
            </a:pathLst>
          </a:custGeom>
          <a:ln w="38099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955038" y="5385561"/>
            <a:ext cx="1551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345438" y="7453121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4">
                <a:moveTo>
                  <a:pt x="2687574" y="0"/>
                </a:moveTo>
                <a:lnTo>
                  <a:pt x="83184" y="0"/>
                </a:lnTo>
                <a:lnTo>
                  <a:pt x="50792" y="6532"/>
                </a:lnTo>
                <a:lnTo>
                  <a:pt x="24352" y="24352"/>
                </a:lnTo>
                <a:lnTo>
                  <a:pt x="6532" y="50792"/>
                </a:lnTo>
                <a:lnTo>
                  <a:pt x="0" y="83184"/>
                </a:lnTo>
                <a:lnTo>
                  <a:pt x="0" y="856869"/>
                </a:lnTo>
                <a:lnTo>
                  <a:pt x="6532" y="889188"/>
                </a:lnTo>
                <a:lnTo>
                  <a:pt x="24352" y="915590"/>
                </a:lnTo>
                <a:lnTo>
                  <a:pt x="50792" y="933396"/>
                </a:lnTo>
                <a:lnTo>
                  <a:pt x="83184" y="939926"/>
                </a:lnTo>
                <a:lnTo>
                  <a:pt x="2687574" y="939926"/>
                </a:lnTo>
                <a:lnTo>
                  <a:pt x="2719893" y="933396"/>
                </a:lnTo>
                <a:lnTo>
                  <a:pt x="2746295" y="915590"/>
                </a:lnTo>
                <a:lnTo>
                  <a:pt x="2764101" y="889188"/>
                </a:lnTo>
                <a:lnTo>
                  <a:pt x="2770632" y="856869"/>
                </a:lnTo>
                <a:lnTo>
                  <a:pt x="2770632" y="83184"/>
                </a:lnTo>
                <a:lnTo>
                  <a:pt x="2764101" y="50792"/>
                </a:lnTo>
                <a:lnTo>
                  <a:pt x="2746295" y="24352"/>
                </a:lnTo>
                <a:lnTo>
                  <a:pt x="2719893" y="6532"/>
                </a:lnTo>
                <a:lnTo>
                  <a:pt x="2687574" y="0"/>
                </a:lnTo>
                <a:close/>
              </a:path>
            </a:pathLst>
          </a:custGeom>
          <a:solidFill>
            <a:srgbClr val="5133B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345438" y="7453121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4">
                <a:moveTo>
                  <a:pt x="0" y="83184"/>
                </a:moveTo>
                <a:lnTo>
                  <a:pt x="6532" y="50792"/>
                </a:lnTo>
                <a:lnTo>
                  <a:pt x="24352" y="24352"/>
                </a:lnTo>
                <a:lnTo>
                  <a:pt x="50792" y="6532"/>
                </a:lnTo>
                <a:lnTo>
                  <a:pt x="83184" y="0"/>
                </a:lnTo>
                <a:lnTo>
                  <a:pt x="2687574" y="0"/>
                </a:lnTo>
                <a:lnTo>
                  <a:pt x="2719893" y="6532"/>
                </a:lnTo>
                <a:lnTo>
                  <a:pt x="2746295" y="24352"/>
                </a:lnTo>
                <a:lnTo>
                  <a:pt x="2764101" y="50792"/>
                </a:lnTo>
                <a:lnTo>
                  <a:pt x="2770632" y="83184"/>
                </a:lnTo>
                <a:lnTo>
                  <a:pt x="2770632" y="856869"/>
                </a:lnTo>
                <a:lnTo>
                  <a:pt x="2764101" y="889188"/>
                </a:lnTo>
                <a:lnTo>
                  <a:pt x="2746295" y="915590"/>
                </a:lnTo>
                <a:lnTo>
                  <a:pt x="2719893" y="933396"/>
                </a:lnTo>
                <a:lnTo>
                  <a:pt x="2687574" y="939926"/>
                </a:lnTo>
                <a:lnTo>
                  <a:pt x="83184" y="939926"/>
                </a:lnTo>
                <a:lnTo>
                  <a:pt x="50792" y="933396"/>
                </a:lnTo>
                <a:lnTo>
                  <a:pt x="24352" y="915590"/>
                </a:lnTo>
                <a:lnTo>
                  <a:pt x="6532" y="889188"/>
                </a:lnTo>
                <a:lnTo>
                  <a:pt x="0" y="856869"/>
                </a:lnTo>
                <a:lnTo>
                  <a:pt x="0" y="83184"/>
                </a:lnTo>
                <a:close/>
              </a:path>
            </a:pathLst>
          </a:custGeom>
          <a:ln w="38099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955038" y="7692008"/>
            <a:ext cx="155130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67072" y="2893377"/>
            <a:ext cx="2389505" cy="2087245"/>
            <a:chOff x="4267072" y="2893377"/>
            <a:chExt cx="2389505" cy="2087245"/>
          </a:xfrm>
        </p:grpSpPr>
        <p:sp>
          <p:nvSpPr>
            <p:cNvPr id="18" name="object 18"/>
            <p:cNvSpPr/>
            <p:nvPr/>
          </p:nvSpPr>
          <p:spPr>
            <a:xfrm>
              <a:off x="4267073" y="3284981"/>
              <a:ext cx="2389505" cy="1695450"/>
            </a:xfrm>
            <a:custGeom>
              <a:avLst/>
              <a:gdLst/>
              <a:ahLst/>
              <a:cxnLst/>
              <a:rect l="l" t="t" r="r" b="b"/>
              <a:pathLst>
                <a:path w="2389504" h="1695450">
                  <a:moveTo>
                    <a:pt x="2381605" y="1639468"/>
                  </a:moveTo>
                  <a:lnTo>
                    <a:pt x="2238375" y="1527429"/>
                  </a:lnTo>
                  <a:lnTo>
                    <a:pt x="2227021" y="1583474"/>
                  </a:lnTo>
                  <a:lnTo>
                    <a:pt x="18161" y="1134618"/>
                  </a:lnTo>
                  <a:lnTo>
                    <a:pt x="6731" y="1190625"/>
                  </a:lnTo>
                  <a:lnTo>
                    <a:pt x="2215680" y="1639468"/>
                  </a:lnTo>
                  <a:lnTo>
                    <a:pt x="2244839" y="1639468"/>
                  </a:lnTo>
                  <a:lnTo>
                    <a:pt x="2381605" y="1639468"/>
                  </a:lnTo>
                  <a:close/>
                </a:path>
                <a:path w="2389504" h="1695450">
                  <a:moveTo>
                    <a:pt x="2389378" y="1645539"/>
                  </a:moveTo>
                  <a:lnTo>
                    <a:pt x="2388882" y="1645158"/>
                  </a:lnTo>
                  <a:lnTo>
                    <a:pt x="2243696" y="1645158"/>
                  </a:lnTo>
                  <a:lnTo>
                    <a:pt x="2214524" y="1645158"/>
                  </a:lnTo>
                  <a:lnTo>
                    <a:pt x="2204339" y="1695450"/>
                  </a:lnTo>
                  <a:lnTo>
                    <a:pt x="2389378" y="1645539"/>
                  </a:lnTo>
                  <a:close/>
                </a:path>
                <a:path w="2389504" h="1695450">
                  <a:moveTo>
                    <a:pt x="2389378" y="1175512"/>
                  </a:moveTo>
                  <a:lnTo>
                    <a:pt x="2361285" y="1139063"/>
                  </a:lnTo>
                  <a:lnTo>
                    <a:pt x="2272398" y="1023747"/>
                  </a:lnTo>
                  <a:lnTo>
                    <a:pt x="2247493" y="1075220"/>
                  </a:lnTo>
                  <a:lnTo>
                    <a:pt x="24892" y="0"/>
                  </a:lnTo>
                  <a:lnTo>
                    <a:pt x="0" y="51435"/>
                  </a:lnTo>
                  <a:lnTo>
                    <a:pt x="2222601" y="1126655"/>
                  </a:lnTo>
                  <a:lnTo>
                    <a:pt x="2197735" y="1178052"/>
                  </a:lnTo>
                  <a:lnTo>
                    <a:pt x="2389378" y="1175512"/>
                  </a:lnTo>
                  <a:close/>
                </a:path>
              </a:pathLst>
            </a:custGeom>
            <a:solidFill>
              <a:srgbClr val="007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57953" y="2893377"/>
              <a:ext cx="685469" cy="51923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45886" y="3395471"/>
              <a:ext cx="685469" cy="519175"/>
            </a:xfrm>
            <a:prstGeom prst="rect">
              <a:avLst/>
            </a:prstGeom>
          </p:spPr>
        </p:pic>
      </p:grpSp>
      <p:sp>
        <p:nvSpPr>
          <p:cNvPr id="21" name="object 21"/>
          <p:cNvSpPr/>
          <p:nvPr/>
        </p:nvSpPr>
        <p:spPr>
          <a:xfrm>
            <a:off x="4366640" y="5510910"/>
            <a:ext cx="2289810" cy="171450"/>
          </a:xfrm>
          <a:custGeom>
            <a:avLst/>
            <a:gdLst/>
            <a:ahLst/>
            <a:cxnLst/>
            <a:rect l="l" t="t" r="r" b="b"/>
            <a:pathLst>
              <a:path w="2289809" h="171450">
                <a:moveTo>
                  <a:pt x="2233964" y="56896"/>
                </a:moveTo>
                <a:lnTo>
                  <a:pt x="2146681" y="56896"/>
                </a:lnTo>
                <a:lnTo>
                  <a:pt x="2147189" y="114046"/>
                </a:lnTo>
                <a:lnTo>
                  <a:pt x="2118614" y="114319"/>
                </a:lnTo>
                <a:lnTo>
                  <a:pt x="2119122" y="171450"/>
                </a:lnTo>
                <a:lnTo>
                  <a:pt x="2289810" y="84200"/>
                </a:lnTo>
                <a:lnTo>
                  <a:pt x="2233964" y="56896"/>
                </a:lnTo>
                <a:close/>
              </a:path>
              <a:path w="2289809" h="171450">
                <a:moveTo>
                  <a:pt x="2118106" y="57169"/>
                </a:moveTo>
                <a:lnTo>
                  <a:pt x="0" y="77469"/>
                </a:lnTo>
                <a:lnTo>
                  <a:pt x="508" y="134619"/>
                </a:lnTo>
                <a:lnTo>
                  <a:pt x="2118614" y="114319"/>
                </a:lnTo>
                <a:lnTo>
                  <a:pt x="2118106" y="57169"/>
                </a:lnTo>
                <a:close/>
              </a:path>
              <a:path w="2289809" h="171450">
                <a:moveTo>
                  <a:pt x="2146681" y="56896"/>
                </a:moveTo>
                <a:lnTo>
                  <a:pt x="2118106" y="57169"/>
                </a:lnTo>
                <a:lnTo>
                  <a:pt x="2118611" y="114046"/>
                </a:lnTo>
                <a:lnTo>
                  <a:pt x="2118614" y="114319"/>
                </a:lnTo>
                <a:lnTo>
                  <a:pt x="2147189" y="114046"/>
                </a:lnTo>
                <a:lnTo>
                  <a:pt x="2146683" y="57169"/>
                </a:lnTo>
                <a:lnTo>
                  <a:pt x="2146681" y="56896"/>
                </a:lnTo>
                <a:close/>
              </a:path>
              <a:path w="2289809" h="171450">
                <a:moveTo>
                  <a:pt x="2117598" y="0"/>
                </a:moveTo>
                <a:lnTo>
                  <a:pt x="2118103" y="56896"/>
                </a:lnTo>
                <a:lnTo>
                  <a:pt x="2118106" y="57169"/>
                </a:lnTo>
                <a:lnTo>
                  <a:pt x="2233964" y="56896"/>
                </a:lnTo>
                <a:lnTo>
                  <a:pt x="2117598" y="0"/>
                </a:lnTo>
                <a:close/>
              </a:path>
            </a:pathLst>
          </a:custGeom>
          <a:solidFill>
            <a:srgbClr val="007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62120" y="6086855"/>
            <a:ext cx="2394585" cy="1859280"/>
          </a:xfrm>
          <a:custGeom>
            <a:avLst/>
            <a:gdLst/>
            <a:ahLst/>
            <a:cxnLst/>
            <a:rect l="l" t="t" r="r" b="b"/>
            <a:pathLst>
              <a:path w="2394584" h="1859279">
                <a:moveTo>
                  <a:pt x="2241139" y="82257"/>
                </a:moveTo>
                <a:lnTo>
                  <a:pt x="0" y="1813687"/>
                </a:lnTo>
                <a:lnTo>
                  <a:pt x="34925" y="1858899"/>
                </a:lnTo>
                <a:lnTo>
                  <a:pt x="2276064" y="127469"/>
                </a:lnTo>
                <a:lnTo>
                  <a:pt x="2241139" y="82257"/>
                </a:lnTo>
                <a:close/>
              </a:path>
              <a:path w="2394584" h="1859279">
                <a:moveTo>
                  <a:pt x="2363088" y="64770"/>
                </a:moveTo>
                <a:lnTo>
                  <a:pt x="2263775" y="64770"/>
                </a:lnTo>
                <a:lnTo>
                  <a:pt x="2298700" y="109982"/>
                </a:lnTo>
                <a:lnTo>
                  <a:pt x="2276064" y="127469"/>
                </a:lnTo>
                <a:lnTo>
                  <a:pt x="2311019" y="172720"/>
                </a:lnTo>
                <a:lnTo>
                  <a:pt x="2363088" y="64770"/>
                </a:lnTo>
                <a:close/>
              </a:path>
              <a:path w="2394584" h="1859279">
                <a:moveTo>
                  <a:pt x="2263775" y="64770"/>
                </a:moveTo>
                <a:lnTo>
                  <a:pt x="2241139" y="82257"/>
                </a:lnTo>
                <a:lnTo>
                  <a:pt x="2276064" y="127469"/>
                </a:lnTo>
                <a:lnTo>
                  <a:pt x="2298700" y="109982"/>
                </a:lnTo>
                <a:lnTo>
                  <a:pt x="2263775" y="64770"/>
                </a:lnTo>
                <a:close/>
              </a:path>
              <a:path w="2394584" h="1859279">
                <a:moveTo>
                  <a:pt x="2394330" y="0"/>
                </a:moveTo>
                <a:lnTo>
                  <a:pt x="2206243" y="37084"/>
                </a:lnTo>
                <a:lnTo>
                  <a:pt x="2241139" y="82257"/>
                </a:lnTo>
                <a:lnTo>
                  <a:pt x="2263775" y="64770"/>
                </a:lnTo>
                <a:lnTo>
                  <a:pt x="2363088" y="64770"/>
                </a:lnTo>
                <a:lnTo>
                  <a:pt x="2394330" y="0"/>
                </a:lnTo>
                <a:close/>
              </a:path>
            </a:pathLst>
          </a:custGeom>
          <a:solidFill>
            <a:srgbClr val="007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4824221" y="5190236"/>
            <a:ext cx="111252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Produce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328397" y="5356047"/>
            <a:ext cx="125666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Consume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4220952" y="3340608"/>
            <a:ext cx="2809240" cy="978535"/>
            <a:chOff x="14220952" y="3340608"/>
            <a:chExt cx="2809240" cy="978535"/>
          </a:xfrm>
        </p:grpSpPr>
        <p:sp>
          <p:nvSpPr>
            <p:cNvPr id="26" name="object 26"/>
            <p:cNvSpPr/>
            <p:nvPr/>
          </p:nvSpPr>
          <p:spPr>
            <a:xfrm>
              <a:off x="14240002" y="3359658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2687574" y="0"/>
                  </a:moveTo>
                  <a:lnTo>
                    <a:pt x="83184" y="0"/>
                  </a:lnTo>
                  <a:lnTo>
                    <a:pt x="50845" y="6530"/>
                  </a:lnTo>
                  <a:lnTo>
                    <a:pt x="24399" y="24336"/>
                  </a:lnTo>
                  <a:lnTo>
                    <a:pt x="6550" y="50738"/>
                  </a:lnTo>
                  <a:lnTo>
                    <a:pt x="0" y="83058"/>
                  </a:lnTo>
                  <a:lnTo>
                    <a:pt x="0" y="856742"/>
                  </a:lnTo>
                  <a:lnTo>
                    <a:pt x="6550" y="889134"/>
                  </a:lnTo>
                  <a:lnTo>
                    <a:pt x="24399" y="915574"/>
                  </a:lnTo>
                  <a:lnTo>
                    <a:pt x="50845" y="933394"/>
                  </a:lnTo>
                  <a:lnTo>
                    <a:pt x="83184" y="939927"/>
                  </a:lnTo>
                  <a:lnTo>
                    <a:pt x="2687574" y="939927"/>
                  </a:lnTo>
                  <a:lnTo>
                    <a:pt x="2719966" y="933394"/>
                  </a:lnTo>
                  <a:lnTo>
                    <a:pt x="2746406" y="915574"/>
                  </a:lnTo>
                  <a:lnTo>
                    <a:pt x="2764226" y="889134"/>
                  </a:lnTo>
                  <a:lnTo>
                    <a:pt x="2770759" y="856742"/>
                  </a:lnTo>
                  <a:lnTo>
                    <a:pt x="2770759" y="83058"/>
                  </a:lnTo>
                  <a:lnTo>
                    <a:pt x="2764226" y="50738"/>
                  </a:lnTo>
                  <a:lnTo>
                    <a:pt x="2746406" y="24336"/>
                  </a:lnTo>
                  <a:lnTo>
                    <a:pt x="2719966" y="6530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240002" y="3359658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0" y="83058"/>
                  </a:moveTo>
                  <a:lnTo>
                    <a:pt x="6550" y="50738"/>
                  </a:lnTo>
                  <a:lnTo>
                    <a:pt x="24399" y="24336"/>
                  </a:lnTo>
                  <a:lnTo>
                    <a:pt x="50845" y="6530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966" y="6530"/>
                  </a:lnTo>
                  <a:lnTo>
                    <a:pt x="2746406" y="24336"/>
                  </a:lnTo>
                  <a:lnTo>
                    <a:pt x="2764226" y="50738"/>
                  </a:lnTo>
                  <a:lnTo>
                    <a:pt x="2770759" y="83058"/>
                  </a:lnTo>
                  <a:lnTo>
                    <a:pt x="2770759" y="856742"/>
                  </a:lnTo>
                  <a:lnTo>
                    <a:pt x="2764226" y="889134"/>
                  </a:lnTo>
                  <a:lnTo>
                    <a:pt x="2746406" y="915574"/>
                  </a:lnTo>
                  <a:lnTo>
                    <a:pt x="2719966" y="933394"/>
                  </a:lnTo>
                  <a:lnTo>
                    <a:pt x="2687574" y="939927"/>
                  </a:lnTo>
                  <a:lnTo>
                    <a:pt x="83184" y="939927"/>
                  </a:lnTo>
                  <a:lnTo>
                    <a:pt x="50845" y="933394"/>
                  </a:lnTo>
                  <a:lnTo>
                    <a:pt x="24399" y="915574"/>
                  </a:lnTo>
                  <a:lnTo>
                    <a:pt x="6550" y="889134"/>
                  </a:lnTo>
                  <a:lnTo>
                    <a:pt x="0" y="856742"/>
                  </a:lnTo>
                  <a:lnTo>
                    <a:pt x="0" y="83058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4760702" y="3597910"/>
            <a:ext cx="173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endParaRPr sz="2800">
              <a:latin typeface="Malgun Gothic"/>
              <a:cs typeface="Malgun Gothic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4220952" y="4498085"/>
            <a:ext cx="2809240" cy="978535"/>
            <a:chOff x="14220952" y="4498085"/>
            <a:chExt cx="2809240" cy="978535"/>
          </a:xfrm>
        </p:grpSpPr>
        <p:sp>
          <p:nvSpPr>
            <p:cNvPr id="30" name="object 30"/>
            <p:cNvSpPr/>
            <p:nvPr/>
          </p:nvSpPr>
          <p:spPr>
            <a:xfrm>
              <a:off x="14240002" y="4517135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2687574" y="0"/>
                  </a:moveTo>
                  <a:lnTo>
                    <a:pt x="83184" y="0"/>
                  </a:lnTo>
                  <a:lnTo>
                    <a:pt x="50845" y="6532"/>
                  </a:lnTo>
                  <a:lnTo>
                    <a:pt x="24399" y="24352"/>
                  </a:lnTo>
                  <a:lnTo>
                    <a:pt x="6550" y="50792"/>
                  </a:lnTo>
                  <a:lnTo>
                    <a:pt x="0" y="83185"/>
                  </a:lnTo>
                  <a:lnTo>
                    <a:pt x="0" y="856868"/>
                  </a:lnTo>
                  <a:lnTo>
                    <a:pt x="6550" y="889208"/>
                  </a:lnTo>
                  <a:lnTo>
                    <a:pt x="24399" y="915654"/>
                  </a:lnTo>
                  <a:lnTo>
                    <a:pt x="50845" y="933503"/>
                  </a:lnTo>
                  <a:lnTo>
                    <a:pt x="83184" y="940053"/>
                  </a:lnTo>
                  <a:lnTo>
                    <a:pt x="2687574" y="940053"/>
                  </a:lnTo>
                  <a:lnTo>
                    <a:pt x="2719966" y="933503"/>
                  </a:lnTo>
                  <a:lnTo>
                    <a:pt x="2746406" y="915654"/>
                  </a:lnTo>
                  <a:lnTo>
                    <a:pt x="2764226" y="889208"/>
                  </a:lnTo>
                  <a:lnTo>
                    <a:pt x="2770759" y="856868"/>
                  </a:lnTo>
                  <a:lnTo>
                    <a:pt x="2770759" y="83185"/>
                  </a:lnTo>
                  <a:lnTo>
                    <a:pt x="2764226" y="50792"/>
                  </a:lnTo>
                  <a:lnTo>
                    <a:pt x="2746406" y="24352"/>
                  </a:lnTo>
                  <a:lnTo>
                    <a:pt x="2719966" y="6532"/>
                  </a:lnTo>
                  <a:lnTo>
                    <a:pt x="2687574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240002" y="4517135"/>
              <a:ext cx="2771140" cy="940435"/>
            </a:xfrm>
            <a:custGeom>
              <a:avLst/>
              <a:gdLst/>
              <a:ahLst/>
              <a:cxnLst/>
              <a:rect l="l" t="t" r="r" b="b"/>
              <a:pathLst>
                <a:path w="2771140" h="940435">
                  <a:moveTo>
                    <a:pt x="0" y="83185"/>
                  </a:moveTo>
                  <a:lnTo>
                    <a:pt x="6550" y="50792"/>
                  </a:lnTo>
                  <a:lnTo>
                    <a:pt x="24399" y="24352"/>
                  </a:lnTo>
                  <a:lnTo>
                    <a:pt x="50845" y="6532"/>
                  </a:lnTo>
                  <a:lnTo>
                    <a:pt x="83184" y="0"/>
                  </a:lnTo>
                  <a:lnTo>
                    <a:pt x="2687574" y="0"/>
                  </a:lnTo>
                  <a:lnTo>
                    <a:pt x="2719966" y="6532"/>
                  </a:lnTo>
                  <a:lnTo>
                    <a:pt x="2746406" y="24352"/>
                  </a:lnTo>
                  <a:lnTo>
                    <a:pt x="2764226" y="50792"/>
                  </a:lnTo>
                  <a:lnTo>
                    <a:pt x="2770759" y="83185"/>
                  </a:lnTo>
                  <a:lnTo>
                    <a:pt x="2770759" y="856868"/>
                  </a:lnTo>
                  <a:lnTo>
                    <a:pt x="2764226" y="889208"/>
                  </a:lnTo>
                  <a:lnTo>
                    <a:pt x="2746406" y="915654"/>
                  </a:lnTo>
                  <a:lnTo>
                    <a:pt x="2719966" y="933503"/>
                  </a:lnTo>
                  <a:lnTo>
                    <a:pt x="2687574" y="940053"/>
                  </a:lnTo>
                  <a:lnTo>
                    <a:pt x="83184" y="940053"/>
                  </a:lnTo>
                  <a:lnTo>
                    <a:pt x="50845" y="933503"/>
                  </a:lnTo>
                  <a:lnTo>
                    <a:pt x="24399" y="915654"/>
                  </a:lnTo>
                  <a:lnTo>
                    <a:pt x="6550" y="889208"/>
                  </a:lnTo>
                  <a:lnTo>
                    <a:pt x="0" y="856868"/>
                  </a:lnTo>
                  <a:lnTo>
                    <a:pt x="0" y="8318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4760702" y="4755337"/>
            <a:ext cx="173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4240002" y="6606793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4">
                <a:moveTo>
                  <a:pt x="2687574" y="0"/>
                </a:moveTo>
                <a:lnTo>
                  <a:pt x="83184" y="0"/>
                </a:lnTo>
                <a:lnTo>
                  <a:pt x="50845" y="6532"/>
                </a:lnTo>
                <a:lnTo>
                  <a:pt x="24399" y="24352"/>
                </a:lnTo>
                <a:lnTo>
                  <a:pt x="6550" y="50792"/>
                </a:lnTo>
                <a:lnTo>
                  <a:pt x="0" y="83184"/>
                </a:lnTo>
                <a:lnTo>
                  <a:pt x="0" y="856868"/>
                </a:lnTo>
                <a:lnTo>
                  <a:pt x="6550" y="889208"/>
                </a:lnTo>
                <a:lnTo>
                  <a:pt x="24399" y="915654"/>
                </a:lnTo>
                <a:lnTo>
                  <a:pt x="50845" y="933503"/>
                </a:lnTo>
                <a:lnTo>
                  <a:pt x="83184" y="940053"/>
                </a:lnTo>
                <a:lnTo>
                  <a:pt x="2687574" y="940053"/>
                </a:lnTo>
                <a:lnTo>
                  <a:pt x="2719966" y="933503"/>
                </a:lnTo>
                <a:lnTo>
                  <a:pt x="2746406" y="915654"/>
                </a:lnTo>
                <a:lnTo>
                  <a:pt x="2764226" y="889208"/>
                </a:lnTo>
                <a:lnTo>
                  <a:pt x="2770759" y="856868"/>
                </a:lnTo>
                <a:lnTo>
                  <a:pt x="2770759" y="83184"/>
                </a:lnTo>
                <a:lnTo>
                  <a:pt x="2764226" y="50792"/>
                </a:lnTo>
                <a:lnTo>
                  <a:pt x="2746406" y="24352"/>
                </a:lnTo>
                <a:lnTo>
                  <a:pt x="2719966" y="6532"/>
                </a:lnTo>
                <a:lnTo>
                  <a:pt x="268757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4240002" y="6606793"/>
            <a:ext cx="2771140" cy="940435"/>
          </a:xfrm>
          <a:custGeom>
            <a:avLst/>
            <a:gdLst/>
            <a:ahLst/>
            <a:cxnLst/>
            <a:rect l="l" t="t" r="r" b="b"/>
            <a:pathLst>
              <a:path w="2771140" h="940434">
                <a:moveTo>
                  <a:pt x="0" y="83184"/>
                </a:moveTo>
                <a:lnTo>
                  <a:pt x="6550" y="50792"/>
                </a:lnTo>
                <a:lnTo>
                  <a:pt x="24399" y="24352"/>
                </a:lnTo>
                <a:lnTo>
                  <a:pt x="50845" y="6532"/>
                </a:lnTo>
                <a:lnTo>
                  <a:pt x="83184" y="0"/>
                </a:lnTo>
                <a:lnTo>
                  <a:pt x="2687574" y="0"/>
                </a:lnTo>
                <a:lnTo>
                  <a:pt x="2719966" y="6532"/>
                </a:lnTo>
                <a:lnTo>
                  <a:pt x="2746406" y="24352"/>
                </a:lnTo>
                <a:lnTo>
                  <a:pt x="2764226" y="50792"/>
                </a:lnTo>
                <a:lnTo>
                  <a:pt x="2770759" y="83184"/>
                </a:lnTo>
                <a:lnTo>
                  <a:pt x="2770759" y="856868"/>
                </a:lnTo>
                <a:lnTo>
                  <a:pt x="2764226" y="889208"/>
                </a:lnTo>
                <a:lnTo>
                  <a:pt x="2746406" y="915654"/>
                </a:lnTo>
                <a:lnTo>
                  <a:pt x="2719966" y="933503"/>
                </a:lnTo>
                <a:lnTo>
                  <a:pt x="2687574" y="940053"/>
                </a:lnTo>
                <a:lnTo>
                  <a:pt x="83184" y="940053"/>
                </a:lnTo>
                <a:lnTo>
                  <a:pt x="50845" y="933503"/>
                </a:lnTo>
                <a:lnTo>
                  <a:pt x="24399" y="915654"/>
                </a:lnTo>
                <a:lnTo>
                  <a:pt x="6550" y="889208"/>
                </a:lnTo>
                <a:lnTo>
                  <a:pt x="0" y="856868"/>
                </a:lnTo>
                <a:lnTo>
                  <a:pt x="0" y="83184"/>
                </a:lnTo>
                <a:close/>
              </a:path>
            </a:pathLst>
          </a:custGeom>
          <a:ln w="381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4760702" y="6845554"/>
            <a:ext cx="173418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endParaRPr sz="2800">
              <a:latin typeface="Malgun Gothic"/>
              <a:cs typeface="Malgun Gothic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233034" y="3181205"/>
            <a:ext cx="639465" cy="399768"/>
          </a:xfrm>
          <a:prstGeom prst="rect">
            <a:avLst/>
          </a:prstGeom>
        </p:spPr>
      </p:pic>
      <p:grpSp>
        <p:nvGrpSpPr>
          <p:cNvPr id="37" name="object 37"/>
          <p:cNvGrpSpPr/>
          <p:nvPr/>
        </p:nvGrpSpPr>
        <p:grpSpPr>
          <a:xfrm>
            <a:off x="12007279" y="3405416"/>
            <a:ext cx="2030095" cy="941069"/>
            <a:chOff x="12007279" y="3405416"/>
            <a:chExt cx="2030095" cy="941069"/>
          </a:xfrm>
        </p:grpSpPr>
        <p:pic>
          <p:nvPicPr>
            <p:cNvPr id="38" name="object 3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109719" y="3405416"/>
              <a:ext cx="639465" cy="39971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2035854" y="3819005"/>
              <a:ext cx="1972945" cy="499109"/>
            </a:xfrm>
            <a:custGeom>
              <a:avLst/>
              <a:gdLst/>
              <a:ahLst/>
              <a:cxnLst/>
              <a:rect l="l" t="t" r="r" b="b"/>
              <a:pathLst>
                <a:path w="1972944" h="499110">
                  <a:moveTo>
                    <a:pt x="1972372" y="8266"/>
                  </a:moveTo>
                  <a:lnTo>
                    <a:pt x="1920883" y="6580"/>
                  </a:lnTo>
                  <a:lnTo>
                    <a:pt x="1869406" y="4956"/>
                  </a:lnTo>
                  <a:lnTo>
                    <a:pt x="1817954" y="3458"/>
                  </a:lnTo>
                  <a:lnTo>
                    <a:pt x="1766538" y="2150"/>
                  </a:lnTo>
                  <a:lnTo>
                    <a:pt x="1715167" y="1095"/>
                  </a:lnTo>
                  <a:lnTo>
                    <a:pt x="1663855" y="357"/>
                  </a:lnTo>
                  <a:lnTo>
                    <a:pt x="1612611" y="0"/>
                  </a:lnTo>
                  <a:lnTo>
                    <a:pt x="1561447" y="87"/>
                  </a:lnTo>
                  <a:lnTo>
                    <a:pt x="1510374" y="684"/>
                  </a:lnTo>
                  <a:lnTo>
                    <a:pt x="1459403" y="1853"/>
                  </a:lnTo>
                  <a:lnTo>
                    <a:pt x="1408546" y="3658"/>
                  </a:lnTo>
                  <a:lnTo>
                    <a:pt x="1357813" y="6163"/>
                  </a:lnTo>
                  <a:lnTo>
                    <a:pt x="1307216" y="9432"/>
                  </a:lnTo>
                  <a:lnTo>
                    <a:pt x="1256765" y="13529"/>
                  </a:lnTo>
                  <a:lnTo>
                    <a:pt x="1206473" y="18517"/>
                  </a:lnTo>
                  <a:lnTo>
                    <a:pt x="1156349" y="24461"/>
                  </a:lnTo>
                  <a:lnTo>
                    <a:pt x="1106406" y="31424"/>
                  </a:lnTo>
                  <a:lnTo>
                    <a:pt x="1056654" y="39470"/>
                  </a:lnTo>
                  <a:lnTo>
                    <a:pt x="1007105" y="48663"/>
                  </a:lnTo>
                  <a:lnTo>
                    <a:pt x="957769" y="59066"/>
                  </a:lnTo>
                  <a:lnTo>
                    <a:pt x="909316" y="70690"/>
                  </a:lnTo>
                  <a:lnTo>
                    <a:pt x="858013" y="84438"/>
                  </a:lnTo>
                  <a:lnTo>
                    <a:pt x="804358" y="100084"/>
                  </a:lnTo>
                  <a:lnTo>
                    <a:pt x="748849" y="117404"/>
                  </a:lnTo>
                  <a:lnTo>
                    <a:pt x="691983" y="136169"/>
                  </a:lnTo>
                  <a:lnTo>
                    <a:pt x="634258" y="156156"/>
                  </a:lnTo>
                  <a:lnTo>
                    <a:pt x="576172" y="177138"/>
                  </a:lnTo>
                  <a:lnTo>
                    <a:pt x="518221" y="198890"/>
                  </a:lnTo>
                  <a:lnTo>
                    <a:pt x="460904" y="221185"/>
                  </a:lnTo>
                  <a:lnTo>
                    <a:pt x="404718" y="243799"/>
                  </a:lnTo>
                  <a:lnTo>
                    <a:pt x="350160" y="266504"/>
                  </a:lnTo>
                  <a:lnTo>
                    <a:pt x="297729" y="289076"/>
                  </a:lnTo>
                  <a:lnTo>
                    <a:pt x="247921" y="311288"/>
                  </a:lnTo>
                  <a:lnTo>
                    <a:pt x="201235" y="332916"/>
                  </a:lnTo>
                  <a:lnTo>
                    <a:pt x="158167" y="353732"/>
                  </a:lnTo>
                  <a:lnTo>
                    <a:pt x="119216" y="373512"/>
                  </a:lnTo>
                  <a:lnTo>
                    <a:pt x="84878" y="392029"/>
                  </a:lnTo>
                  <a:lnTo>
                    <a:pt x="32035" y="424372"/>
                  </a:lnTo>
                  <a:lnTo>
                    <a:pt x="0" y="461843"/>
                  </a:lnTo>
                  <a:lnTo>
                    <a:pt x="9000" y="472515"/>
                  </a:lnTo>
                  <a:lnTo>
                    <a:pt x="59334" y="487842"/>
                  </a:lnTo>
                  <a:lnTo>
                    <a:pt x="97904" y="492809"/>
                  </a:lnTo>
                  <a:lnTo>
                    <a:pt x="143568" y="496186"/>
                  </a:lnTo>
                  <a:lnTo>
                    <a:pt x="194945" y="498130"/>
                  </a:lnTo>
                  <a:lnTo>
                    <a:pt x="250653" y="498797"/>
                  </a:lnTo>
                  <a:lnTo>
                    <a:pt x="309311" y="498343"/>
                  </a:lnTo>
                  <a:lnTo>
                    <a:pt x="369538" y="496924"/>
                  </a:lnTo>
                  <a:lnTo>
                    <a:pt x="429952" y="494698"/>
                  </a:lnTo>
                  <a:lnTo>
                    <a:pt x="489173" y="491819"/>
                  </a:lnTo>
                  <a:lnTo>
                    <a:pt x="545818" y="488445"/>
                  </a:lnTo>
                  <a:lnTo>
                    <a:pt x="598506" y="484731"/>
                  </a:lnTo>
                  <a:lnTo>
                    <a:pt x="645857" y="480833"/>
                  </a:lnTo>
                  <a:lnTo>
                    <a:pt x="693507" y="475491"/>
                  </a:lnTo>
                  <a:lnTo>
                    <a:pt x="741600" y="468105"/>
                  </a:lnTo>
                  <a:lnTo>
                    <a:pt x="790076" y="458977"/>
                  </a:lnTo>
                  <a:lnTo>
                    <a:pt x="838872" y="448412"/>
                  </a:lnTo>
                  <a:lnTo>
                    <a:pt x="887927" y="436713"/>
                  </a:lnTo>
                  <a:lnTo>
                    <a:pt x="937179" y="424183"/>
                  </a:lnTo>
                  <a:lnTo>
                    <a:pt x="986566" y="411126"/>
                  </a:lnTo>
                  <a:lnTo>
                    <a:pt x="1036028" y="397845"/>
                  </a:lnTo>
                  <a:lnTo>
                    <a:pt x="1085501" y="384645"/>
                  </a:lnTo>
                  <a:lnTo>
                    <a:pt x="1134926" y="371828"/>
                  </a:lnTo>
                  <a:lnTo>
                    <a:pt x="1184239" y="359698"/>
                  </a:lnTo>
                  <a:lnTo>
                    <a:pt x="1233379" y="348558"/>
                  </a:lnTo>
                  <a:lnTo>
                    <a:pt x="1282285" y="338713"/>
                  </a:lnTo>
                  <a:lnTo>
                    <a:pt x="1330895" y="330465"/>
                  </a:lnTo>
                  <a:lnTo>
                    <a:pt x="1385502" y="321603"/>
                  </a:lnTo>
                  <a:lnTo>
                    <a:pt x="1436845" y="312318"/>
                  </a:lnTo>
                  <a:lnTo>
                    <a:pt x="1485653" y="302841"/>
                  </a:lnTo>
                  <a:lnTo>
                    <a:pt x="1532656" y="293405"/>
                  </a:lnTo>
                  <a:lnTo>
                    <a:pt x="1578585" y="284242"/>
                  </a:lnTo>
                  <a:lnTo>
                    <a:pt x="1624170" y="275585"/>
                  </a:lnTo>
                  <a:lnTo>
                    <a:pt x="1670141" y="267667"/>
                  </a:lnTo>
                  <a:lnTo>
                    <a:pt x="1717229" y="260719"/>
                  </a:lnTo>
                  <a:lnTo>
                    <a:pt x="1766164" y="254974"/>
                  </a:lnTo>
                  <a:lnTo>
                    <a:pt x="1817675" y="250664"/>
                  </a:lnTo>
                  <a:lnTo>
                    <a:pt x="1872495" y="248022"/>
                  </a:lnTo>
                  <a:lnTo>
                    <a:pt x="1931351" y="247280"/>
                  </a:lnTo>
                </a:path>
              </a:pathLst>
            </a:custGeom>
            <a:ln w="57150">
              <a:solidFill>
                <a:srgbClr val="0071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481576" y="2424811"/>
            <a:ext cx="2036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Event/Message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11982195" y="4928870"/>
            <a:ext cx="2032000" cy="366395"/>
          </a:xfrm>
          <a:custGeom>
            <a:avLst/>
            <a:gdLst/>
            <a:ahLst/>
            <a:cxnLst/>
            <a:rect l="l" t="t" r="r" b="b"/>
            <a:pathLst>
              <a:path w="2032000" h="366395">
                <a:moveTo>
                  <a:pt x="1991105" y="0"/>
                </a:moveTo>
                <a:lnTo>
                  <a:pt x="1940932" y="183"/>
                </a:lnTo>
                <a:lnTo>
                  <a:pt x="1890746" y="384"/>
                </a:lnTo>
                <a:lnTo>
                  <a:pt x="1840535" y="621"/>
                </a:lnTo>
                <a:lnTo>
                  <a:pt x="1790287" y="912"/>
                </a:lnTo>
                <a:lnTo>
                  <a:pt x="1739990" y="1274"/>
                </a:lnTo>
                <a:lnTo>
                  <a:pt x="1689631" y="1726"/>
                </a:lnTo>
                <a:lnTo>
                  <a:pt x="1639199" y="2285"/>
                </a:lnTo>
                <a:lnTo>
                  <a:pt x="1588680" y="2970"/>
                </a:lnTo>
                <a:lnTo>
                  <a:pt x="1538062" y="3797"/>
                </a:lnTo>
                <a:lnTo>
                  <a:pt x="1487333" y="4785"/>
                </a:lnTo>
                <a:lnTo>
                  <a:pt x="1436481" y="5952"/>
                </a:lnTo>
                <a:lnTo>
                  <a:pt x="1385494" y="7316"/>
                </a:lnTo>
                <a:lnTo>
                  <a:pt x="1334358" y="8895"/>
                </a:lnTo>
                <a:lnTo>
                  <a:pt x="1283062" y="10706"/>
                </a:lnTo>
                <a:lnTo>
                  <a:pt x="1231594" y="12768"/>
                </a:lnTo>
                <a:lnTo>
                  <a:pt x="1179940" y="15097"/>
                </a:lnTo>
                <a:lnTo>
                  <a:pt x="1128089" y="17713"/>
                </a:lnTo>
                <a:lnTo>
                  <a:pt x="1076029" y="20633"/>
                </a:lnTo>
                <a:lnTo>
                  <a:pt x="1023746" y="23875"/>
                </a:lnTo>
                <a:lnTo>
                  <a:pt x="974107" y="27000"/>
                </a:lnTo>
                <a:lnTo>
                  <a:pt x="920437" y="30217"/>
                </a:lnTo>
                <a:lnTo>
                  <a:pt x="863388" y="33541"/>
                </a:lnTo>
                <a:lnTo>
                  <a:pt x="803608" y="36988"/>
                </a:lnTo>
                <a:lnTo>
                  <a:pt x="741750" y="40573"/>
                </a:lnTo>
                <a:lnTo>
                  <a:pt x="678463" y="44313"/>
                </a:lnTo>
                <a:lnTo>
                  <a:pt x="614397" y="48222"/>
                </a:lnTo>
                <a:lnTo>
                  <a:pt x="550204" y="52317"/>
                </a:lnTo>
                <a:lnTo>
                  <a:pt x="486533" y="56613"/>
                </a:lnTo>
                <a:lnTo>
                  <a:pt x="424035" y="61125"/>
                </a:lnTo>
                <a:lnTo>
                  <a:pt x="363361" y="65870"/>
                </a:lnTo>
                <a:lnTo>
                  <a:pt x="305161" y="70863"/>
                </a:lnTo>
                <a:lnTo>
                  <a:pt x="250084" y="76120"/>
                </a:lnTo>
                <a:lnTo>
                  <a:pt x="198783" y="81656"/>
                </a:lnTo>
                <a:lnTo>
                  <a:pt x="151906" y="87487"/>
                </a:lnTo>
                <a:lnTo>
                  <a:pt x="110105" y="93628"/>
                </a:lnTo>
                <a:lnTo>
                  <a:pt x="44332" y="106905"/>
                </a:lnTo>
                <a:lnTo>
                  <a:pt x="6666" y="121611"/>
                </a:lnTo>
                <a:lnTo>
                  <a:pt x="0" y="129539"/>
                </a:lnTo>
                <a:lnTo>
                  <a:pt x="2146" y="138901"/>
                </a:lnTo>
                <a:lnTo>
                  <a:pt x="57823" y="175233"/>
                </a:lnTo>
                <a:lnTo>
                  <a:pt x="129317" y="204231"/>
                </a:lnTo>
                <a:lnTo>
                  <a:pt x="173381" y="219534"/>
                </a:lnTo>
                <a:lnTo>
                  <a:pt x="222101" y="235094"/>
                </a:lnTo>
                <a:lnTo>
                  <a:pt x="274813" y="250700"/>
                </a:lnTo>
                <a:lnTo>
                  <a:pt x="330850" y="266144"/>
                </a:lnTo>
                <a:lnTo>
                  <a:pt x="389548" y="281215"/>
                </a:lnTo>
                <a:lnTo>
                  <a:pt x="450241" y="295704"/>
                </a:lnTo>
                <a:lnTo>
                  <a:pt x="512263" y="309402"/>
                </a:lnTo>
                <a:lnTo>
                  <a:pt x="574949" y="322098"/>
                </a:lnTo>
                <a:lnTo>
                  <a:pt x="637633" y="333583"/>
                </a:lnTo>
                <a:lnTo>
                  <a:pt x="699650" y="343647"/>
                </a:lnTo>
                <a:lnTo>
                  <a:pt x="760334" y="352081"/>
                </a:lnTo>
                <a:lnTo>
                  <a:pt x="819020" y="358676"/>
                </a:lnTo>
                <a:lnTo>
                  <a:pt x="875042" y="363220"/>
                </a:lnTo>
                <a:lnTo>
                  <a:pt x="927734" y="365505"/>
                </a:lnTo>
                <a:lnTo>
                  <a:pt x="974175" y="365821"/>
                </a:lnTo>
                <a:lnTo>
                  <a:pt x="1021141" y="364868"/>
                </a:lnTo>
                <a:lnTo>
                  <a:pt x="1068605" y="362707"/>
                </a:lnTo>
                <a:lnTo>
                  <a:pt x="1116544" y="359399"/>
                </a:lnTo>
                <a:lnTo>
                  <a:pt x="1164932" y="355003"/>
                </a:lnTo>
                <a:lnTo>
                  <a:pt x="1213745" y="349581"/>
                </a:lnTo>
                <a:lnTo>
                  <a:pt x="1262956" y="343192"/>
                </a:lnTo>
                <a:lnTo>
                  <a:pt x="1312542" y="335897"/>
                </a:lnTo>
                <a:lnTo>
                  <a:pt x="1362477" y="327757"/>
                </a:lnTo>
                <a:lnTo>
                  <a:pt x="1412736" y="318831"/>
                </a:lnTo>
                <a:lnTo>
                  <a:pt x="1463293" y="309181"/>
                </a:lnTo>
                <a:lnTo>
                  <a:pt x="1514125" y="298866"/>
                </a:lnTo>
                <a:lnTo>
                  <a:pt x="1565206" y="287948"/>
                </a:lnTo>
                <a:lnTo>
                  <a:pt x="1616510" y="276485"/>
                </a:lnTo>
                <a:lnTo>
                  <a:pt x="1668014" y="264540"/>
                </a:lnTo>
                <a:lnTo>
                  <a:pt x="1719691" y="252172"/>
                </a:lnTo>
                <a:lnTo>
                  <a:pt x="1771517" y="239441"/>
                </a:lnTo>
                <a:lnTo>
                  <a:pt x="1823466" y="226408"/>
                </a:lnTo>
                <a:lnTo>
                  <a:pt x="1875514" y="213134"/>
                </a:lnTo>
                <a:lnTo>
                  <a:pt x="1927636" y="199678"/>
                </a:lnTo>
                <a:lnTo>
                  <a:pt x="1979806" y="186102"/>
                </a:lnTo>
                <a:lnTo>
                  <a:pt x="2032000" y="172465"/>
                </a:lnTo>
              </a:path>
            </a:pathLst>
          </a:custGeom>
          <a:ln w="57150">
            <a:solidFill>
              <a:srgbClr val="007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1998651" y="5870702"/>
            <a:ext cx="2056130" cy="1269365"/>
          </a:xfrm>
          <a:custGeom>
            <a:avLst/>
            <a:gdLst/>
            <a:ahLst/>
            <a:cxnLst/>
            <a:rect l="l" t="t" r="r" b="b"/>
            <a:pathLst>
              <a:path w="2056130" h="1269365">
                <a:moveTo>
                  <a:pt x="2055930" y="1176274"/>
                </a:moveTo>
                <a:lnTo>
                  <a:pt x="2012635" y="1142424"/>
                </a:lnTo>
                <a:lnTo>
                  <a:pt x="1969357" y="1108608"/>
                </a:lnTo>
                <a:lnTo>
                  <a:pt x="1926114" y="1074857"/>
                </a:lnTo>
                <a:lnTo>
                  <a:pt x="1882922" y="1041205"/>
                </a:lnTo>
                <a:lnTo>
                  <a:pt x="1839799" y="1007684"/>
                </a:lnTo>
                <a:lnTo>
                  <a:pt x="1796762" y="974327"/>
                </a:lnTo>
                <a:lnTo>
                  <a:pt x="1753829" y="941167"/>
                </a:lnTo>
                <a:lnTo>
                  <a:pt x="1711016" y="908236"/>
                </a:lnTo>
                <a:lnTo>
                  <a:pt x="1668340" y="875568"/>
                </a:lnTo>
                <a:lnTo>
                  <a:pt x="1625820" y="843195"/>
                </a:lnTo>
                <a:lnTo>
                  <a:pt x="1583472" y="811150"/>
                </a:lnTo>
                <a:lnTo>
                  <a:pt x="1541313" y="779466"/>
                </a:lnTo>
                <a:lnTo>
                  <a:pt x="1499361" y="748175"/>
                </a:lnTo>
                <a:lnTo>
                  <a:pt x="1457633" y="717311"/>
                </a:lnTo>
                <a:lnTo>
                  <a:pt x="1416146" y="686907"/>
                </a:lnTo>
                <a:lnTo>
                  <a:pt x="1374917" y="656994"/>
                </a:lnTo>
                <a:lnTo>
                  <a:pt x="1333963" y="627606"/>
                </a:lnTo>
                <a:lnTo>
                  <a:pt x="1293302" y="598776"/>
                </a:lnTo>
                <a:lnTo>
                  <a:pt x="1252951" y="570536"/>
                </a:lnTo>
                <a:lnTo>
                  <a:pt x="1212928" y="542919"/>
                </a:lnTo>
                <a:lnTo>
                  <a:pt x="1173248" y="515959"/>
                </a:lnTo>
                <a:lnTo>
                  <a:pt x="1133930" y="489687"/>
                </a:lnTo>
                <a:lnTo>
                  <a:pt x="1094991" y="464137"/>
                </a:lnTo>
                <a:lnTo>
                  <a:pt x="1056448" y="439342"/>
                </a:lnTo>
                <a:lnTo>
                  <a:pt x="1018318" y="415334"/>
                </a:lnTo>
                <a:lnTo>
                  <a:pt x="980619" y="392145"/>
                </a:lnTo>
                <a:lnTo>
                  <a:pt x="943367" y="369810"/>
                </a:lnTo>
                <a:lnTo>
                  <a:pt x="906580" y="348361"/>
                </a:lnTo>
                <a:lnTo>
                  <a:pt x="851588" y="317723"/>
                </a:lnTo>
                <a:lnTo>
                  <a:pt x="794664" y="287809"/>
                </a:lnTo>
                <a:lnTo>
                  <a:pt x="736301" y="258733"/>
                </a:lnTo>
                <a:lnTo>
                  <a:pt x="676991" y="230607"/>
                </a:lnTo>
                <a:lnTo>
                  <a:pt x="617228" y="203545"/>
                </a:lnTo>
                <a:lnTo>
                  <a:pt x="557505" y="177661"/>
                </a:lnTo>
                <a:lnTo>
                  <a:pt x="498316" y="153068"/>
                </a:lnTo>
                <a:lnTo>
                  <a:pt x="440152" y="129880"/>
                </a:lnTo>
                <a:lnTo>
                  <a:pt x="383507" y="108210"/>
                </a:lnTo>
                <a:lnTo>
                  <a:pt x="328874" y="88172"/>
                </a:lnTo>
                <a:lnTo>
                  <a:pt x="276746" y="69880"/>
                </a:lnTo>
                <a:lnTo>
                  <a:pt x="227616" y="53446"/>
                </a:lnTo>
                <a:lnTo>
                  <a:pt x="181978" y="38985"/>
                </a:lnTo>
                <a:lnTo>
                  <a:pt x="140323" y="26610"/>
                </a:lnTo>
                <a:lnTo>
                  <a:pt x="103146" y="16435"/>
                </a:lnTo>
                <a:lnTo>
                  <a:pt x="44196" y="3137"/>
                </a:lnTo>
                <a:lnTo>
                  <a:pt x="9071" y="0"/>
                </a:lnTo>
                <a:lnTo>
                  <a:pt x="0" y="4206"/>
                </a:lnTo>
                <a:lnTo>
                  <a:pt x="24407" y="46098"/>
                </a:lnTo>
                <a:lnTo>
                  <a:pt x="76269" y="93640"/>
                </a:lnTo>
                <a:lnTo>
                  <a:pt x="110649" y="121860"/>
                </a:lnTo>
                <a:lnTo>
                  <a:pt x="149670" y="152409"/>
                </a:lnTo>
                <a:lnTo>
                  <a:pt x="192591" y="184809"/>
                </a:lnTo>
                <a:lnTo>
                  <a:pt x="238668" y="218581"/>
                </a:lnTo>
                <a:lnTo>
                  <a:pt x="287159" y="253246"/>
                </a:lnTo>
                <a:lnTo>
                  <a:pt x="337320" y="288328"/>
                </a:lnTo>
                <a:lnTo>
                  <a:pt x="388410" y="323347"/>
                </a:lnTo>
                <a:lnTo>
                  <a:pt x="439684" y="357826"/>
                </a:lnTo>
                <a:lnTo>
                  <a:pt x="490401" y="391287"/>
                </a:lnTo>
                <a:lnTo>
                  <a:pt x="756424" y="553160"/>
                </a:lnTo>
                <a:lnTo>
                  <a:pt x="1096873" y="749300"/>
                </a:lnTo>
                <a:lnTo>
                  <a:pt x="1390245" y="914673"/>
                </a:lnTo>
                <a:lnTo>
                  <a:pt x="1515037" y="984250"/>
                </a:lnTo>
                <a:lnTo>
                  <a:pt x="2013512" y="1268857"/>
                </a:lnTo>
              </a:path>
            </a:pathLst>
          </a:custGeom>
          <a:ln w="57150">
            <a:solidFill>
              <a:srgbClr val="0071A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12130278" y="2601214"/>
            <a:ext cx="203644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Event/Message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019417" y="3904615"/>
            <a:ext cx="4493260" cy="5689600"/>
          </a:xfrm>
          <a:custGeom>
            <a:avLst/>
            <a:gdLst/>
            <a:ahLst/>
            <a:cxnLst/>
            <a:rect l="l" t="t" r="r" b="b"/>
            <a:pathLst>
              <a:path w="4493259" h="5689600">
                <a:moveTo>
                  <a:pt x="0" y="168401"/>
                </a:moveTo>
                <a:lnTo>
                  <a:pt x="6018" y="123604"/>
                </a:lnTo>
                <a:lnTo>
                  <a:pt x="23001" y="83368"/>
                </a:lnTo>
                <a:lnTo>
                  <a:pt x="49339" y="49291"/>
                </a:lnTo>
                <a:lnTo>
                  <a:pt x="83424" y="22972"/>
                </a:lnTo>
                <a:lnTo>
                  <a:pt x="123648" y="6009"/>
                </a:lnTo>
                <a:lnTo>
                  <a:pt x="168401" y="0"/>
                </a:lnTo>
                <a:lnTo>
                  <a:pt x="4324731" y="0"/>
                </a:lnTo>
                <a:lnTo>
                  <a:pt x="4369528" y="6009"/>
                </a:lnTo>
                <a:lnTo>
                  <a:pt x="4409764" y="22972"/>
                </a:lnTo>
                <a:lnTo>
                  <a:pt x="4443841" y="49291"/>
                </a:lnTo>
                <a:lnTo>
                  <a:pt x="4470160" y="83368"/>
                </a:lnTo>
                <a:lnTo>
                  <a:pt x="4487123" y="123604"/>
                </a:lnTo>
                <a:lnTo>
                  <a:pt x="4493133" y="168401"/>
                </a:lnTo>
                <a:lnTo>
                  <a:pt x="4493133" y="5520728"/>
                </a:lnTo>
                <a:lnTo>
                  <a:pt x="4487123" y="5565487"/>
                </a:lnTo>
                <a:lnTo>
                  <a:pt x="4470160" y="5605706"/>
                </a:lnTo>
                <a:lnTo>
                  <a:pt x="4443841" y="5639781"/>
                </a:lnTo>
                <a:lnTo>
                  <a:pt x="4409764" y="5666106"/>
                </a:lnTo>
                <a:lnTo>
                  <a:pt x="4369528" y="5683078"/>
                </a:lnTo>
                <a:lnTo>
                  <a:pt x="4324731" y="5689092"/>
                </a:lnTo>
                <a:lnTo>
                  <a:pt x="168401" y="5689092"/>
                </a:lnTo>
                <a:lnTo>
                  <a:pt x="123648" y="5683078"/>
                </a:lnTo>
                <a:lnTo>
                  <a:pt x="83424" y="5666106"/>
                </a:lnTo>
                <a:lnTo>
                  <a:pt x="49339" y="5639781"/>
                </a:lnTo>
                <a:lnTo>
                  <a:pt x="23001" y="5605706"/>
                </a:lnTo>
                <a:lnTo>
                  <a:pt x="6018" y="5565487"/>
                </a:lnTo>
                <a:lnTo>
                  <a:pt x="0" y="5520728"/>
                </a:lnTo>
                <a:lnTo>
                  <a:pt x="0" y="168401"/>
                </a:lnTo>
                <a:close/>
              </a:path>
            </a:pathLst>
          </a:custGeom>
          <a:ln w="38100">
            <a:solidFill>
              <a:srgbClr val="221F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8384793" y="8819794"/>
            <a:ext cx="176530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marR="5080" indent="-428625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Malgun Gothic"/>
                <a:cs typeface="Malgun Gothic"/>
              </a:rPr>
              <a:t>Apache</a:t>
            </a:r>
            <a:r>
              <a:rPr sz="2100" b="1" spc="-15" dirty="0">
                <a:latin typeface="Malgun Gothic"/>
                <a:cs typeface="Malgun Gothic"/>
              </a:rPr>
              <a:t> </a:t>
            </a:r>
            <a:r>
              <a:rPr sz="2100" b="1" spc="-20" dirty="0">
                <a:latin typeface="Malgun Gothic"/>
                <a:cs typeface="Malgun Gothic"/>
              </a:rPr>
              <a:t>Kafka </a:t>
            </a:r>
            <a:r>
              <a:rPr sz="2100" b="1" spc="-10" dirty="0">
                <a:latin typeface="Malgun Gothic"/>
                <a:cs typeface="Malgun Gothic"/>
              </a:rPr>
              <a:t>Cluster</a:t>
            </a:r>
            <a:endParaRPr sz="2100">
              <a:latin typeface="Malgun Gothic"/>
              <a:cs typeface="Malgun Gothic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867522" y="4102989"/>
            <a:ext cx="2797175" cy="1200150"/>
            <a:chOff x="7867522" y="4102989"/>
            <a:chExt cx="2797175" cy="1200150"/>
          </a:xfrm>
        </p:grpSpPr>
        <p:sp>
          <p:nvSpPr>
            <p:cNvPr id="47" name="object 47"/>
            <p:cNvSpPr/>
            <p:nvPr/>
          </p:nvSpPr>
          <p:spPr>
            <a:xfrm>
              <a:off x="7886572" y="412203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2715259" y="0"/>
                  </a:moveTo>
                  <a:lnTo>
                    <a:pt x="43560" y="0"/>
                  </a:lnTo>
                  <a:lnTo>
                    <a:pt x="26628" y="3430"/>
                  </a:lnTo>
                  <a:lnTo>
                    <a:pt x="12779" y="12779"/>
                  </a:lnTo>
                  <a:lnTo>
                    <a:pt x="3430" y="26628"/>
                  </a:lnTo>
                  <a:lnTo>
                    <a:pt x="0" y="43561"/>
                  </a:lnTo>
                  <a:lnTo>
                    <a:pt x="0" y="1118362"/>
                  </a:lnTo>
                  <a:lnTo>
                    <a:pt x="3430" y="1135274"/>
                  </a:lnTo>
                  <a:lnTo>
                    <a:pt x="12779" y="1149080"/>
                  </a:lnTo>
                  <a:lnTo>
                    <a:pt x="26628" y="1158384"/>
                  </a:lnTo>
                  <a:lnTo>
                    <a:pt x="43560" y="1161796"/>
                  </a:lnTo>
                  <a:lnTo>
                    <a:pt x="2715259" y="1161796"/>
                  </a:lnTo>
                  <a:lnTo>
                    <a:pt x="2732246" y="1158384"/>
                  </a:lnTo>
                  <a:lnTo>
                    <a:pt x="2746089" y="1149080"/>
                  </a:lnTo>
                  <a:lnTo>
                    <a:pt x="2755407" y="1135274"/>
                  </a:lnTo>
                  <a:lnTo>
                    <a:pt x="2758821" y="1118362"/>
                  </a:lnTo>
                  <a:lnTo>
                    <a:pt x="2758821" y="43561"/>
                  </a:lnTo>
                  <a:lnTo>
                    <a:pt x="2755407" y="26628"/>
                  </a:lnTo>
                  <a:lnTo>
                    <a:pt x="2746089" y="12779"/>
                  </a:lnTo>
                  <a:lnTo>
                    <a:pt x="2732246" y="3430"/>
                  </a:lnTo>
                  <a:lnTo>
                    <a:pt x="2715259" y="0"/>
                  </a:lnTo>
                  <a:close/>
                </a:path>
              </a:pathLst>
            </a:custGeom>
            <a:solidFill>
              <a:srgbClr val="FFFFFF">
                <a:alpha val="85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7886572" y="412203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0" y="43561"/>
                  </a:moveTo>
                  <a:lnTo>
                    <a:pt x="3430" y="26628"/>
                  </a:lnTo>
                  <a:lnTo>
                    <a:pt x="12779" y="12779"/>
                  </a:lnTo>
                  <a:lnTo>
                    <a:pt x="26628" y="3430"/>
                  </a:lnTo>
                  <a:lnTo>
                    <a:pt x="43560" y="0"/>
                  </a:lnTo>
                  <a:lnTo>
                    <a:pt x="2715259" y="0"/>
                  </a:lnTo>
                  <a:lnTo>
                    <a:pt x="2732246" y="3430"/>
                  </a:lnTo>
                  <a:lnTo>
                    <a:pt x="2746089" y="12779"/>
                  </a:lnTo>
                  <a:lnTo>
                    <a:pt x="2755407" y="26628"/>
                  </a:lnTo>
                  <a:lnTo>
                    <a:pt x="2758821" y="43561"/>
                  </a:lnTo>
                  <a:lnTo>
                    <a:pt x="2758821" y="1118362"/>
                  </a:lnTo>
                  <a:lnTo>
                    <a:pt x="2755407" y="1135274"/>
                  </a:lnTo>
                  <a:lnTo>
                    <a:pt x="2746089" y="1149080"/>
                  </a:lnTo>
                  <a:lnTo>
                    <a:pt x="2732246" y="1158384"/>
                  </a:lnTo>
                  <a:lnTo>
                    <a:pt x="2715259" y="1161796"/>
                  </a:lnTo>
                  <a:lnTo>
                    <a:pt x="43560" y="1161796"/>
                  </a:lnTo>
                  <a:lnTo>
                    <a:pt x="26628" y="1158384"/>
                  </a:lnTo>
                  <a:lnTo>
                    <a:pt x="12779" y="1149080"/>
                  </a:lnTo>
                  <a:lnTo>
                    <a:pt x="3430" y="1135274"/>
                  </a:lnTo>
                  <a:lnTo>
                    <a:pt x="0" y="1118362"/>
                  </a:lnTo>
                  <a:lnTo>
                    <a:pt x="0" y="43561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7932073" y="4996941"/>
            <a:ext cx="26816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1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236584" y="4268342"/>
            <a:ext cx="2059305" cy="675640"/>
            <a:chOff x="8236584" y="4268342"/>
            <a:chExt cx="2059305" cy="675640"/>
          </a:xfrm>
        </p:grpSpPr>
        <p:sp>
          <p:nvSpPr>
            <p:cNvPr id="51" name="object 51"/>
            <p:cNvSpPr/>
            <p:nvPr/>
          </p:nvSpPr>
          <p:spPr>
            <a:xfrm>
              <a:off x="8255634" y="4287392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1996821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6"/>
                  </a:lnTo>
                  <a:lnTo>
                    <a:pt x="0" y="613283"/>
                  </a:lnTo>
                  <a:lnTo>
                    <a:pt x="1873" y="622585"/>
                  </a:lnTo>
                  <a:lnTo>
                    <a:pt x="6985" y="630174"/>
                  </a:lnTo>
                  <a:lnTo>
                    <a:pt x="14573" y="635285"/>
                  </a:lnTo>
                  <a:lnTo>
                    <a:pt x="23875" y="637159"/>
                  </a:lnTo>
                  <a:lnTo>
                    <a:pt x="1996821" y="637159"/>
                  </a:lnTo>
                  <a:lnTo>
                    <a:pt x="2006123" y="635285"/>
                  </a:lnTo>
                  <a:lnTo>
                    <a:pt x="2013711" y="630174"/>
                  </a:lnTo>
                  <a:lnTo>
                    <a:pt x="2018823" y="622585"/>
                  </a:lnTo>
                  <a:lnTo>
                    <a:pt x="2020697" y="613283"/>
                  </a:lnTo>
                  <a:lnTo>
                    <a:pt x="2020697" y="23876"/>
                  </a:lnTo>
                  <a:lnTo>
                    <a:pt x="2018823" y="14573"/>
                  </a:lnTo>
                  <a:lnTo>
                    <a:pt x="2013712" y="6985"/>
                  </a:lnTo>
                  <a:lnTo>
                    <a:pt x="2006123" y="1873"/>
                  </a:lnTo>
                  <a:lnTo>
                    <a:pt x="1996821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255634" y="4287392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0" y="23876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1996821" y="0"/>
                  </a:lnTo>
                  <a:lnTo>
                    <a:pt x="2006123" y="1873"/>
                  </a:lnTo>
                  <a:lnTo>
                    <a:pt x="2013712" y="6985"/>
                  </a:lnTo>
                  <a:lnTo>
                    <a:pt x="2018823" y="14573"/>
                  </a:lnTo>
                  <a:lnTo>
                    <a:pt x="2020697" y="23876"/>
                  </a:lnTo>
                  <a:lnTo>
                    <a:pt x="2020697" y="613283"/>
                  </a:lnTo>
                  <a:lnTo>
                    <a:pt x="2018823" y="622585"/>
                  </a:lnTo>
                  <a:lnTo>
                    <a:pt x="2013711" y="630174"/>
                  </a:lnTo>
                  <a:lnTo>
                    <a:pt x="2006123" y="635285"/>
                  </a:lnTo>
                  <a:lnTo>
                    <a:pt x="1996821" y="637159"/>
                  </a:lnTo>
                  <a:lnTo>
                    <a:pt x="23875" y="637159"/>
                  </a:lnTo>
                  <a:lnTo>
                    <a:pt x="14573" y="635285"/>
                  </a:lnTo>
                  <a:lnTo>
                    <a:pt x="6985" y="630174"/>
                  </a:lnTo>
                  <a:lnTo>
                    <a:pt x="1873" y="622585"/>
                  </a:lnTo>
                  <a:lnTo>
                    <a:pt x="0" y="613283"/>
                  </a:lnTo>
                  <a:lnTo>
                    <a:pt x="0" y="23876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8286622" y="4469129"/>
            <a:ext cx="1958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Broker1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886572" y="5484367"/>
            <a:ext cx="2759075" cy="1162050"/>
            <a:chOff x="7886572" y="5484367"/>
            <a:chExt cx="2759075" cy="1162050"/>
          </a:xfrm>
        </p:grpSpPr>
        <p:sp>
          <p:nvSpPr>
            <p:cNvPr id="55" name="object 55"/>
            <p:cNvSpPr/>
            <p:nvPr/>
          </p:nvSpPr>
          <p:spPr>
            <a:xfrm>
              <a:off x="7886572" y="5484367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2715259" y="0"/>
                  </a:moveTo>
                  <a:lnTo>
                    <a:pt x="43560" y="0"/>
                  </a:lnTo>
                  <a:lnTo>
                    <a:pt x="26628" y="3411"/>
                  </a:lnTo>
                  <a:lnTo>
                    <a:pt x="12779" y="12715"/>
                  </a:lnTo>
                  <a:lnTo>
                    <a:pt x="3430" y="26521"/>
                  </a:lnTo>
                  <a:lnTo>
                    <a:pt x="0" y="43434"/>
                  </a:lnTo>
                  <a:lnTo>
                    <a:pt x="0" y="1118235"/>
                  </a:lnTo>
                  <a:lnTo>
                    <a:pt x="3430" y="1135167"/>
                  </a:lnTo>
                  <a:lnTo>
                    <a:pt x="12779" y="1149016"/>
                  </a:lnTo>
                  <a:lnTo>
                    <a:pt x="26628" y="1158365"/>
                  </a:lnTo>
                  <a:lnTo>
                    <a:pt x="43560" y="1161796"/>
                  </a:lnTo>
                  <a:lnTo>
                    <a:pt x="2715259" y="1161796"/>
                  </a:lnTo>
                  <a:lnTo>
                    <a:pt x="2732246" y="1158365"/>
                  </a:lnTo>
                  <a:lnTo>
                    <a:pt x="2746089" y="1149016"/>
                  </a:lnTo>
                  <a:lnTo>
                    <a:pt x="2755407" y="1135167"/>
                  </a:lnTo>
                  <a:lnTo>
                    <a:pt x="2758821" y="1118235"/>
                  </a:lnTo>
                  <a:lnTo>
                    <a:pt x="2758821" y="43434"/>
                  </a:lnTo>
                  <a:lnTo>
                    <a:pt x="2755407" y="26521"/>
                  </a:lnTo>
                  <a:lnTo>
                    <a:pt x="2746089" y="12715"/>
                  </a:lnTo>
                  <a:lnTo>
                    <a:pt x="2732246" y="3411"/>
                  </a:lnTo>
                  <a:lnTo>
                    <a:pt x="2715259" y="0"/>
                  </a:lnTo>
                  <a:close/>
                </a:path>
              </a:pathLst>
            </a:custGeom>
            <a:solidFill>
              <a:srgbClr val="FFFFFF">
                <a:alpha val="85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255634" y="564959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1996821" y="0"/>
                  </a:moveTo>
                  <a:lnTo>
                    <a:pt x="23875" y="0"/>
                  </a:lnTo>
                  <a:lnTo>
                    <a:pt x="14573" y="1891"/>
                  </a:lnTo>
                  <a:lnTo>
                    <a:pt x="6985" y="7032"/>
                  </a:lnTo>
                  <a:lnTo>
                    <a:pt x="1873" y="14626"/>
                  </a:lnTo>
                  <a:lnTo>
                    <a:pt x="0" y="23875"/>
                  </a:lnTo>
                  <a:lnTo>
                    <a:pt x="0" y="613409"/>
                  </a:lnTo>
                  <a:lnTo>
                    <a:pt x="1873" y="622712"/>
                  </a:lnTo>
                  <a:lnTo>
                    <a:pt x="6985" y="630301"/>
                  </a:lnTo>
                  <a:lnTo>
                    <a:pt x="14573" y="635412"/>
                  </a:lnTo>
                  <a:lnTo>
                    <a:pt x="23875" y="637285"/>
                  </a:lnTo>
                  <a:lnTo>
                    <a:pt x="1996821" y="637285"/>
                  </a:lnTo>
                  <a:lnTo>
                    <a:pt x="2006123" y="635412"/>
                  </a:lnTo>
                  <a:lnTo>
                    <a:pt x="2013711" y="630301"/>
                  </a:lnTo>
                  <a:lnTo>
                    <a:pt x="2018823" y="622712"/>
                  </a:lnTo>
                  <a:lnTo>
                    <a:pt x="2020697" y="613409"/>
                  </a:lnTo>
                  <a:lnTo>
                    <a:pt x="2020697" y="23875"/>
                  </a:lnTo>
                  <a:lnTo>
                    <a:pt x="2018823" y="14626"/>
                  </a:lnTo>
                  <a:lnTo>
                    <a:pt x="2013712" y="7032"/>
                  </a:lnTo>
                  <a:lnTo>
                    <a:pt x="2006123" y="1891"/>
                  </a:lnTo>
                  <a:lnTo>
                    <a:pt x="1996821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/>
          <p:nvPr/>
        </p:nvSpPr>
        <p:spPr>
          <a:xfrm>
            <a:off x="7886572" y="5484367"/>
            <a:ext cx="2759075" cy="1162050"/>
          </a:xfrm>
          <a:custGeom>
            <a:avLst/>
            <a:gdLst/>
            <a:ahLst/>
            <a:cxnLst/>
            <a:rect l="l" t="t" r="r" b="b"/>
            <a:pathLst>
              <a:path w="2759075" h="1162050">
                <a:moveTo>
                  <a:pt x="0" y="43434"/>
                </a:moveTo>
                <a:lnTo>
                  <a:pt x="3430" y="26521"/>
                </a:lnTo>
                <a:lnTo>
                  <a:pt x="12779" y="12715"/>
                </a:lnTo>
                <a:lnTo>
                  <a:pt x="26628" y="3411"/>
                </a:lnTo>
                <a:lnTo>
                  <a:pt x="43560" y="0"/>
                </a:lnTo>
                <a:lnTo>
                  <a:pt x="2715259" y="0"/>
                </a:lnTo>
                <a:lnTo>
                  <a:pt x="2732246" y="3411"/>
                </a:lnTo>
                <a:lnTo>
                  <a:pt x="2746089" y="12715"/>
                </a:lnTo>
                <a:lnTo>
                  <a:pt x="2755407" y="26521"/>
                </a:lnTo>
                <a:lnTo>
                  <a:pt x="2758821" y="43434"/>
                </a:lnTo>
                <a:lnTo>
                  <a:pt x="2758821" y="1118235"/>
                </a:lnTo>
                <a:lnTo>
                  <a:pt x="2755407" y="1135167"/>
                </a:lnTo>
                <a:lnTo>
                  <a:pt x="2746089" y="1149016"/>
                </a:lnTo>
                <a:lnTo>
                  <a:pt x="2732246" y="1158365"/>
                </a:lnTo>
                <a:lnTo>
                  <a:pt x="2715259" y="1161796"/>
                </a:lnTo>
                <a:lnTo>
                  <a:pt x="43560" y="1161796"/>
                </a:lnTo>
                <a:lnTo>
                  <a:pt x="26628" y="1158365"/>
                </a:lnTo>
                <a:lnTo>
                  <a:pt x="12779" y="1149016"/>
                </a:lnTo>
                <a:lnTo>
                  <a:pt x="3430" y="1135167"/>
                </a:lnTo>
                <a:lnTo>
                  <a:pt x="0" y="1118235"/>
                </a:lnTo>
                <a:lnTo>
                  <a:pt x="0" y="43434"/>
                </a:lnTo>
                <a:close/>
              </a:path>
              <a:path w="2759075" h="1162050">
                <a:moveTo>
                  <a:pt x="369061" y="189103"/>
                </a:moveTo>
                <a:lnTo>
                  <a:pt x="370935" y="179853"/>
                </a:lnTo>
                <a:lnTo>
                  <a:pt x="376047" y="172259"/>
                </a:lnTo>
                <a:lnTo>
                  <a:pt x="383635" y="167118"/>
                </a:lnTo>
                <a:lnTo>
                  <a:pt x="392937" y="165227"/>
                </a:lnTo>
                <a:lnTo>
                  <a:pt x="2365882" y="165227"/>
                </a:lnTo>
                <a:lnTo>
                  <a:pt x="2375185" y="167118"/>
                </a:lnTo>
                <a:lnTo>
                  <a:pt x="2382774" y="172259"/>
                </a:lnTo>
                <a:lnTo>
                  <a:pt x="2387885" y="179853"/>
                </a:lnTo>
                <a:lnTo>
                  <a:pt x="2389758" y="189103"/>
                </a:lnTo>
                <a:lnTo>
                  <a:pt x="2389758" y="778637"/>
                </a:lnTo>
                <a:lnTo>
                  <a:pt x="2387885" y="787939"/>
                </a:lnTo>
                <a:lnTo>
                  <a:pt x="2382773" y="795528"/>
                </a:lnTo>
                <a:lnTo>
                  <a:pt x="2375185" y="800639"/>
                </a:lnTo>
                <a:lnTo>
                  <a:pt x="2365882" y="802513"/>
                </a:lnTo>
                <a:lnTo>
                  <a:pt x="392937" y="802513"/>
                </a:lnTo>
                <a:lnTo>
                  <a:pt x="383635" y="800639"/>
                </a:lnTo>
                <a:lnTo>
                  <a:pt x="376047" y="795528"/>
                </a:lnTo>
                <a:lnTo>
                  <a:pt x="370935" y="787939"/>
                </a:lnTo>
                <a:lnTo>
                  <a:pt x="369061" y="778637"/>
                </a:lnTo>
                <a:lnTo>
                  <a:pt x="369061" y="189103"/>
                </a:lnTo>
                <a:close/>
              </a:path>
            </a:pathLst>
          </a:custGeom>
          <a:ln w="381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/>
          <p:nvPr/>
        </p:nvSpPr>
        <p:spPr>
          <a:xfrm>
            <a:off x="8900541" y="5831586"/>
            <a:ext cx="732155" cy="7677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Broker2</a:t>
            </a:r>
            <a:endParaRPr sz="1600">
              <a:latin typeface="Malgun Gothic"/>
              <a:cs typeface="Malgun Gothic"/>
            </a:endParaRPr>
          </a:p>
          <a:p>
            <a:pPr marL="34925">
              <a:lnSpc>
                <a:spcPct val="100000"/>
              </a:lnSpc>
              <a:spcBef>
                <a:spcPts val="2245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2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886572" y="6846569"/>
            <a:ext cx="2759075" cy="1162050"/>
          </a:xfrm>
          <a:custGeom>
            <a:avLst/>
            <a:gdLst/>
            <a:ahLst/>
            <a:cxnLst/>
            <a:rect l="l" t="t" r="r" b="b"/>
            <a:pathLst>
              <a:path w="2759075" h="1162050">
                <a:moveTo>
                  <a:pt x="2715259" y="0"/>
                </a:moveTo>
                <a:lnTo>
                  <a:pt x="43560" y="0"/>
                </a:lnTo>
                <a:lnTo>
                  <a:pt x="26628" y="3430"/>
                </a:lnTo>
                <a:lnTo>
                  <a:pt x="12779" y="12779"/>
                </a:lnTo>
                <a:lnTo>
                  <a:pt x="3430" y="26628"/>
                </a:lnTo>
                <a:lnTo>
                  <a:pt x="0" y="43560"/>
                </a:lnTo>
                <a:lnTo>
                  <a:pt x="0" y="1118361"/>
                </a:lnTo>
                <a:lnTo>
                  <a:pt x="3430" y="1135274"/>
                </a:lnTo>
                <a:lnTo>
                  <a:pt x="12779" y="1149080"/>
                </a:lnTo>
                <a:lnTo>
                  <a:pt x="26628" y="1158384"/>
                </a:lnTo>
                <a:lnTo>
                  <a:pt x="43560" y="1161795"/>
                </a:lnTo>
                <a:lnTo>
                  <a:pt x="2715259" y="1161795"/>
                </a:lnTo>
                <a:lnTo>
                  <a:pt x="2732246" y="1158384"/>
                </a:lnTo>
                <a:lnTo>
                  <a:pt x="2746089" y="1149080"/>
                </a:lnTo>
                <a:lnTo>
                  <a:pt x="2755407" y="1135274"/>
                </a:lnTo>
                <a:lnTo>
                  <a:pt x="2758821" y="1118361"/>
                </a:lnTo>
                <a:lnTo>
                  <a:pt x="2758821" y="43560"/>
                </a:lnTo>
                <a:lnTo>
                  <a:pt x="2755407" y="26628"/>
                </a:lnTo>
                <a:lnTo>
                  <a:pt x="2746089" y="12779"/>
                </a:lnTo>
                <a:lnTo>
                  <a:pt x="2732246" y="3430"/>
                </a:lnTo>
                <a:lnTo>
                  <a:pt x="2715259" y="0"/>
                </a:lnTo>
                <a:close/>
              </a:path>
            </a:pathLst>
          </a:custGeom>
          <a:solidFill>
            <a:srgbClr val="FFFFFF">
              <a:alpha val="8548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7886572" y="6846569"/>
            <a:ext cx="2759075" cy="1162050"/>
          </a:xfrm>
          <a:custGeom>
            <a:avLst/>
            <a:gdLst/>
            <a:ahLst/>
            <a:cxnLst/>
            <a:rect l="l" t="t" r="r" b="b"/>
            <a:pathLst>
              <a:path w="2759075" h="1162050">
                <a:moveTo>
                  <a:pt x="0" y="43560"/>
                </a:moveTo>
                <a:lnTo>
                  <a:pt x="3430" y="26628"/>
                </a:lnTo>
                <a:lnTo>
                  <a:pt x="12779" y="12779"/>
                </a:lnTo>
                <a:lnTo>
                  <a:pt x="26628" y="3430"/>
                </a:lnTo>
                <a:lnTo>
                  <a:pt x="43560" y="0"/>
                </a:lnTo>
                <a:lnTo>
                  <a:pt x="2715259" y="0"/>
                </a:lnTo>
                <a:lnTo>
                  <a:pt x="2732246" y="3430"/>
                </a:lnTo>
                <a:lnTo>
                  <a:pt x="2746089" y="12779"/>
                </a:lnTo>
                <a:lnTo>
                  <a:pt x="2755407" y="26628"/>
                </a:lnTo>
                <a:lnTo>
                  <a:pt x="2758821" y="43560"/>
                </a:lnTo>
                <a:lnTo>
                  <a:pt x="2758821" y="1118361"/>
                </a:lnTo>
                <a:lnTo>
                  <a:pt x="2755407" y="1135274"/>
                </a:lnTo>
                <a:lnTo>
                  <a:pt x="2746089" y="1149080"/>
                </a:lnTo>
                <a:lnTo>
                  <a:pt x="2732246" y="1158384"/>
                </a:lnTo>
                <a:lnTo>
                  <a:pt x="2715259" y="1161795"/>
                </a:lnTo>
                <a:lnTo>
                  <a:pt x="43560" y="1161795"/>
                </a:lnTo>
                <a:lnTo>
                  <a:pt x="26628" y="1158384"/>
                </a:lnTo>
                <a:lnTo>
                  <a:pt x="12779" y="1149080"/>
                </a:lnTo>
                <a:lnTo>
                  <a:pt x="3430" y="1135274"/>
                </a:lnTo>
                <a:lnTo>
                  <a:pt x="0" y="1118361"/>
                </a:lnTo>
                <a:lnTo>
                  <a:pt x="0" y="43560"/>
                </a:lnTo>
                <a:close/>
              </a:path>
            </a:pathLst>
          </a:custGeom>
          <a:ln w="381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/>
          <p:nvPr/>
        </p:nvSpPr>
        <p:spPr>
          <a:xfrm>
            <a:off x="8922766" y="7721854"/>
            <a:ext cx="6877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3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8255634" y="7011923"/>
            <a:ext cx="2021205" cy="637540"/>
          </a:xfrm>
          <a:custGeom>
            <a:avLst/>
            <a:gdLst/>
            <a:ahLst/>
            <a:cxnLst/>
            <a:rect l="l" t="t" r="r" b="b"/>
            <a:pathLst>
              <a:path w="2021204" h="637540">
                <a:moveTo>
                  <a:pt x="1996821" y="0"/>
                </a:moveTo>
                <a:lnTo>
                  <a:pt x="23875" y="0"/>
                </a:lnTo>
                <a:lnTo>
                  <a:pt x="14573" y="1873"/>
                </a:lnTo>
                <a:lnTo>
                  <a:pt x="6985" y="6984"/>
                </a:lnTo>
                <a:lnTo>
                  <a:pt x="1873" y="14573"/>
                </a:lnTo>
                <a:lnTo>
                  <a:pt x="0" y="23875"/>
                </a:lnTo>
                <a:lnTo>
                  <a:pt x="0" y="613282"/>
                </a:lnTo>
                <a:lnTo>
                  <a:pt x="1873" y="622585"/>
                </a:lnTo>
                <a:lnTo>
                  <a:pt x="6985" y="630173"/>
                </a:lnTo>
                <a:lnTo>
                  <a:pt x="14573" y="635285"/>
                </a:lnTo>
                <a:lnTo>
                  <a:pt x="23875" y="637158"/>
                </a:lnTo>
                <a:lnTo>
                  <a:pt x="1996821" y="637158"/>
                </a:lnTo>
                <a:lnTo>
                  <a:pt x="2006123" y="635285"/>
                </a:lnTo>
                <a:lnTo>
                  <a:pt x="2013711" y="630173"/>
                </a:lnTo>
                <a:lnTo>
                  <a:pt x="2018823" y="622585"/>
                </a:lnTo>
                <a:lnTo>
                  <a:pt x="2020697" y="613282"/>
                </a:lnTo>
                <a:lnTo>
                  <a:pt x="2020697" y="23875"/>
                </a:lnTo>
                <a:lnTo>
                  <a:pt x="2018823" y="14573"/>
                </a:lnTo>
                <a:lnTo>
                  <a:pt x="2013712" y="6984"/>
                </a:lnTo>
                <a:lnTo>
                  <a:pt x="2006123" y="1873"/>
                </a:lnTo>
                <a:lnTo>
                  <a:pt x="1996821" y="0"/>
                </a:lnTo>
                <a:close/>
              </a:path>
            </a:pathLst>
          </a:custGeom>
          <a:solidFill>
            <a:srgbClr val="D7D7D7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8255634" y="7011923"/>
            <a:ext cx="2021205" cy="637540"/>
          </a:xfrm>
          <a:custGeom>
            <a:avLst/>
            <a:gdLst/>
            <a:ahLst/>
            <a:cxnLst/>
            <a:rect l="l" t="t" r="r" b="b"/>
            <a:pathLst>
              <a:path w="2021204" h="637540">
                <a:moveTo>
                  <a:pt x="0" y="23875"/>
                </a:moveTo>
                <a:lnTo>
                  <a:pt x="1873" y="14573"/>
                </a:lnTo>
                <a:lnTo>
                  <a:pt x="6985" y="6984"/>
                </a:lnTo>
                <a:lnTo>
                  <a:pt x="14573" y="1873"/>
                </a:lnTo>
                <a:lnTo>
                  <a:pt x="23875" y="0"/>
                </a:lnTo>
                <a:lnTo>
                  <a:pt x="1996821" y="0"/>
                </a:lnTo>
                <a:lnTo>
                  <a:pt x="2006123" y="1873"/>
                </a:lnTo>
                <a:lnTo>
                  <a:pt x="2013712" y="6984"/>
                </a:lnTo>
                <a:lnTo>
                  <a:pt x="2018823" y="14573"/>
                </a:lnTo>
                <a:lnTo>
                  <a:pt x="2020697" y="23875"/>
                </a:lnTo>
                <a:lnTo>
                  <a:pt x="2020697" y="613282"/>
                </a:lnTo>
                <a:lnTo>
                  <a:pt x="2018823" y="622585"/>
                </a:lnTo>
                <a:lnTo>
                  <a:pt x="2013711" y="630173"/>
                </a:lnTo>
                <a:lnTo>
                  <a:pt x="2006123" y="635285"/>
                </a:lnTo>
                <a:lnTo>
                  <a:pt x="1996821" y="637158"/>
                </a:lnTo>
                <a:lnTo>
                  <a:pt x="23875" y="637158"/>
                </a:lnTo>
                <a:lnTo>
                  <a:pt x="14573" y="635285"/>
                </a:lnTo>
                <a:lnTo>
                  <a:pt x="6985" y="630173"/>
                </a:lnTo>
                <a:lnTo>
                  <a:pt x="1873" y="622585"/>
                </a:lnTo>
                <a:lnTo>
                  <a:pt x="0" y="613282"/>
                </a:lnTo>
                <a:lnTo>
                  <a:pt x="0" y="23875"/>
                </a:lnTo>
                <a:close/>
              </a:path>
            </a:pathLst>
          </a:custGeom>
          <a:ln w="381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/>
          <p:nvPr/>
        </p:nvSpPr>
        <p:spPr>
          <a:xfrm>
            <a:off x="8900541" y="7194042"/>
            <a:ext cx="7321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Broker3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121088" y="8101710"/>
            <a:ext cx="701040" cy="401320"/>
          </a:xfrm>
          <a:prstGeom prst="rect">
            <a:avLst/>
          </a:prstGeom>
        </p:spPr>
        <p:txBody>
          <a:bodyPr vert="vert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4000" spc="-50" dirty="0">
                <a:latin typeface="Malgun Gothic"/>
                <a:cs typeface="Malgun Gothic"/>
              </a:rPr>
              <a:t>…</a:t>
            </a:r>
            <a:endParaRPr sz="4000">
              <a:latin typeface="Malgun Gothic"/>
              <a:cs typeface="Malgun Gothic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6996810" y="1481582"/>
            <a:ext cx="4531360" cy="2435860"/>
            <a:chOff x="6996810" y="1481582"/>
            <a:chExt cx="4531360" cy="2435860"/>
          </a:xfrm>
        </p:grpSpPr>
        <p:sp>
          <p:nvSpPr>
            <p:cNvPr id="67" name="object 67"/>
            <p:cNvSpPr/>
            <p:nvPr/>
          </p:nvSpPr>
          <p:spPr>
            <a:xfrm>
              <a:off x="7015860" y="1500632"/>
              <a:ext cx="4493260" cy="1723389"/>
            </a:xfrm>
            <a:custGeom>
              <a:avLst/>
              <a:gdLst/>
              <a:ahLst/>
              <a:cxnLst/>
              <a:rect l="l" t="t" r="r" b="b"/>
              <a:pathLst>
                <a:path w="4493259" h="1723389">
                  <a:moveTo>
                    <a:pt x="0" y="64643"/>
                  </a:moveTo>
                  <a:lnTo>
                    <a:pt x="5081" y="39487"/>
                  </a:lnTo>
                  <a:lnTo>
                    <a:pt x="18938" y="18938"/>
                  </a:lnTo>
                  <a:lnTo>
                    <a:pt x="39487" y="5081"/>
                  </a:lnTo>
                  <a:lnTo>
                    <a:pt x="64643" y="0"/>
                  </a:lnTo>
                  <a:lnTo>
                    <a:pt x="4428617" y="0"/>
                  </a:lnTo>
                  <a:lnTo>
                    <a:pt x="4453753" y="5081"/>
                  </a:lnTo>
                  <a:lnTo>
                    <a:pt x="4474257" y="18938"/>
                  </a:lnTo>
                  <a:lnTo>
                    <a:pt x="4488070" y="39487"/>
                  </a:lnTo>
                  <a:lnTo>
                    <a:pt x="4493133" y="64643"/>
                  </a:lnTo>
                  <a:lnTo>
                    <a:pt x="4493133" y="1658874"/>
                  </a:lnTo>
                  <a:lnTo>
                    <a:pt x="4488070" y="1683956"/>
                  </a:lnTo>
                  <a:lnTo>
                    <a:pt x="4474257" y="1704467"/>
                  </a:lnTo>
                  <a:lnTo>
                    <a:pt x="4453753" y="1718310"/>
                  </a:lnTo>
                  <a:lnTo>
                    <a:pt x="4428617" y="1723390"/>
                  </a:lnTo>
                  <a:lnTo>
                    <a:pt x="64643" y="1723390"/>
                  </a:lnTo>
                  <a:lnTo>
                    <a:pt x="39487" y="1718310"/>
                  </a:lnTo>
                  <a:lnTo>
                    <a:pt x="18938" y="1704467"/>
                  </a:lnTo>
                  <a:lnTo>
                    <a:pt x="5081" y="1683956"/>
                  </a:lnTo>
                  <a:lnTo>
                    <a:pt x="0" y="1658874"/>
                  </a:lnTo>
                  <a:lnTo>
                    <a:pt x="0" y="64643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9094977" y="3224022"/>
              <a:ext cx="481965" cy="680720"/>
            </a:xfrm>
            <a:custGeom>
              <a:avLst/>
              <a:gdLst/>
              <a:ahLst/>
              <a:cxnLst/>
              <a:rect l="l" t="t" r="r" b="b"/>
              <a:pathLst>
                <a:path w="481965" h="680720">
                  <a:moveTo>
                    <a:pt x="240792" y="0"/>
                  </a:moveTo>
                  <a:lnTo>
                    <a:pt x="0" y="240792"/>
                  </a:lnTo>
                  <a:lnTo>
                    <a:pt x="120396" y="240792"/>
                  </a:lnTo>
                  <a:lnTo>
                    <a:pt x="120396" y="439800"/>
                  </a:lnTo>
                  <a:lnTo>
                    <a:pt x="0" y="439800"/>
                  </a:lnTo>
                  <a:lnTo>
                    <a:pt x="240792" y="680592"/>
                  </a:lnTo>
                  <a:lnTo>
                    <a:pt x="481583" y="439800"/>
                  </a:lnTo>
                  <a:lnTo>
                    <a:pt x="361188" y="439800"/>
                  </a:lnTo>
                  <a:lnTo>
                    <a:pt x="361188" y="240792"/>
                  </a:lnTo>
                  <a:lnTo>
                    <a:pt x="481583" y="240792"/>
                  </a:lnTo>
                  <a:lnTo>
                    <a:pt x="240792" y="0"/>
                  </a:lnTo>
                  <a:close/>
                </a:path>
              </a:pathLst>
            </a:custGeom>
            <a:solidFill>
              <a:srgbClr val="9587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094977" y="3224022"/>
              <a:ext cx="481965" cy="680720"/>
            </a:xfrm>
            <a:custGeom>
              <a:avLst/>
              <a:gdLst/>
              <a:ahLst/>
              <a:cxnLst/>
              <a:rect l="l" t="t" r="r" b="b"/>
              <a:pathLst>
                <a:path w="481965" h="680720">
                  <a:moveTo>
                    <a:pt x="0" y="240792"/>
                  </a:moveTo>
                  <a:lnTo>
                    <a:pt x="240792" y="0"/>
                  </a:lnTo>
                  <a:lnTo>
                    <a:pt x="481583" y="240792"/>
                  </a:lnTo>
                  <a:lnTo>
                    <a:pt x="361188" y="240792"/>
                  </a:lnTo>
                  <a:lnTo>
                    <a:pt x="361188" y="439800"/>
                  </a:lnTo>
                  <a:lnTo>
                    <a:pt x="481583" y="439800"/>
                  </a:lnTo>
                  <a:lnTo>
                    <a:pt x="240792" y="680592"/>
                  </a:lnTo>
                  <a:lnTo>
                    <a:pt x="0" y="439800"/>
                  </a:lnTo>
                  <a:lnTo>
                    <a:pt x="120396" y="439800"/>
                  </a:lnTo>
                  <a:lnTo>
                    <a:pt x="120396" y="240792"/>
                  </a:lnTo>
                  <a:lnTo>
                    <a:pt x="0" y="240792"/>
                  </a:lnTo>
                  <a:close/>
                </a:path>
              </a:pathLst>
            </a:custGeom>
            <a:ln w="254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718551" y="2449449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022" y="0"/>
                  </a:moveTo>
                  <a:lnTo>
                    <a:pt x="23875" y="0"/>
                  </a:lnTo>
                  <a:lnTo>
                    <a:pt x="14573" y="1891"/>
                  </a:lnTo>
                  <a:lnTo>
                    <a:pt x="6985" y="7032"/>
                  </a:lnTo>
                  <a:lnTo>
                    <a:pt x="1873" y="14626"/>
                  </a:lnTo>
                  <a:lnTo>
                    <a:pt x="0" y="23875"/>
                  </a:lnTo>
                  <a:lnTo>
                    <a:pt x="0" y="613409"/>
                  </a:lnTo>
                  <a:lnTo>
                    <a:pt x="1873" y="622712"/>
                  </a:lnTo>
                  <a:lnTo>
                    <a:pt x="6985" y="630300"/>
                  </a:lnTo>
                  <a:lnTo>
                    <a:pt x="14573" y="635412"/>
                  </a:lnTo>
                  <a:lnTo>
                    <a:pt x="23875" y="637285"/>
                  </a:lnTo>
                  <a:lnTo>
                    <a:pt x="938022" y="637285"/>
                  </a:lnTo>
                  <a:lnTo>
                    <a:pt x="947324" y="635412"/>
                  </a:lnTo>
                  <a:lnTo>
                    <a:pt x="954912" y="630301"/>
                  </a:lnTo>
                  <a:lnTo>
                    <a:pt x="960024" y="622712"/>
                  </a:lnTo>
                  <a:lnTo>
                    <a:pt x="961898" y="613409"/>
                  </a:lnTo>
                  <a:lnTo>
                    <a:pt x="961898" y="23875"/>
                  </a:lnTo>
                  <a:lnTo>
                    <a:pt x="960024" y="14626"/>
                  </a:lnTo>
                  <a:lnTo>
                    <a:pt x="954912" y="7032"/>
                  </a:lnTo>
                  <a:lnTo>
                    <a:pt x="947324" y="1891"/>
                  </a:lnTo>
                  <a:lnTo>
                    <a:pt x="938022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718551" y="2449449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626"/>
                  </a:lnTo>
                  <a:lnTo>
                    <a:pt x="6985" y="7032"/>
                  </a:lnTo>
                  <a:lnTo>
                    <a:pt x="14573" y="1891"/>
                  </a:lnTo>
                  <a:lnTo>
                    <a:pt x="23875" y="0"/>
                  </a:lnTo>
                  <a:lnTo>
                    <a:pt x="938022" y="0"/>
                  </a:lnTo>
                  <a:lnTo>
                    <a:pt x="947324" y="1891"/>
                  </a:lnTo>
                  <a:lnTo>
                    <a:pt x="954912" y="7032"/>
                  </a:lnTo>
                  <a:lnTo>
                    <a:pt x="960024" y="14626"/>
                  </a:lnTo>
                  <a:lnTo>
                    <a:pt x="961898" y="23875"/>
                  </a:lnTo>
                  <a:lnTo>
                    <a:pt x="961898" y="613409"/>
                  </a:lnTo>
                  <a:lnTo>
                    <a:pt x="960024" y="622712"/>
                  </a:lnTo>
                  <a:lnTo>
                    <a:pt x="954912" y="630301"/>
                  </a:lnTo>
                  <a:lnTo>
                    <a:pt x="947324" y="635412"/>
                  </a:lnTo>
                  <a:lnTo>
                    <a:pt x="938022" y="637285"/>
                  </a:lnTo>
                  <a:lnTo>
                    <a:pt x="23875" y="637285"/>
                  </a:lnTo>
                  <a:lnTo>
                    <a:pt x="14573" y="635412"/>
                  </a:lnTo>
                  <a:lnTo>
                    <a:pt x="6985" y="630300"/>
                  </a:lnTo>
                  <a:lnTo>
                    <a:pt x="1873" y="622712"/>
                  </a:lnTo>
                  <a:lnTo>
                    <a:pt x="0" y="613409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7749540" y="2661284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8805798" y="2426970"/>
            <a:ext cx="1000125" cy="675640"/>
            <a:chOff x="8805798" y="2426970"/>
            <a:chExt cx="1000125" cy="675640"/>
          </a:xfrm>
        </p:grpSpPr>
        <p:sp>
          <p:nvSpPr>
            <p:cNvPr id="74" name="object 74"/>
            <p:cNvSpPr/>
            <p:nvPr/>
          </p:nvSpPr>
          <p:spPr>
            <a:xfrm>
              <a:off x="8824848" y="2446020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149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282"/>
                  </a:lnTo>
                  <a:lnTo>
                    <a:pt x="1873" y="622585"/>
                  </a:lnTo>
                  <a:lnTo>
                    <a:pt x="6985" y="630173"/>
                  </a:lnTo>
                  <a:lnTo>
                    <a:pt x="14573" y="635285"/>
                  </a:lnTo>
                  <a:lnTo>
                    <a:pt x="23875" y="637158"/>
                  </a:lnTo>
                  <a:lnTo>
                    <a:pt x="938149" y="637158"/>
                  </a:lnTo>
                  <a:lnTo>
                    <a:pt x="947451" y="635285"/>
                  </a:lnTo>
                  <a:lnTo>
                    <a:pt x="955039" y="630173"/>
                  </a:lnTo>
                  <a:lnTo>
                    <a:pt x="960151" y="622585"/>
                  </a:lnTo>
                  <a:lnTo>
                    <a:pt x="962025" y="613282"/>
                  </a:lnTo>
                  <a:lnTo>
                    <a:pt x="962025" y="23875"/>
                  </a:lnTo>
                  <a:lnTo>
                    <a:pt x="960151" y="14573"/>
                  </a:lnTo>
                  <a:lnTo>
                    <a:pt x="955039" y="6985"/>
                  </a:lnTo>
                  <a:lnTo>
                    <a:pt x="947451" y="1873"/>
                  </a:lnTo>
                  <a:lnTo>
                    <a:pt x="938149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8824848" y="2446020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938149" y="0"/>
                  </a:lnTo>
                  <a:lnTo>
                    <a:pt x="947451" y="1873"/>
                  </a:lnTo>
                  <a:lnTo>
                    <a:pt x="955039" y="6985"/>
                  </a:lnTo>
                  <a:lnTo>
                    <a:pt x="960151" y="14573"/>
                  </a:lnTo>
                  <a:lnTo>
                    <a:pt x="962025" y="23875"/>
                  </a:lnTo>
                  <a:lnTo>
                    <a:pt x="962025" y="613282"/>
                  </a:lnTo>
                  <a:lnTo>
                    <a:pt x="960151" y="622585"/>
                  </a:lnTo>
                  <a:lnTo>
                    <a:pt x="955039" y="630173"/>
                  </a:lnTo>
                  <a:lnTo>
                    <a:pt x="947451" y="635285"/>
                  </a:lnTo>
                  <a:lnTo>
                    <a:pt x="938149" y="637158"/>
                  </a:lnTo>
                  <a:lnTo>
                    <a:pt x="23875" y="637158"/>
                  </a:lnTo>
                  <a:lnTo>
                    <a:pt x="14573" y="635285"/>
                  </a:lnTo>
                  <a:lnTo>
                    <a:pt x="6985" y="630173"/>
                  </a:lnTo>
                  <a:lnTo>
                    <a:pt x="1873" y="622585"/>
                  </a:lnTo>
                  <a:lnTo>
                    <a:pt x="0" y="613282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8855836" y="2657982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9908667" y="2424683"/>
            <a:ext cx="1000125" cy="675640"/>
            <a:chOff x="9908667" y="2424683"/>
            <a:chExt cx="1000125" cy="675640"/>
          </a:xfrm>
        </p:grpSpPr>
        <p:sp>
          <p:nvSpPr>
            <p:cNvPr id="78" name="object 78"/>
            <p:cNvSpPr/>
            <p:nvPr/>
          </p:nvSpPr>
          <p:spPr>
            <a:xfrm>
              <a:off x="9927717" y="2443733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022" y="0"/>
                  </a:moveTo>
                  <a:lnTo>
                    <a:pt x="23875" y="0"/>
                  </a:lnTo>
                  <a:lnTo>
                    <a:pt x="14573" y="1891"/>
                  </a:lnTo>
                  <a:lnTo>
                    <a:pt x="6985" y="7032"/>
                  </a:lnTo>
                  <a:lnTo>
                    <a:pt x="1873" y="14626"/>
                  </a:lnTo>
                  <a:lnTo>
                    <a:pt x="0" y="23875"/>
                  </a:lnTo>
                  <a:lnTo>
                    <a:pt x="0" y="613410"/>
                  </a:lnTo>
                  <a:lnTo>
                    <a:pt x="1873" y="622712"/>
                  </a:lnTo>
                  <a:lnTo>
                    <a:pt x="6984" y="630301"/>
                  </a:lnTo>
                  <a:lnTo>
                    <a:pt x="14573" y="635412"/>
                  </a:lnTo>
                  <a:lnTo>
                    <a:pt x="23875" y="637286"/>
                  </a:lnTo>
                  <a:lnTo>
                    <a:pt x="938022" y="637286"/>
                  </a:lnTo>
                  <a:lnTo>
                    <a:pt x="947324" y="635412"/>
                  </a:lnTo>
                  <a:lnTo>
                    <a:pt x="954912" y="630301"/>
                  </a:lnTo>
                  <a:lnTo>
                    <a:pt x="960024" y="622712"/>
                  </a:lnTo>
                  <a:lnTo>
                    <a:pt x="961898" y="613410"/>
                  </a:lnTo>
                  <a:lnTo>
                    <a:pt x="961898" y="23875"/>
                  </a:lnTo>
                  <a:lnTo>
                    <a:pt x="960024" y="14626"/>
                  </a:lnTo>
                  <a:lnTo>
                    <a:pt x="954912" y="7032"/>
                  </a:lnTo>
                  <a:lnTo>
                    <a:pt x="947324" y="1891"/>
                  </a:lnTo>
                  <a:lnTo>
                    <a:pt x="938022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9927717" y="2443733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626"/>
                  </a:lnTo>
                  <a:lnTo>
                    <a:pt x="6985" y="7032"/>
                  </a:lnTo>
                  <a:lnTo>
                    <a:pt x="14573" y="1891"/>
                  </a:lnTo>
                  <a:lnTo>
                    <a:pt x="23875" y="0"/>
                  </a:lnTo>
                  <a:lnTo>
                    <a:pt x="938022" y="0"/>
                  </a:lnTo>
                  <a:lnTo>
                    <a:pt x="947324" y="1891"/>
                  </a:lnTo>
                  <a:lnTo>
                    <a:pt x="954912" y="7032"/>
                  </a:lnTo>
                  <a:lnTo>
                    <a:pt x="960024" y="14626"/>
                  </a:lnTo>
                  <a:lnTo>
                    <a:pt x="961898" y="23875"/>
                  </a:lnTo>
                  <a:lnTo>
                    <a:pt x="961898" y="613410"/>
                  </a:lnTo>
                  <a:lnTo>
                    <a:pt x="960024" y="622712"/>
                  </a:lnTo>
                  <a:lnTo>
                    <a:pt x="954912" y="630301"/>
                  </a:lnTo>
                  <a:lnTo>
                    <a:pt x="947324" y="635412"/>
                  </a:lnTo>
                  <a:lnTo>
                    <a:pt x="938022" y="637286"/>
                  </a:lnTo>
                  <a:lnTo>
                    <a:pt x="23875" y="637286"/>
                  </a:lnTo>
                  <a:lnTo>
                    <a:pt x="14573" y="635412"/>
                  </a:lnTo>
                  <a:lnTo>
                    <a:pt x="6984" y="630301"/>
                  </a:lnTo>
                  <a:lnTo>
                    <a:pt x="1873" y="622712"/>
                  </a:lnTo>
                  <a:lnTo>
                    <a:pt x="0" y="613410"/>
                  </a:lnTo>
                  <a:lnTo>
                    <a:pt x="0" y="23875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9958705" y="2655569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7364202" y="9382545"/>
            <a:ext cx="284480" cy="2628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15</a:t>
            </a:fld>
            <a:endParaRPr sz="1400">
              <a:latin typeface="Malgun Gothic"/>
              <a:cs typeface="Malgun Gothic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303514" y="1836801"/>
            <a:ext cx="168021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KRaft</a:t>
            </a:r>
            <a:r>
              <a:rPr sz="1800" spc="-3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Controller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367049" y="6415785"/>
            <a:ext cx="1242060" cy="702310"/>
          </a:xfrm>
          <a:prstGeom prst="rect">
            <a:avLst/>
          </a:prstGeom>
        </p:spPr>
        <p:txBody>
          <a:bodyPr vert="vert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7200" spc="-50" dirty="0">
                <a:latin typeface="Malgun Gothic"/>
                <a:cs typeface="Malgun Gothic"/>
              </a:rPr>
              <a:t>…</a:t>
            </a:r>
            <a:endParaRPr sz="7200">
              <a:latin typeface="Malgun Gothic"/>
              <a:cs typeface="Malgun Gothic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5269615" y="5672454"/>
            <a:ext cx="1242060" cy="702310"/>
          </a:xfrm>
          <a:prstGeom prst="rect">
            <a:avLst/>
          </a:prstGeom>
        </p:spPr>
        <p:txBody>
          <a:bodyPr vert="vert" wrap="square" lIns="0" tIns="933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</a:pPr>
            <a:r>
              <a:rPr sz="7200" spc="-50" dirty="0">
                <a:latin typeface="Malgun Gothic"/>
                <a:cs typeface="Malgun Gothic"/>
              </a:rPr>
              <a:t>…</a:t>
            </a:r>
            <a:endParaRPr sz="7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Producer,</a:t>
            </a:r>
            <a:r>
              <a:rPr sz="4400" spc="-10" dirty="0">
                <a:solidFill>
                  <a:srgbClr val="173360"/>
                </a:solidFill>
              </a:rPr>
              <a:t> Consumer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7364202" y="9382545"/>
            <a:ext cx="284480" cy="2628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16</a:t>
            </a:fld>
            <a:endParaRPr sz="14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47394" y="3934790"/>
            <a:ext cx="18605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Arial"/>
                <a:cs typeface="Arial"/>
              </a:rPr>
              <a:t>•</a:t>
            </a:r>
            <a:endParaRPr sz="3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47394" y="5524627"/>
            <a:ext cx="1860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0" dirty="0">
                <a:latin typeface="Arial"/>
                <a:cs typeface="Arial"/>
              </a:rPr>
              <a:t>•</a:t>
            </a:r>
            <a:endParaRPr sz="3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47394" y="2387345"/>
            <a:ext cx="15398750" cy="3711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3665" marR="5080" indent="-137160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1383665" algn="l"/>
              </a:tabLst>
            </a:pPr>
            <a:r>
              <a:rPr sz="3600" dirty="0">
                <a:solidFill>
                  <a:srgbClr val="EC224A"/>
                </a:solidFill>
                <a:latin typeface="Malgun Gothic"/>
                <a:cs typeface="Malgun Gothic"/>
              </a:rPr>
              <a:t>Producer</a:t>
            </a:r>
            <a:r>
              <a:rPr sz="3600" spc="-100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:</a:t>
            </a:r>
            <a:r>
              <a:rPr sz="3600" spc="-90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메시지를</a:t>
            </a:r>
            <a:r>
              <a:rPr sz="3600" spc="-95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만들어서(Produce)</a:t>
            </a:r>
            <a:r>
              <a:rPr sz="3600" spc="-85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Kafka의</a:t>
            </a:r>
            <a:r>
              <a:rPr sz="3600" spc="-80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Topic으로</a:t>
            </a:r>
            <a:r>
              <a:rPr sz="3600" spc="-95" dirty="0">
                <a:latin typeface="Malgun Gothic"/>
                <a:cs typeface="Malgun Gothic"/>
              </a:rPr>
              <a:t> </a:t>
            </a:r>
            <a:r>
              <a:rPr sz="3600" spc="-20" dirty="0">
                <a:latin typeface="Malgun Gothic"/>
                <a:cs typeface="Malgun Gothic"/>
              </a:rPr>
              <a:t>메시지를 </a:t>
            </a:r>
            <a:r>
              <a:rPr sz="3600" dirty="0">
                <a:latin typeface="Malgun Gothic"/>
                <a:cs typeface="Malgun Gothic"/>
              </a:rPr>
              <a:t>보내는</a:t>
            </a:r>
            <a:r>
              <a:rPr sz="3600" spc="-15" dirty="0">
                <a:latin typeface="Malgun Gothic"/>
                <a:cs typeface="Malgun Gothic"/>
              </a:rPr>
              <a:t> </a:t>
            </a:r>
            <a:r>
              <a:rPr sz="3600" spc="-10" dirty="0">
                <a:latin typeface="Malgun Gothic"/>
                <a:cs typeface="Malgun Gothic"/>
              </a:rPr>
              <a:t>애플리케이션</a:t>
            </a:r>
            <a:endParaRPr sz="3600">
              <a:latin typeface="Malgun Gothic"/>
              <a:cs typeface="Malgun Gothic"/>
            </a:endParaRPr>
          </a:p>
          <a:p>
            <a:pPr marL="1383665" marR="188595">
              <a:lnSpc>
                <a:spcPct val="100000"/>
              </a:lnSpc>
              <a:spcBef>
                <a:spcPts val="3545"/>
              </a:spcBef>
            </a:pPr>
            <a:r>
              <a:rPr sz="3600" dirty="0">
                <a:solidFill>
                  <a:srgbClr val="EC224A"/>
                </a:solidFill>
                <a:latin typeface="Malgun Gothic"/>
                <a:cs typeface="Malgun Gothic"/>
              </a:rPr>
              <a:t>Consumer</a:t>
            </a:r>
            <a:r>
              <a:rPr sz="3600" spc="-3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:</a:t>
            </a:r>
            <a:r>
              <a:rPr sz="3600" spc="-45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Topic에</a:t>
            </a:r>
            <a:r>
              <a:rPr sz="3600" spc="-35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저장된</a:t>
            </a:r>
            <a:r>
              <a:rPr sz="3600" spc="-50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메시지를</a:t>
            </a:r>
            <a:r>
              <a:rPr sz="3600" spc="-50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가져와서</a:t>
            </a:r>
            <a:r>
              <a:rPr sz="3600" spc="-30" dirty="0">
                <a:latin typeface="Malgun Gothic"/>
                <a:cs typeface="Malgun Gothic"/>
              </a:rPr>
              <a:t> </a:t>
            </a:r>
            <a:r>
              <a:rPr sz="3600" spc="-10" dirty="0">
                <a:latin typeface="Malgun Gothic"/>
                <a:cs typeface="Malgun Gothic"/>
              </a:rPr>
              <a:t>소비(Consume)하는 애플리케이션</a:t>
            </a:r>
            <a:endParaRPr sz="3600">
              <a:latin typeface="Malgun Gothic"/>
              <a:cs typeface="Malgun Gothic"/>
            </a:endParaRPr>
          </a:p>
          <a:p>
            <a:pPr marL="1383665">
              <a:lnSpc>
                <a:spcPct val="100000"/>
              </a:lnSpc>
              <a:spcBef>
                <a:spcPts val="3875"/>
              </a:spcBef>
            </a:pPr>
            <a:r>
              <a:rPr sz="3600" dirty="0">
                <a:solidFill>
                  <a:srgbClr val="EC224A"/>
                </a:solidFill>
                <a:latin typeface="Malgun Gothic"/>
                <a:cs typeface="Malgun Gothic"/>
              </a:rPr>
              <a:t>Consumer</a:t>
            </a:r>
            <a:r>
              <a:rPr sz="3600" spc="-5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solidFill>
                  <a:srgbClr val="EC224A"/>
                </a:solidFill>
                <a:latin typeface="Malgun Gothic"/>
                <a:cs typeface="Malgun Gothic"/>
              </a:rPr>
              <a:t>Group</a:t>
            </a:r>
            <a:r>
              <a:rPr sz="3600" spc="-3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:</a:t>
            </a:r>
            <a:r>
              <a:rPr sz="3600" spc="-85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Consumer들의</a:t>
            </a:r>
            <a:r>
              <a:rPr sz="3600" spc="-40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집합.</a:t>
            </a:r>
            <a:r>
              <a:rPr sz="3600" spc="-75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Topic의</a:t>
            </a:r>
            <a:r>
              <a:rPr sz="3600" spc="-75" dirty="0">
                <a:latin typeface="Malgun Gothic"/>
                <a:cs typeface="Malgun Gothic"/>
              </a:rPr>
              <a:t> </a:t>
            </a:r>
            <a:r>
              <a:rPr sz="3600" dirty="0">
                <a:latin typeface="Malgun Gothic"/>
                <a:cs typeface="Malgun Gothic"/>
              </a:rPr>
              <a:t>메시지를</a:t>
            </a:r>
            <a:r>
              <a:rPr sz="3600" spc="-65" dirty="0">
                <a:latin typeface="Malgun Gothic"/>
                <a:cs typeface="Malgun Gothic"/>
              </a:rPr>
              <a:t> </a:t>
            </a:r>
            <a:r>
              <a:rPr sz="3600" spc="-20" dirty="0">
                <a:latin typeface="Malgun Gothic"/>
                <a:cs typeface="Malgun Gothic"/>
              </a:rPr>
              <a:t>병렬처리</a:t>
            </a:r>
            <a:endParaRPr sz="3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Producer,</a:t>
            </a:r>
            <a:r>
              <a:rPr sz="4400" spc="-9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Consumer의</a:t>
            </a:r>
            <a:r>
              <a:rPr sz="4400" spc="-75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Decoupling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7389602" y="9398304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17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2260" y="5328158"/>
            <a:ext cx="15778480" cy="1846580"/>
            <a:chOff x="1572260" y="5328158"/>
            <a:chExt cx="15778480" cy="1846580"/>
          </a:xfrm>
        </p:grpSpPr>
        <p:sp>
          <p:nvSpPr>
            <p:cNvPr id="5" name="object 5"/>
            <p:cNvSpPr/>
            <p:nvPr/>
          </p:nvSpPr>
          <p:spPr>
            <a:xfrm>
              <a:off x="1591310" y="5347208"/>
              <a:ext cx="15740380" cy="1808480"/>
            </a:xfrm>
            <a:custGeom>
              <a:avLst/>
              <a:gdLst/>
              <a:ahLst/>
              <a:cxnLst/>
              <a:rect l="l" t="t" r="r" b="b"/>
              <a:pathLst>
                <a:path w="15740380" h="1808479">
                  <a:moveTo>
                    <a:pt x="15373223" y="0"/>
                  </a:moveTo>
                  <a:lnTo>
                    <a:pt x="366776" y="0"/>
                  </a:lnTo>
                  <a:lnTo>
                    <a:pt x="320768" y="2857"/>
                  </a:lnTo>
                  <a:lnTo>
                    <a:pt x="276466" y="11201"/>
                  </a:lnTo>
                  <a:lnTo>
                    <a:pt x="234212" y="24688"/>
                  </a:lnTo>
                  <a:lnTo>
                    <a:pt x="194352" y="42973"/>
                  </a:lnTo>
                  <a:lnTo>
                    <a:pt x="157228" y="65713"/>
                  </a:lnTo>
                  <a:lnTo>
                    <a:pt x="123185" y="92565"/>
                  </a:lnTo>
                  <a:lnTo>
                    <a:pt x="92565" y="123185"/>
                  </a:lnTo>
                  <a:lnTo>
                    <a:pt x="65713" y="157228"/>
                  </a:lnTo>
                  <a:lnTo>
                    <a:pt x="42973" y="194352"/>
                  </a:lnTo>
                  <a:lnTo>
                    <a:pt x="24688" y="234212"/>
                  </a:lnTo>
                  <a:lnTo>
                    <a:pt x="11201" y="276466"/>
                  </a:lnTo>
                  <a:lnTo>
                    <a:pt x="2857" y="320768"/>
                  </a:lnTo>
                  <a:lnTo>
                    <a:pt x="0" y="366775"/>
                  </a:lnTo>
                  <a:lnTo>
                    <a:pt x="0" y="1441577"/>
                  </a:lnTo>
                  <a:lnTo>
                    <a:pt x="2857" y="1487586"/>
                  </a:lnTo>
                  <a:lnTo>
                    <a:pt x="11201" y="1531894"/>
                  </a:lnTo>
                  <a:lnTo>
                    <a:pt x="24688" y="1574157"/>
                  </a:lnTo>
                  <a:lnTo>
                    <a:pt x="42973" y="1614029"/>
                  </a:lnTo>
                  <a:lnTo>
                    <a:pt x="65713" y="1651166"/>
                  </a:lnTo>
                  <a:lnTo>
                    <a:pt x="92565" y="1685223"/>
                  </a:lnTo>
                  <a:lnTo>
                    <a:pt x="123185" y="1715857"/>
                  </a:lnTo>
                  <a:lnTo>
                    <a:pt x="157228" y="1742724"/>
                  </a:lnTo>
                  <a:lnTo>
                    <a:pt x="194352" y="1765477"/>
                  </a:lnTo>
                  <a:lnTo>
                    <a:pt x="234212" y="1783774"/>
                  </a:lnTo>
                  <a:lnTo>
                    <a:pt x="276466" y="1797270"/>
                  </a:lnTo>
                  <a:lnTo>
                    <a:pt x="320768" y="1805620"/>
                  </a:lnTo>
                  <a:lnTo>
                    <a:pt x="366776" y="1808479"/>
                  </a:lnTo>
                  <a:lnTo>
                    <a:pt x="15373223" y="1808479"/>
                  </a:lnTo>
                  <a:lnTo>
                    <a:pt x="15419230" y="1805620"/>
                  </a:lnTo>
                  <a:lnTo>
                    <a:pt x="15463532" y="1797270"/>
                  </a:lnTo>
                  <a:lnTo>
                    <a:pt x="15505786" y="1783774"/>
                  </a:lnTo>
                  <a:lnTo>
                    <a:pt x="15545646" y="1765477"/>
                  </a:lnTo>
                  <a:lnTo>
                    <a:pt x="15582770" y="1742724"/>
                  </a:lnTo>
                  <a:lnTo>
                    <a:pt x="15616813" y="1715857"/>
                  </a:lnTo>
                  <a:lnTo>
                    <a:pt x="15647433" y="1685223"/>
                  </a:lnTo>
                  <a:lnTo>
                    <a:pt x="15674285" y="1651166"/>
                  </a:lnTo>
                  <a:lnTo>
                    <a:pt x="15697025" y="1614029"/>
                  </a:lnTo>
                  <a:lnTo>
                    <a:pt x="15715310" y="1574157"/>
                  </a:lnTo>
                  <a:lnTo>
                    <a:pt x="15728797" y="1531894"/>
                  </a:lnTo>
                  <a:lnTo>
                    <a:pt x="15737141" y="1487586"/>
                  </a:lnTo>
                  <a:lnTo>
                    <a:pt x="15739999" y="1441577"/>
                  </a:lnTo>
                  <a:lnTo>
                    <a:pt x="15739999" y="366775"/>
                  </a:lnTo>
                  <a:lnTo>
                    <a:pt x="15737141" y="320768"/>
                  </a:lnTo>
                  <a:lnTo>
                    <a:pt x="15728797" y="276466"/>
                  </a:lnTo>
                  <a:lnTo>
                    <a:pt x="15715310" y="234212"/>
                  </a:lnTo>
                  <a:lnTo>
                    <a:pt x="15697025" y="194352"/>
                  </a:lnTo>
                  <a:lnTo>
                    <a:pt x="15674285" y="157228"/>
                  </a:lnTo>
                  <a:lnTo>
                    <a:pt x="15647433" y="123185"/>
                  </a:lnTo>
                  <a:lnTo>
                    <a:pt x="15616813" y="92565"/>
                  </a:lnTo>
                  <a:lnTo>
                    <a:pt x="15582770" y="65713"/>
                  </a:lnTo>
                  <a:lnTo>
                    <a:pt x="15545646" y="42973"/>
                  </a:lnTo>
                  <a:lnTo>
                    <a:pt x="15505786" y="24688"/>
                  </a:lnTo>
                  <a:lnTo>
                    <a:pt x="15463532" y="11201"/>
                  </a:lnTo>
                  <a:lnTo>
                    <a:pt x="15419230" y="2857"/>
                  </a:lnTo>
                  <a:lnTo>
                    <a:pt x="1537322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91310" y="5347208"/>
              <a:ext cx="15740380" cy="1808480"/>
            </a:xfrm>
            <a:custGeom>
              <a:avLst/>
              <a:gdLst/>
              <a:ahLst/>
              <a:cxnLst/>
              <a:rect l="l" t="t" r="r" b="b"/>
              <a:pathLst>
                <a:path w="15740380" h="1808479">
                  <a:moveTo>
                    <a:pt x="0" y="366775"/>
                  </a:moveTo>
                  <a:lnTo>
                    <a:pt x="2857" y="320768"/>
                  </a:lnTo>
                  <a:lnTo>
                    <a:pt x="11201" y="276466"/>
                  </a:lnTo>
                  <a:lnTo>
                    <a:pt x="24688" y="234212"/>
                  </a:lnTo>
                  <a:lnTo>
                    <a:pt x="42973" y="194352"/>
                  </a:lnTo>
                  <a:lnTo>
                    <a:pt x="65713" y="157228"/>
                  </a:lnTo>
                  <a:lnTo>
                    <a:pt x="92565" y="123185"/>
                  </a:lnTo>
                  <a:lnTo>
                    <a:pt x="123185" y="92565"/>
                  </a:lnTo>
                  <a:lnTo>
                    <a:pt x="157228" y="65713"/>
                  </a:lnTo>
                  <a:lnTo>
                    <a:pt x="194352" y="42973"/>
                  </a:lnTo>
                  <a:lnTo>
                    <a:pt x="234212" y="24688"/>
                  </a:lnTo>
                  <a:lnTo>
                    <a:pt x="276466" y="11201"/>
                  </a:lnTo>
                  <a:lnTo>
                    <a:pt x="320768" y="2857"/>
                  </a:lnTo>
                  <a:lnTo>
                    <a:pt x="366776" y="0"/>
                  </a:lnTo>
                  <a:lnTo>
                    <a:pt x="15373223" y="0"/>
                  </a:lnTo>
                  <a:lnTo>
                    <a:pt x="15419230" y="2857"/>
                  </a:lnTo>
                  <a:lnTo>
                    <a:pt x="15463532" y="11201"/>
                  </a:lnTo>
                  <a:lnTo>
                    <a:pt x="15505786" y="24688"/>
                  </a:lnTo>
                  <a:lnTo>
                    <a:pt x="15545646" y="42973"/>
                  </a:lnTo>
                  <a:lnTo>
                    <a:pt x="15582770" y="65713"/>
                  </a:lnTo>
                  <a:lnTo>
                    <a:pt x="15616813" y="92565"/>
                  </a:lnTo>
                  <a:lnTo>
                    <a:pt x="15647433" y="123185"/>
                  </a:lnTo>
                  <a:lnTo>
                    <a:pt x="15674285" y="157228"/>
                  </a:lnTo>
                  <a:lnTo>
                    <a:pt x="15697025" y="194352"/>
                  </a:lnTo>
                  <a:lnTo>
                    <a:pt x="15715310" y="234212"/>
                  </a:lnTo>
                  <a:lnTo>
                    <a:pt x="15728797" y="276466"/>
                  </a:lnTo>
                  <a:lnTo>
                    <a:pt x="15737141" y="320768"/>
                  </a:lnTo>
                  <a:lnTo>
                    <a:pt x="15739999" y="366775"/>
                  </a:lnTo>
                  <a:lnTo>
                    <a:pt x="15739999" y="1441577"/>
                  </a:lnTo>
                  <a:lnTo>
                    <a:pt x="15737141" y="1487586"/>
                  </a:lnTo>
                  <a:lnTo>
                    <a:pt x="15728797" y="1531894"/>
                  </a:lnTo>
                  <a:lnTo>
                    <a:pt x="15715310" y="1574157"/>
                  </a:lnTo>
                  <a:lnTo>
                    <a:pt x="15697025" y="1614029"/>
                  </a:lnTo>
                  <a:lnTo>
                    <a:pt x="15674285" y="1651166"/>
                  </a:lnTo>
                  <a:lnTo>
                    <a:pt x="15647433" y="1685223"/>
                  </a:lnTo>
                  <a:lnTo>
                    <a:pt x="15616813" y="1715857"/>
                  </a:lnTo>
                  <a:lnTo>
                    <a:pt x="15582770" y="1742724"/>
                  </a:lnTo>
                  <a:lnTo>
                    <a:pt x="15545646" y="1765477"/>
                  </a:lnTo>
                  <a:lnTo>
                    <a:pt x="15505786" y="1783774"/>
                  </a:lnTo>
                  <a:lnTo>
                    <a:pt x="15463532" y="1797270"/>
                  </a:lnTo>
                  <a:lnTo>
                    <a:pt x="15419230" y="1805620"/>
                  </a:lnTo>
                  <a:lnTo>
                    <a:pt x="15373223" y="1808479"/>
                  </a:lnTo>
                  <a:lnTo>
                    <a:pt x="366776" y="1808479"/>
                  </a:lnTo>
                  <a:lnTo>
                    <a:pt x="320768" y="1805620"/>
                  </a:lnTo>
                  <a:lnTo>
                    <a:pt x="276466" y="1797270"/>
                  </a:lnTo>
                  <a:lnTo>
                    <a:pt x="234212" y="1783774"/>
                  </a:lnTo>
                  <a:lnTo>
                    <a:pt x="194352" y="1765477"/>
                  </a:lnTo>
                  <a:lnTo>
                    <a:pt x="157228" y="1742724"/>
                  </a:lnTo>
                  <a:lnTo>
                    <a:pt x="123185" y="1715857"/>
                  </a:lnTo>
                  <a:lnTo>
                    <a:pt x="92565" y="1685223"/>
                  </a:lnTo>
                  <a:lnTo>
                    <a:pt x="65713" y="1651166"/>
                  </a:lnTo>
                  <a:lnTo>
                    <a:pt x="42973" y="1614029"/>
                  </a:lnTo>
                  <a:lnTo>
                    <a:pt x="24688" y="1574157"/>
                  </a:lnTo>
                  <a:lnTo>
                    <a:pt x="11201" y="1531894"/>
                  </a:lnTo>
                  <a:lnTo>
                    <a:pt x="2857" y="1487586"/>
                  </a:lnTo>
                  <a:lnTo>
                    <a:pt x="0" y="1441577"/>
                  </a:lnTo>
                  <a:lnTo>
                    <a:pt x="0" y="3667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29015" y="5484114"/>
            <a:ext cx="166623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FFFF"/>
                </a:solidFill>
                <a:latin typeface="Malgun Gothic"/>
                <a:cs typeface="Malgun Gothic"/>
              </a:rPr>
              <a:t>Commit</a:t>
            </a:r>
            <a:r>
              <a:rPr sz="2200" b="1" spc="-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Log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8806" y="5544057"/>
            <a:ext cx="7778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50" dirty="0">
                <a:latin typeface="Malgun Gothic"/>
                <a:cs typeface="Malgun Gothic"/>
              </a:rPr>
              <a:t>…</a:t>
            </a:r>
            <a:endParaRPr sz="8000">
              <a:latin typeface="Malgun Gothic"/>
              <a:cs typeface="Malgun Gothic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123820" y="6055829"/>
          <a:ext cx="11702414" cy="820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20419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0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1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2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3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5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6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7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9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25" dirty="0">
                          <a:latin typeface="Malgun Gothic"/>
                          <a:cs typeface="Malgun Gothic"/>
                        </a:rPr>
                        <a:t>10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ysDash"/>
                    </a:lnR>
                    <a:lnT w="28575">
                      <a:solidFill>
                        <a:srgbClr val="005376"/>
                      </a:solidFill>
                      <a:prstDash val="sysDash"/>
                    </a:lnT>
                    <a:lnB w="28575">
                      <a:solidFill>
                        <a:srgbClr val="005376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11671681" y="3495547"/>
            <a:ext cx="3246755" cy="965200"/>
            <a:chOff x="11671681" y="3495547"/>
            <a:chExt cx="3246755" cy="965200"/>
          </a:xfrm>
        </p:grpSpPr>
        <p:sp>
          <p:nvSpPr>
            <p:cNvPr id="11" name="object 11"/>
            <p:cNvSpPr/>
            <p:nvPr/>
          </p:nvSpPr>
          <p:spPr>
            <a:xfrm>
              <a:off x="11690731" y="3514597"/>
              <a:ext cx="3208655" cy="927100"/>
            </a:xfrm>
            <a:custGeom>
              <a:avLst/>
              <a:gdLst/>
              <a:ahLst/>
              <a:cxnLst/>
              <a:rect l="l" t="t" r="r" b="b"/>
              <a:pathLst>
                <a:path w="3208655" h="927100">
                  <a:moveTo>
                    <a:pt x="3126105" y="0"/>
                  </a:moveTo>
                  <a:lnTo>
                    <a:pt x="82042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2"/>
                  </a:lnTo>
                  <a:lnTo>
                    <a:pt x="0" y="845057"/>
                  </a:lnTo>
                  <a:lnTo>
                    <a:pt x="6461" y="877004"/>
                  </a:lnTo>
                  <a:lnTo>
                    <a:pt x="24066" y="903081"/>
                  </a:lnTo>
                  <a:lnTo>
                    <a:pt x="50149" y="920656"/>
                  </a:lnTo>
                  <a:lnTo>
                    <a:pt x="82042" y="927100"/>
                  </a:lnTo>
                  <a:lnTo>
                    <a:pt x="3126105" y="927100"/>
                  </a:lnTo>
                  <a:lnTo>
                    <a:pt x="3158051" y="920656"/>
                  </a:lnTo>
                  <a:lnTo>
                    <a:pt x="3184128" y="903081"/>
                  </a:lnTo>
                  <a:lnTo>
                    <a:pt x="3201703" y="877004"/>
                  </a:lnTo>
                  <a:lnTo>
                    <a:pt x="3208147" y="845057"/>
                  </a:lnTo>
                  <a:lnTo>
                    <a:pt x="3208147" y="82042"/>
                  </a:lnTo>
                  <a:lnTo>
                    <a:pt x="3201703" y="50095"/>
                  </a:lnTo>
                  <a:lnTo>
                    <a:pt x="3184128" y="24018"/>
                  </a:lnTo>
                  <a:lnTo>
                    <a:pt x="3158051" y="6443"/>
                  </a:lnTo>
                  <a:lnTo>
                    <a:pt x="3126105" y="0"/>
                  </a:lnTo>
                  <a:close/>
                </a:path>
              </a:pathLst>
            </a:custGeom>
            <a:solidFill>
              <a:srgbClr val="73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690731" y="3514597"/>
              <a:ext cx="3208655" cy="927100"/>
            </a:xfrm>
            <a:custGeom>
              <a:avLst/>
              <a:gdLst/>
              <a:ahLst/>
              <a:cxnLst/>
              <a:rect l="l" t="t" r="r" b="b"/>
              <a:pathLst>
                <a:path w="3208655" h="927100">
                  <a:moveTo>
                    <a:pt x="0" y="82042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2" y="0"/>
                  </a:lnTo>
                  <a:lnTo>
                    <a:pt x="3126105" y="0"/>
                  </a:lnTo>
                  <a:lnTo>
                    <a:pt x="3158051" y="6443"/>
                  </a:lnTo>
                  <a:lnTo>
                    <a:pt x="3184128" y="24018"/>
                  </a:lnTo>
                  <a:lnTo>
                    <a:pt x="3201703" y="50095"/>
                  </a:lnTo>
                  <a:lnTo>
                    <a:pt x="3208147" y="82042"/>
                  </a:lnTo>
                  <a:lnTo>
                    <a:pt x="3208147" y="845057"/>
                  </a:lnTo>
                  <a:lnTo>
                    <a:pt x="3201703" y="877004"/>
                  </a:lnTo>
                  <a:lnTo>
                    <a:pt x="3184128" y="903081"/>
                  </a:lnTo>
                  <a:lnTo>
                    <a:pt x="3158051" y="920656"/>
                  </a:lnTo>
                  <a:lnTo>
                    <a:pt x="3126105" y="927100"/>
                  </a:lnTo>
                  <a:lnTo>
                    <a:pt x="82042" y="927100"/>
                  </a:lnTo>
                  <a:lnTo>
                    <a:pt x="50149" y="920656"/>
                  </a:lnTo>
                  <a:lnTo>
                    <a:pt x="24066" y="903081"/>
                  </a:lnTo>
                  <a:lnTo>
                    <a:pt x="6461" y="877004"/>
                  </a:lnTo>
                  <a:lnTo>
                    <a:pt x="0" y="845057"/>
                  </a:lnTo>
                  <a:lnTo>
                    <a:pt x="0" y="82042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685014" y="3793998"/>
            <a:ext cx="12230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5716270" y="8247506"/>
            <a:ext cx="3246755" cy="965835"/>
            <a:chOff x="5716270" y="8247506"/>
            <a:chExt cx="3246755" cy="965835"/>
          </a:xfrm>
        </p:grpSpPr>
        <p:sp>
          <p:nvSpPr>
            <p:cNvPr id="15" name="object 15"/>
            <p:cNvSpPr/>
            <p:nvPr/>
          </p:nvSpPr>
          <p:spPr>
            <a:xfrm>
              <a:off x="5735320" y="8266556"/>
              <a:ext cx="3208655" cy="927735"/>
            </a:xfrm>
            <a:custGeom>
              <a:avLst/>
              <a:gdLst/>
              <a:ahLst/>
              <a:cxnLst/>
              <a:rect l="l" t="t" r="r" b="b"/>
              <a:pathLst>
                <a:path w="3208654" h="927734">
                  <a:moveTo>
                    <a:pt x="3126104" y="0"/>
                  </a:moveTo>
                  <a:lnTo>
                    <a:pt x="82041" y="0"/>
                  </a:lnTo>
                  <a:lnTo>
                    <a:pt x="50149" y="6461"/>
                  </a:lnTo>
                  <a:lnTo>
                    <a:pt x="24066" y="24066"/>
                  </a:lnTo>
                  <a:lnTo>
                    <a:pt x="6461" y="50149"/>
                  </a:lnTo>
                  <a:lnTo>
                    <a:pt x="0" y="82042"/>
                  </a:lnTo>
                  <a:lnTo>
                    <a:pt x="0" y="845121"/>
                  </a:lnTo>
                  <a:lnTo>
                    <a:pt x="6461" y="877055"/>
                  </a:lnTo>
                  <a:lnTo>
                    <a:pt x="24066" y="903128"/>
                  </a:lnTo>
                  <a:lnTo>
                    <a:pt x="50149" y="920705"/>
                  </a:lnTo>
                  <a:lnTo>
                    <a:pt x="82041" y="927150"/>
                  </a:lnTo>
                  <a:lnTo>
                    <a:pt x="3126104" y="927150"/>
                  </a:lnTo>
                  <a:lnTo>
                    <a:pt x="3158051" y="920705"/>
                  </a:lnTo>
                  <a:lnTo>
                    <a:pt x="3184128" y="903128"/>
                  </a:lnTo>
                  <a:lnTo>
                    <a:pt x="3201703" y="877055"/>
                  </a:lnTo>
                  <a:lnTo>
                    <a:pt x="3208147" y="845121"/>
                  </a:lnTo>
                  <a:lnTo>
                    <a:pt x="3208147" y="82042"/>
                  </a:lnTo>
                  <a:lnTo>
                    <a:pt x="3201703" y="50149"/>
                  </a:lnTo>
                  <a:lnTo>
                    <a:pt x="3184128" y="24066"/>
                  </a:lnTo>
                  <a:lnTo>
                    <a:pt x="3158051" y="6461"/>
                  </a:lnTo>
                  <a:lnTo>
                    <a:pt x="3126104" y="0"/>
                  </a:lnTo>
                  <a:close/>
                </a:path>
              </a:pathLst>
            </a:custGeom>
            <a:solidFill>
              <a:srgbClr val="E6F5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735320" y="8266556"/>
              <a:ext cx="3208655" cy="927735"/>
            </a:xfrm>
            <a:custGeom>
              <a:avLst/>
              <a:gdLst/>
              <a:ahLst/>
              <a:cxnLst/>
              <a:rect l="l" t="t" r="r" b="b"/>
              <a:pathLst>
                <a:path w="3208654" h="927734">
                  <a:moveTo>
                    <a:pt x="0" y="82042"/>
                  </a:moveTo>
                  <a:lnTo>
                    <a:pt x="6461" y="50149"/>
                  </a:lnTo>
                  <a:lnTo>
                    <a:pt x="24066" y="24066"/>
                  </a:lnTo>
                  <a:lnTo>
                    <a:pt x="50149" y="6461"/>
                  </a:lnTo>
                  <a:lnTo>
                    <a:pt x="82041" y="0"/>
                  </a:lnTo>
                  <a:lnTo>
                    <a:pt x="3126104" y="0"/>
                  </a:lnTo>
                  <a:lnTo>
                    <a:pt x="3158051" y="6461"/>
                  </a:lnTo>
                  <a:lnTo>
                    <a:pt x="3184128" y="24066"/>
                  </a:lnTo>
                  <a:lnTo>
                    <a:pt x="3201703" y="50149"/>
                  </a:lnTo>
                  <a:lnTo>
                    <a:pt x="3208147" y="82042"/>
                  </a:lnTo>
                  <a:lnTo>
                    <a:pt x="3208147" y="845121"/>
                  </a:lnTo>
                  <a:lnTo>
                    <a:pt x="3201703" y="877055"/>
                  </a:lnTo>
                  <a:lnTo>
                    <a:pt x="3184128" y="903128"/>
                  </a:lnTo>
                  <a:lnTo>
                    <a:pt x="3158051" y="920705"/>
                  </a:lnTo>
                  <a:lnTo>
                    <a:pt x="3126104" y="927150"/>
                  </a:lnTo>
                  <a:lnTo>
                    <a:pt x="82041" y="927150"/>
                  </a:lnTo>
                  <a:lnTo>
                    <a:pt x="50149" y="920705"/>
                  </a:lnTo>
                  <a:lnTo>
                    <a:pt x="24066" y="903128"/>
                  </a:lnTo>
                  <a:lnTo>
                    <a:pt x="6461" y="877055"/>
                  </a:lnTo>
                  <a:lnTo>
                    <a:pt x="0" y="845121"/>
                  </a:lnTo>
                  <a:lnTo>
                    <a:pt x="0" y="82042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657213" y="8546338"/>
            <a:ext cx="136715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Consumer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6508115" y="4475098"/>
            <a:ext cx="6901180" cy="3806825"/>
            <a:chOff x="6508115" y="4475098"/>
            <a:chExt cx="6901180" cy="3806825"/>
          </a:xfrm>
        </p:grpSpPr>
        <p:sp>
          <p:nvSpPr>
            <p:cNvPr id="19" name="object 19"/>
            <p:cNvSpPr/>
            <p:nvPr/>
          </p:nvSpPr>
          <p:spPr>
            <a:xfrm>
              <a:off x="13180568" y="4475098"/>
              <a:ext cx="228600" cy="1593850"/>
            </a:xfrm>
            <a:custGeom>
              <a:avLst/>
              <a:gdLst/>
              <a:ahLst/>
              <a:cxnLst/>
              <a:rect l="l" t="t" r="r" b="b"/>
              <a:pathLst>
                <a:path w="228600" h="1593850">
                  <a:moveTo>
                    <a:pt x="76200" y="1364868"/>
                  </a:moveTo>
                  <a:lnTo>
                    <a:pt x="0" y="1364868"/>
                  </a:lnTo>
                  <a:lnTo>
                    <a:pt x="114300" y="1593468"/>
                  </a:lnTo>
                  <a:lnTo>
                    <a:pt x="209550" y="1402968"/>
                  </a:lnTo>
                  <a:lnTo>
                    <a:pt x="76200" y="1402968"/>
                  </a:lnTo>
                  <a:lnTo>
                    <a:pt x="76200" y="1364868"/>
                  </a:lnTo>
                  <a:close/>
                </a:path>
                <a:path w="228600" h="1593850">
                  <a:moveTo>
                    <a:pt x="152400" y="0"/>
                  </a:moveTo>
                  <a:lnTo>
                    <a:pt x="76200" y="0"/>
                  </a:lnTo>
                  <a:lnTo>
                    <a:pt x="76200" y="1402968"/>
                  </a:lnTo>
                  <a:lnTo>
                    <a:pt x="152400" y="1402968"/>
                  </a:lnTo>
                  <a:lnTo>
                    <a:pt x="152400" y="0"/>
                  </a:lnTo>
                  <a:close/>
                </a:path>
                <a:path w="228600" h="1593850">
                  <a:moveTo>
                    <a:pt x="228600" y="1364868"/>
                  </a:moveTo>
                  <a:lnTo>
                    <a:pt x="152400" y="1364868"/>
                  </a:lnTo>
                  <a:lnTo>
                    <a:pt x="152400" y="1402968"/>
                  </a:lnTo>
                  <a:lnTo>
                    <a:pt x="209550" y="1402968"/>
                  </a:lnTo>
                  <a:lnTo>
                    <a:pt x="228600" y="136486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46215" y="6911683"/>
              <a:ext cx="682625" cy="1332230"/>
            </a:xfrm>
            <a:custGeom>
              <a:avLst/>
              <a:gdLst/>
              <a:ahLst/>
              <a:cxnLst/>
              <a:rect l="l" t="t" r="r" b="b"/>
              <a:pathLst>
                <a:path w="682625" h="1332229">
                  <a:moveTo>
                    <a:pt x="0" y="1331632"/>
                  </a:moveTo>
                  <a:lnTo>
                    <a:pt x="7078" y="1278351"/>
                  </a:lnTo>
                  <a:lnTo>
                    <a:pt x="12692" y="1226851"/>
                  </a:lnTo>
                  <a:lnTo>
                    <a:pt x="17202" y="1176616"/>
                  </a:lnTo>
                  <a:lnTo>
                    <a:pt x="20969" y="1127129"/>
                  </a:lnTo>
                  <a:lnTo>
                    <a:pt x="24356" y="1077872"/>
                  </a:lnTo>
                  <a:lnTo>
                    <a:pt x="27722" y="1028329"/>
                  </a:lnTo>
                  <a:lnTo>
                    <a:pt x="31429" y="977983"/>
                  </a:lnTo>
                  <a:lnTo>
                    <a:pt x="35839" y="926317"/>
                  </a:lnTo>
                  <a:lnTo>
                    <a:pt x="41312" y="872813"/>
                  </a:lnTo>
                  <a:lnTo>
                    <a:pt x="48211" y="816956"/>
                  </a:lnTo>
                  <a:lnTo>
                    <a:pt x="56895" y="758227"/>
                  </a:lnTo>
                  <a:lnTo>
                    <a:pt x="63420" y="713757"/>
                  </a:lnTo>
                  <a:lnTo>
                    <a:pt x="69750" y="664055"/>
                  </a:lnTo>
                  <a:lnTo>
                    <a:pt x="76019" y="610165"/>
                  </a:lnTo>
                  <a:lnTo>
                    <a:pt x="82363" y="553132"/>
                  </a:lnTo>
                  <a:lnTo>
                    <a:pt x="88917" y="494001"/>
                  </a:lnTo>
                  <a:lnTo>
                    <a:pt x="95816" y="433818"/>
                  </a:lnTo>
                  <a:lnTo>
                    <a:pt x="103194" y="373627"/>
                  </a:lnTo>
                  <a:lnTo>
                    <a:pt x="111188" y="314473"/>
                  </a:lnTo>
                  <a:lnTo>
                    <a:pt x="119932" y="257401"/>
                  </a:lnTo>
                  <a:lnTo>
                    <a:pt x="129561" y="203457"/>
                  </a:lnTo>
                  <a:lnTo>
                    <a:pt x="140210" y="153684"/>
                  </a:lnTo>
                  <a:lnTo>
                    <a:pt x="152015" y="109128"/>
                  </a:lnTo>
                  <a:lnTo>
                    <a:pt x="165109" y="70834"/>
                  </a:lnTo>
                  <a:lnTo>
                    <a:pt x="195710" y="17212"/>
                  </a:lnTo>
                  <a:lnTo>
                    <a:pt x="235682" y="0"/>
                  </a:lnTo>
                  <a:lnTo>
                    <a:pt x="261926" y="4981"/>
                  </a:lnTo>
                  <a:lnTo>
                    <a:pt x="323778" y="38395"/>
                  </a:lnTo>
                  <a:lnTo>
                    <a:pt x="357994" y="65117"/>
                  </a:lnTo>
                  <a:lnTo>
                    <a:pt x="393475" y="97377"/>
                  </a:lnTo>
                  <a:lnTo>
                    <a:pt x="429526" y="134319"/>
                  </a:lnTo>
                  <a:lnTo>
                    <a:pt x="465451" y="175088"/>
                  </a:lnTo>
                  <a:lnTo>
                    <a:pt x="500553" y="218831"/>
                  </a:lnTo>
                  <a:lnTo>
                    <a:pt x="534138" y="264691"/>
                  </a:lnTo>
                  <a:lnTo>
                    <a:pt x="565509" y="311814"/>
                  </a:lnTo>
                  <a:lnTo>
                    <a:pt x="593970" y="359346"/>
                  </a:lnTo>
                  <a:lnTo>
                    <a:pt x="618826" y="406432"/>
                  </a:lnTo>
                  <a:lnTo>
                    <a:pt x="639381" y="452216"/>
                  </a:lnTo>
                  <a:lnTo>
                    <a:pt x="654938" y="495845"/>
                  </a:lnTo>
                  <a:lnTo>
                    <a:pt x="665512" y="536284"/>
                  </a:lnTo>
                  <a:lnTo>
                    <a:pt x="673350" y="578282"/>
                  </a:lnTo>
                  <a:lnTo>
                    <a:pt x="678636" y="621737"/>
                  </a:lnTo>
                  <a:lnTo>
                    <a:pt x="681551" y="666545"/>
                  </a:lnTo>
                  <a:lnTo>
                    <a:pt x="682277" y="712601"/>
                  </a:lnTo>
                  <a:lnTo>
                    <a:pt x="680998" y="759802"/>
                  </a:lnTo>
                  <a:lnTo>
                    <a:pt x="677893" y="808044"/>
                  </a:lnTo>
                  <a:lnTo>
                    <a:pt x="673147" y="857223"/>
                  </a:lnTo>
                  <a:lnTo>
                    <a:pt x="666941" y="907236"/>
                  </a:lnTo>
                  <a:lnTo>
                    <a:pt x="659457" y="957979"/>
                  </a:lnTo>
                  <a:lnTo>
                    <a:pt x="650877" y="1009347"/>
                  </a:lnTo>
                  <a:lnTo>
                    <a:pt x="641383" y="1061237"/>
                  </a:lnTo>
                  <a:lnTo>
                    <a:pt x="631158" y="1113546"/>
                  </a:lnTo>
                  <a:lnTo>
                    <a:pt x="620384" y="1166168"/>
                  </a:lnTo>
                  <a:lnTo>
                    <a:pt x="609242" y="1219002"/>
                  </a:lnTo>
                  <a:lnTo>
                    <a:pt x="597915" y="1271942"/>
                  </a:lnTo>
                </a:path>
              </a:pathLst>
            </a:custGeom>
            <a:ln w="762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3636497" y="4710176"/>
            <a:ext cx="7048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Malgun Gothic"/>
                <a:cs typeface="Malgun Gothic"/>
              </a:rPr>
              <a:t>Write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58147" y="8537193"/>
            <a:ext cx="10852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Malgun Gothic"/>
                <a:cs typeface="Malgun Gothic"/>
              </a:rPr>
              <a:t>offset=4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610982" y="7578597"/>
            <a:ext cx="657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Malgun Gothic"/>
                <a:cs typeface="Malgun Gothic"/>
              </a:rPr>
              <a:t>Read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100064" y="9257486"/>
            <a:ext cx="247840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Malgun Gothic"/>
                <a:cs typeface="Malgun Gothic"/>
              </a:rPr>
              <a:t>Consumer</a:t>
            </a:r>
            <a:r>
              <a:rPr sz="2200" spc="-7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Group</a:t>
            </a:r>
            <a:r>
              <a:rPr sz="2200" spc="-75" dirty="0">
                <a:latin typeface="Malgun Gothic"/>
                <a:cs typeface="Malgun Gothic"/>
              </a:rPr>
              <a:t> </a:t>
            </a:r>
            <a:r>
              <a:rPr sz="2200" b="1" spc="-50" dirty="0">
                <a:solidFill>
                  <a:srgbClr val="EC224A"/>
                </a:solidFill>
                <a:latin typeface="Malgun Gothic"/>
                <a:cs typeface="Malgun Gothic"/>
              </a:rPr>
              <a:t>X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3988" y="1839290"/>
            <a:ext cx="1671320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Malgun Gothic"/>
                <a:cs typeface="Malgun Gothic"/>
              </a:rPr>
              <a:t>Producer와</a:t>
            </a:r>
            <a:r>
              <a:rPr sz="3200" spc="-2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Consumer는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서로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간에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알지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못하고,</a:t>
            </a:r>
            <a:r>
              <a:rPr sz="3200" spc="-2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Producer와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Consumer는</a:t>
            </a:r>
            <a:r>
              <a:rPr sz="3200" spc="-2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각각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고유의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spc="-25" dirty="0">
                <a:latin typeface="Malgun Gothic"/>
                <a:cs typeface="Malgun Gothic"/>
              </a:rPr>
              <a:t>속도 </a:t>
            </a:r>
            <a:r>
              <a:rPr sz="3200" dirty="0">
                <a:latin typeface="Malgun Gothic"/>
                <a:cs typeface="Malgun Gothic"/>
              </a:rPr>
              <a:t>로</a:t>
            </a:r>
            <a:r>
              <a:rPr sz="3200" spc="-1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Commit</a:t>
            </a:r>
            <a:r>
              <a:rPr sz="3200" spc="-3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Log에</a:t>
            </a:r>
            <a:r>
              <a:rPr sz="3200" spc="-1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Write</a:t>
            </a:r>
            <a:r>
              <a:rPr sz="3200" spc="-2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및</a:t>
            </a:r>
            <a:r>
              <a:rPr sz="3200" spc="-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Read를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spc="-25" dirty="0">
                <a:latin typeface="Malgun Gothic"/>
                <a:cs typeface="Malgun Gothic"/>
              </a:rPr>
              <a:t>수행</a:t>
            </a:r>
            <a:endParaRPr sz="3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Commit</a:t>
            </a:r>
            <a:r>
              <a:rPr sz="4400" spc="-40" dirty="0">
                <a:solidFill>
                  <a:srgbClr val="173360"/>
                </a:solidFill>
              </a:rPr>
              <a:t> </a:t>
            </a:r>
            <a:r>
              <a:rPr sz="4400" spc="-25" dirty="0">
                <a:solidFill>
                  <a:srgbClr val="173360"/>
                </a:solidFill>
              </a:rPr>
              <a:t>Log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17389602" y="9398304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18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72260" y="5328158"/>
            <a:ext cx="15778480" cy="1846580"/>
            <a:chOff x="1572260" y="5328158"/>
            <a:chExt cx="15778480" cy="1846580"/>
          </a:xfrm>
        </p:grpSpPr>
        <p:sp>
          <p:nvSpPr>
            <p:cNvPr id="5" name="object 5"/>
            <p:cNvSpPr/>
            <p:nvPr/>
          </p:nvSpPr>
          <p:spPr>
            <a:xfrm>
              <a:off x="1591310" y="5347208"/>
              <a:ext cx="15740380" cy="1808480"/>
            </a:xfrm>
            <a:custGeom>
              <a:avLst/>
              <a:gdLst/>
              <a:ahLst/>
              <a:cxnLst/>
              <a:rect l="l" t="t" r="r" b="b"/>
              <a:pathLst>
                <a:path w="15740380" h="1808479">
                  <a:moveTo>
                    <a:pt x="15373223" y="0"/>
                  </a:moveTo>
                  <a:lnTo>
                    <a:pt x="366776" y="0"/>
                  </a:lnTo>
                  <a:lnTo>
                    <a:pt x="320768" y="2857"/>
                  </a:lnTo>
                  <a:lnTo>
                    <a:pt x="276466" y="11201"/>
                  </a:lnTo>
                  <a:lnTo>
                    <a:pt x="234212" y="24688"/>
                  </a:lnTo>
                  <a:lnTo>
                    <a:pt x="194352" y="42973"/>
                  </a:lnTo>
                  <a:lnTo>
                    <a:pt x="157228" y="65713"/>
                  </a:lnTo>
                  <a:lnTo>
                    <a:pt x="123185" y="92565"/>
                  </a:lnTo>
                  <a:lnTo>
                    <a:pt x="92565" y="123185"/>
                  </a:lnTo>
                  <a:lnTo>
                    <a:pt x="65713" y="157228"/>
                  </a:lnTo>
                  <a:lnTo>
                    <a:pt x="42973" y="194352"/>
                  </a:lnTo>
                  <a:lnTo>
                    <a:pt x="24688" y="234212"/>
                  </a:lnTo>
                  <a:lnTo>
                    <a:pt x="11201" y="276466"/>
                  </a:lnTo>
                  <a:lnTo>
                    <a:pt x="2857" y="320768"/>
                  </a:lnTo>
                  <a:lnTo>
                    <a:pt x="0" y="366775"/>
                  </a:lnTo>
                  <a:lnTo>
                    <a:pt x="0" y="1441577"/>
                  </a:lnTo>
                  <a:lnTo>
                    <a:pt x="2857" y="1487586"/>
                  </a:lnTo>
                  <a:lnTo>
                    <a:pt x="11201" y="1531894"/>
                  </a:lnTo>
                  <a:lnTo>
                    <a:pt x="24688" y="1574157"/>
                  </a:lnTo>
                  <a:lnTo>
                    <a:pt x="42973" y="1614029"/>
                  </a:lnTo>
                  <a:lnTo>
                    <a:pt x="65713" y="1651166"/>
                  </a:lnTo>
                  <a:lnTo>
                    <a:pt x="92565" y="1685223"/>
                  </a:lnTo>
                  <a:lnTo>
                    <a:pt x="123185" y="1715857"/>
                  </a:lnTo>
                  <a:lnTo>
                    <a:pt x="157228" y="1742724"/>
                  </a:lnTo>
                  <a:lnTo>
                    <a:pt x="194352" y="1765477"/>
                  </a:lnTo>
                  <a:lnTo>
                    <a:pt x="234212" y="1783774"/>
                  </a:lnTo>
                  <a:lnTo>
                    <a:pt x="276466" y="1797270"/>
                  </a:lnTo>
                  <a:lnTo>
                    <a:pt x="320768" y="1805620"/>
                  </a:lnTo>
                  <a:lnTo>
                    <a:pt x="366776" y="1808479"/>
                  </a:lnTo>
                  <a:lnTo>
                    <a:pt x="15373223" y="1808479"/>
                  </a:lnTo>
                  <a:lnTo>
                    <a:pt x="15419230" y="1805620"/>
                  </a:lnTo>
                  <a:lnTo>
                    <a:pt x="15463532" y="1797270"/>
                  </a:lnTo>
                  <a:lnTo>
                    <a:pt x="15505786" y="1783774"/>
                  </a:lnTo>
                  <a:lnTo>
                    <a:pt x="15545646" y="1765477"/>
                  </a:lnTo>
                  <a:lnTo>
                    <a:pt x="15582770" y="1742724"/>
                  </a:lnTo>
                  <a:lnTo>
                    <a:pt x="15616813" y="1715857"/>
                  </a:lnTo>
                  <a:lnTo>
                    <a:pt x="15647433" y="1685223"/>
                  </a:lnTo>
                  <a:lnTo>
                    <a:pt x="15674285" y="1651166"/>
                  </a:lnTo>
                  <a:lnTo>
                    <a:pt x="15697025" y="1614029"/>
                  </a:lnTo>
                  <a:lnTo>
                    <a:pt x="15715310" y="1574157"/>
                  </a:lnTo>
                  <a:lnTo>
                    <a:pt x="15728797" y="1531894"/>
                  </a:lnTo>
                  <a:lnTo>
                    <a:pt x="15737141" y="1487586"/>
                  </a:lnTo>
                  <a:lnTo>
                    <a:pt x="15739999" y="1441577"/>
                  </a:lnTo>
                  <a:lnTo>
                    <a:pt x="15739999" y="366775"/>
                  </a:lnTo>
                  <a:lnTo>
                    <a:pt x="15737141" y="320768"/>
                  </a:lnTo>
                  <a:lnTo>
                    <a:pt x="15728797" y="276466"/>
                  </a:lnTo>
                  <a:lnTo>
                    <a:pt x="15715310" y="234212"/>
                  </a:lnTo>
                  <a:lnTo>
                    <a:pt x="15697025" y="194352"/>
                  </a:lnTo>
                  <a:lnTo>
                    <a:pt x="15674285" y="157228"/>
                  </a:lnTo>
                  <a:lnTo>
                    <a:pt x="15647433" y="123185"/>
                  </a:lnTo>
                  <a:lnTo>
                    <a:pt x="15616813" y="92565"/>
                  </a:lnTo>
                  <a:lnTo>
                    <a:pt x="15582770" y="65713"/>
                  </a:lnTo>
                  <a:lnTo>
                    <a:pt x="15545646" y="42973"/>
                  </a:lnTo>
                  <a:lnTo>
                    <a:pt x="15505786" y="24688"/>
                  </a:lnTo>
                  <a:lnTo>
                    <a:pt x="15463532" y="11201"/>
                  </a:lnTo>
                  <a:lnTo>
                    <a:pt x="15419230" y="2857"/>
                  </a:lnTo>
                  <a:lnTo>
                    <a:pt x="1537322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91310" y="5347208"/>
              <a:ext cx="15740380" cy="1808480"/>
            </a:xfrm>
            <a:custGeom>
              <a:avLst/>
              <a:gdLst/>
              <a:ahLst/>
              <a:cxnLst/>
              <a:rect l="l" t="t" r="r" b="b"/>
              <a:pathLst>
                <a:path w="15740380" h="1808479">
                  <a:moveTo>
                    <a:pt x="0" y="366775"/>
                  </a:moveTo>
                  <a:lnTo>
                    <a:pt x="2857" y="320768"/>
                  </a:lnTo>
                  <a:lnTo>
                    <a:pt x="11201" y="276466"/>
                  </a:lnTo>
                  <a:lnTo>
                    <a:pt x="24688" y="234212"/>
                  </a:lnTo>
                  <a:lnTo>
                    <a:pt x="42973" y="194352"/>
                  </a:lnTo>
                  <a:lnTo>
                    <a:pt x="65713" y="157228"/>
                  </a:lnTo>
                  <a:lnTo>
                    <a:pt x="92565" y="123185"/>
                  </a:lnTo>
                  <a:lnTo>
                    <a:pt x="123185" y="92565"/>
                  </a:lnTo>
                  <a:lnTo>
                    <a:pt x="157228" y="65713"/>
                  </a:lnTo>
                  <a:lnTo>
                    <a:pt x="194352" y="42973"/>
                  </a:lnTo>
                  <a:lnTo>
                    <a:pt x="234212" y="24688"/>
                  </a:lnTo>
                  <a:lnTo>
                    <a:pt x="276466" y="11201"/>
                  </a:lnTo>
                  <a:lnTo>
                    <a:pt x="320768" y="2857"/>
                  </a:lnTo>
                  <a:lnTo>
                    <a:pt x="366776" y="0"/>
                  </a:lnTo>
                  <a:lnTo>
                    <a:pt x="15373223" y="0"/>
                  </a:lnTo>
                  <a:lnTo>
                    <a:pt x="15419230" y="2857"/>
                  </a:lnTo>
                  <a:lnTo>
                    <a:pt x="15463532" y="11201"/>
                  </a:lnTo>
                  <a:lnTo>
                    <a:pt x="15505786" y="24688"/>
                  </a:lnTo>
                  <a:lnTo>
                    <a:pt x="15545646" y="42973"/>
                  </a:lnTo>
                  <a:lnTo>
                    <a:pt x="15582770" y="65713"/>
                  </a:lnTo>
                  <a:lnTo>
                    <a:pt x="15616813" y="92565"/>
                  </a:lnTo>
                  <a:lnTo>
                    <a:pt x="15647433" y="123185"/>
                  </a:lnTo>
                  <a:lnTo>
                    <a:pt x="15674285" y="157228"/>
                  </a:lnTo>
                  <a:lnTo>
                    <a:pt x="15697025" y="194352"/>
                  </a:lnTo>
                  <a:lnTo>
                    <a:pt x="15715310" y="234212"/>
                  </a:lnTo>
                  <a:lnTo>
                    <a:pt x="15728797" y="276466"/>
                  </a:lnTo>
                  <a:lnTo>
                    <a:pt x="15737141" y="320768"/>
                  </a:lnTo>
                  <a:lnTo>
                    <a:pt x="15739999" y="366775"/>
                  </a:lnTo>
                  <a:lnTo>
                    <a:pt x="15739999" y="1441577"/>
                  </a:lnTo>
                  <a:lnTo>
                    <a:pt x="15737141" y="1487586"/>
                  </a:lnTo>
                  <a:lnTo>
                    <a:pt x="15728797" y="1531894"/>
                  </a:lnTo>
                  <a:lnTo>
                    <a:pt x="15715310" y="1574157"/>
                  </a:lnTo>
                  <a:lnTo>
                    <a:pt x="15697025" y="1614029"/>
                  </a:lnTo>
                  <a:lnTo>
                    <a:pt x="15674285" y="1651166"/>
                  </a:lnTo>
                  <a:lnTo>
                    <a:pt x="15647433" y="1685223"/>
                  </a:lnTo>
                  <a:lnTo>
                    <a:pt x="15616813" y="1715857"/>
                  </a:lnTo>
                  <a:lnTo>
                    <a:pt x="15582770" y="1742724"/>
                  </a:lnTo>
                  <a:lnTo>
                    <a:pt x="15545646" y="1765477"/>
                  </a:lnTo>
                  <a:lnTo>
                    <a:pt x="15505786" y="1783774"/>
                  </a:lnTo>
                  <a:lnTo>
                    <a:pt x="15463532" y="1797270"/>
                  </a:lnTo>
                  <a:lnTo>
                    <a:pt x="15419230" y="1805620"/>
                  </a:lnTo>
                  <a:lnTo>
                    <a:pt x="15373223" y="1808479"/>
                  </a:lnTo>
                  <a:lnTo>
                    <a:pt x="366776" y="1808479"/>
                  </a:lnTo>
                  <a:lnTo>
                    <a:pt x="320768" y="1805620"/>
                  </a:lnTo>
                  <a:lnTo>
                    <a:pt x="276466" y="1797270"/>
                  </a:lnTo>
                  <a:lnTo>
                    <a:pt x="234212" y="1783774"/>
                  </a:lnTo>
                  <a:lnTo>
                    <a:pt x="194352" y="1765477"/>
                  </a:lnTo>
                  <a:lnTo>
                    <a:pt x="157228" y="1742724"/>
                  </a:lnTo>
                  <a:lnTo>
                    <a:pt x="123185" y="1715857"/>
                  </a:lnTo>
                  <a:lnTo>
                    <a:pt x="92565" y="1685223"/>
                  </a:lnTo>
                  <a:lnTo>
                    <a:pt x="65713" y="1651166"/>
                  </a:lnTo>
                  <a:lnTo>
                    <a:pt x="42973" y="1614029"/>
                  </a:lnTo>
                  <a:lnTo>
                    <a:pt x="24688" y="1574157"/>
                  </a:lnTo>
                  <a:lnTo>
                    <a:pt x="11201" y="1531894"/>
                  </a:lnTo>
                  <a:lnTo>
                    <a:pt x="2857" y="1487586"/>
                  </a:lnTo>
                  <a:lnTo>
                    <a:pt x="0" y="1441577"/>
                  </a:lnTo>
                  <a:lnTo>
                    <a:pt x="0" y="3667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29015" y="5484114"/>
            <a:ext cx="166623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dirty="0">
                <a:solidFill>
                  <a:srgbClr val="FFFFFF"/>
                </a:solidFill>
                <a:latin typeface="Malgun Gothic"/>
                <a:cs typeface="Malgun Gothic"/>
              </a:rPr>
              <a:t>Commit</a:t>
            </a:r>
            <a:r>
              <a:rPr sz="2200" b="1" spc="-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00" b="1" spc="-25" dirty="0">
                <a:solidFill>
                  <a:srgbClr val="FFFFFF"/>
                </a:solidFill>
                <a:latin typeface="Malgun Gothic"/>
                <a:cs typeface="Malgun Gothic"/>
              </a:rPr>
              <a:t>Log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068806" y="5544057"/>
            <a:ext cx="777875" cy="12452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spc="-50" dirty="0">
                <a:latin typeface="Malgun Gothic"/>
                <a:cs typeface="Malgun Gothic"/>
              </a:rPr>
              <a:t>…</a:t>
            </a:r>
            <a:endParaRPr sz="8000">
              <a:latin typeface="Malgun Gothic"/>
              <a:cs typeface="Malgun Gothic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123820" y="6055829"/>
          <a:ext cx="11702414" cy="8204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20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87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80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04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06807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820419">
                <a:tc>
                  <a:txBody>
                    <a:bodyPr/>
                    <a:lstStyle/>
                    <a:p>
                      <a:pPr marL="2667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0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1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2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3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5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6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7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50" dirty="0">
                          <a:latin typeface="Malgun Gothic"/>
                          <a:cs typeface="Malgun Gothic"/>
                        </a:rPr>
                        <a:t>9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olid"/>
                    </a:lnR>
                    <a:lnT w="28575">
                      <a:solidFill>
                        <a:srgbClr val="005376"/>
                      </a:solidFill>
                      <a:prstDash val="solid"/>
                    </a:lnT>
                    <a:lnB w="28575">
                      <a:solidFill>
                        <a:srgbClr val="00537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282575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sz="3600" spc="-25" dirty="0">
                          <a:latin typeface="Malgun Gothic"/>
                          <a:cs typeface="Malgun Gothic"/>
                        </a:rPr>
                        <a:t>10</a:t>
                      </a:r>
                      <a:endParaRPr sz="3600">
                        <a:latin typeface="Malgun Gothic"/>
                        <a:cs typeface="Malgun Gothic"/>
                      </a:endParaRPr>
                    </a:p>
                  </a:txBody>
                  <a:tcPr marL="0" marR="0" marT="128905" marB="0">
                    <a:lnL w="28575">
                      <a:solidFill>
                        <a:srgbClr val="005376"/>
                      </a:solidFill>
                      <a:prstDash val="solid"/>
                    </a:lnL>
                    <a:lnR w="28575">
                      <a:solidFill>
                        <a:srgbClr val="005376"/>
                      </a:solidFill>
                      <a:prstDash val="sysDash"/>
                    </a:lnR>
                    <a:lnT w="28575">
                      <a:solidFill>
                        <a:srgbClr val="005376"/>
                      </a:solidFill>
                      <a:prstDash val="sysDash"/>
                    </a:lnT>
                    <a:lnB w="28575">
                      <a:solidFill>
                        <a:srgbClr val="005376"/>
                      </a:solidFill>
                      <a:prstDash val="sysDash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11671681" y="3495547"/>
            <a:ext cx="3246755" cy="965200"/>
            <a:chOff x="11671681" y="3495547"/>
            <a:chExt cx="3246755" cy="965200"/>
          </a:xfrm>
        </p:grpSpPr>
        <p:sp>
          <p:nvSpPr>
            <p:cNvPr id="11" name="object 11"/>
            <p:cNvSpPr/>
            <p:nvPr/>
          </p:nvSpPr>
          <p:spPr>
            <a:xfrm>
              <a:off x="11690731" y="3514597"/>
              <a:ext cx="3208655" cy="927100"/>
            </a:xfrm>
            <a:custGeom>
              <a:avLst/>
              <a:gdLst/>
              <a:ahLst/>
              <a:cxnLst/>
              <a:rect l="l" t="t" r="r" b="b"/>
              <a:pathLst>
                <a:path w="3208655" h="927100">
                  <a:moveTo>
                    <a:pt x="3126105" y="0"/>
                  </a:moveTo>
                  <a:lnTo>
                    <a:pt x="82042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2"/>
                  </a:lnTo>
                  <a:lnTo>
                    <a:pt x="0" y="845057"/>
                  </a:lnTo>
                  <a:lnTo>
                    <a:pt x="6461" y="877004"/>
                  </a:lnTo>
                  <a:lnTo>
                    <a:pt x="24066" y="903081"/>
                  </a:lnTo>
                  <a:lnTo>
                    <a:pt x="50149" y="920656"/>
                  </a:lnTo>
                  <a:lnTo>
                    <a:pt x="82042" y="927100"/>
                  </a:lnTo>
                  <a:lnTo>
                    <a:pt x="3126105" y="927100"/>
                  </a:lnTo>
                  <a:lnTo>
                    <a:pt x="3158051" y="920656"/>
                  </a:lnTo>
                  <a:lnTo>
                    <a:pt x="3184128" y="903081"/>
                  </a:lnTo>
                  <a:lnTo>
                    <a:pt x="3201703" y="877004"/>
                  </a:lnTo>
                  <a:lnTo>
                    <a:pt x="3208147" y="845057"/>
                  </a:lnTo>
                  <a:lnTo>
                    <a:pt x="3208147" y="82042"/>
                  </a:lnTo>
                  <a:lnTo>
                    <a:pt x="3201703" y="50095"/>
                  </a:lnTo>
                  <a:lnTo>
                    <a:pt x="3184128" y="24018"/>
                  </a:lnTo>
                  <a:lnTo>
                    <a:pt x="3158051" y="6443"/>
                  </a:lnTo>
                  <a:lnTo>
                    <a:pt x="3126105" y="0"/>
                  </a:lnTo>
                  <a:close/>
                </a:path>
              </a:pathLst>
            </a:custGeom>
            <a:solidFill>
              <a:srgbClr val="7391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690731" y="3514597"/>
              <a:ext cx="3208655" cy="927100"/>
            </a:xfrm>
            <a:custGeom>
              <a:avLst/>
              <a:gdLst/>
              <a:ahLst/>
              <a:cxnLst/>
              <a:rect l="l" t="t" r="r" b="b"/>
              <a:pathLst>
                <a:path w="3208655" h="927100">
                  <a:moveTo>
                    <a:pt x="0" y="82042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2" y="0"/>
                  </a:lnTo>
                  <a:lnTo>
                    <a:pt x="3126105" y="0"/>
                  </a:lnTo>
                  <a:lnTo>
                    <a:pt x="3158051" y="6443"/>
                  </a:lnTo>
                  <a:lnTo>
                    <a:pt x="3184128" y="24018"/>
                  </a:lnTo>
                  <a:lnTo>
                    <a:pt x="3201703" y="50095"/>
                  </a:lnTo>
                  <a:lnTo>
                    <a:pt x="3208147" y="82042"/>
                  </a:lnTo>
                  <a:lnTo>
                    <a:pt x="3208147" y="845057"/>
                  </a:lnTo>
                  <a:lnTo>
                    <a:pt x="3201703" y="877004"/>
                  </a:lnTo>
                  <a:lnTo>
                    <a:pt x="3184128" y="903081"/>
                  </a:lnTo>
                  <a:lnTo>
                    <a:pt x="3158051" y="920656"/>
                  </a:lnTo>
                  <a:lnTo>
                    <a:pt x="3126105" y="927100"/>
                  </a:lnTo>
                  <a:lnTo>
                    <a:pt x="82042" y="927100"/>
                  </a:lnTo>
                  <a:lnTo>
                    <a:pt x="50149" y="920656"/>
                  </a:lnTo>
                  <a:lnTo>
                    <a:pt x="24066" y="903081"/>
                  </a:lnTo>
                  <a:lnTo>
                    <a:pt x="6461" y="877004"/>
                  </a:lnTo>
                  <a:lnTo>
                    <a:pt x="0" y="845057"/>
                  </a:lnTo>
                  <a:lnTo>
                    <a:pt x="0" y="82042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2685014" y="3793998"/>
            <a:ext cx="122301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Producer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80097" y="8247506"/>
            <a:ext cx="3246755" cy="965835"/>
            <a:chOff x="6880097" y="8247506"/>
            <a:chExt cx="3246755" cy="965835"/>
          </a:xfrm>
        </p:grpSpPr>
        <p:sp>
          <p:nvSpPr>
            <p:cNvPr id="15" name="object 15"/>
            <p:cNvSpPr/>
            <p:nvPr/>
          </p:nvSpPr>
          <p:spPr>
            <a:xfrm>
              <a:off x="6899147" y="8266556"/>
              <a:ext cx="3208655" cy="927735"/>
            </a:xfrm>
            <a:custGeom>
              <a:avLst/>
              <a:gdLst/>
              <a:ahLst/>
              <a:cxnLst/>
              <a:rect l="l" t="t" r="r" b="b"/>
              <a:pathLst>
                <a:path w="3208654" h="927734">
                  <a:moveTo>
                    <a:pt x="3126104" y="0"/>
                  </a:moveTo>
                  <a:lnTo>
                    <a:pt x="82042" y="0"/>
                  </a:lnTo>
                  <a:lnTo>
                    <a:pt x="50095" y="6461"/>
                  </a:lnTo>
                  <a:lnTo>
                    <a:pt x="24018" y="24066"/>
                  </a:lnTo>
                  <a:lnTo>
                    <a:pt x="6443" y="50149"/>
                  </a:lnTo>
                  <a:lnTo>
                    <a:pt x="0" y="82042"/>
                  </a:lnTo>
                  <a:lnTo>
                    <a:pt x="0" y="845121"/>
                  </a:lnTo>
                  <a:lnTo>
                    <a:pt x="6443" y="877055"/>
                  </a:lnTo>
                  <a:lnTo>
                    <a:pt x="24018" y="903128"/>
                  </a:lnTo>
                  <a:lnTo>
                    <a:pt x="50095" y="920705"/>
                  </a:lnTo>
                  <a:lnTo>
                    <a:pt x="82042" y="927150"/>
                  </a:lnTo>
                  <a:lnTo>
                    <a:pt x="3126104" y="927150"/>
                  </a:lnTo>
                  <a:lnTo>
                    <a:pt x="3158051" y="920705"/>
                  </a:lnTo>
                  <a:lnTo>
                    <a:pt x="3184128" y="903128"/>
                  </a:lnTo>
                  <a:lnTo>
                    <a:pt x="3201703" y="877055"/>
                  </a:lnTo>
                  <a:lnTo>
                    <a:pt x="3208147" y="845121"/>
                  </a:lnTo>
                  <a:lnTo>
                    <a:pt x="3208147" y="82042"/>
                  </a:lnTo>
                  <a:lnTo>
                    <a:pt x="3201703" y="50149"/>
                  </a:lnTo>
                  <a:lnTo>
                    <a:pt x="3184128" y="24066"/>
                  </a:lnTo>
                  <a:lnTo>
                    <a:pt x="3158051" y="6461"/>
                  </a:lnTo>
                  <a:lnTo>
                    <a:pt x="3126104" y="0"/>
                  </a:lnTo>
                  <a:close/>
                </a:path>
              </a:pathLst>
            </a:custGeom>
            <a:solidFill>
              <a:srgbClr val="E6F5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899147" y="8266556"/>
              <a:ext cx="3208655" cy="927735"/>
            </a:xfrm>
            <a:custGeom>
              <a:avLst/>
              <a:gdLst/>
              <a:ahLst/>
              <a:cxnLst/>
              <a:rect l="l" t="t" r="r" b="b"/>
              <a:pathLst>
                <a:path w="3208654" h="927734">
                  <a:moveTo>
                    <a:pt x="0" y="82042"/>
                  </a:moveTo>
                  <a:lnTo>
                    <a:pt x="6443" y="50149"/>
                  </a:lnTo>
                  <a:lnTo>
                    <a:pt x="24018" y="24066"/>
                  </a:lnTo>
                  <a:lnTo>
                    <a:pt x="50095" y="6461"/>
                  </a:lnTo>
                  <a:lnTo>
                    <a:pt x="82042" y="0"/>
                  </a:lnTo>
                  <a:lnTo>
                    <a:pt x="3126104" y="0"/>
                  </a:lnTo>
                  <a:lnTo>
                    <a:pt x="3158051" y="6461"/>
                  </a:lnTo>
                  <a:lnTo>
                    <a:pt x="3184128" y="24066"/>
                  </a:lnTo>
                  <a:lnTo>
                    <a:pt x="3201703" y="50149"/>
                  </a:lnTo>
                  <a:lnTo>
                    <a:pt x="3208147" y="82042"/>
                  </a:lnTo>
                  <a:lnTo>
                    <a:pt x="3208147" y="845121"/>
                  </a:lnTo>
                  <a:lnTo>
                    <a:pt x="3201703" y="877055"/>
                  </a:lnTo>
                  <a:lnTo>
                    <a:pt x="3184128" y="903128"/>
                  </a:lnTo>
                  <a:lnTo>
                    <a:pt x="3158051" y="920705"/>
                  </a:lnTo>
                  <a:lnTo>
                    <a:pt x="3126104" y="927150"/>
                  </a:lnTo>
                  <a:lnTo>
                    <a:pt x="82042" y="927150"/>
                  </a:lnTo>
                  <a:lnTo>
                    <a:pt x="50095" y="920705"/>
                  </a:lnTo>
                  <a:lnTo>
                    <a:pt x="24018" y="903128"/>
                  </a:lnTo>
                  <a:lnTo>
                    <a:pt x="6443" y="877055"/>
                  </a:lnTo>
                  <a:lnTo>
                    <a:pt x="0" y="845121"/>
                  </a:lnTo>
                  <a:lnTo>
                    <a:pt x="0" y="82042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821294" y="8546338"/>
            <a:ext cx="13646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b="1" spc="-10" dirty="0">
                <a:latin typeface="Malgun Gothic"/>
                <a:cs typeface="Malgun Gothic"/>
              </a:rPr>
              <a:t>Consumer</a:t>
            </a:r>
            <a:endParaRPr sz="2200">
              <a:latin typeface="Malgun Gothic"/>
              <a:cs typeface="Malgun Gothic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671943" y="4475098"/>
            <a:ext cx="5737225" cy="3806825"/>
            <a:chOff x="7671943" y="4475098"/>
            <a:chExt cx="5737225" cy="3806825"/>
          </a:xfrm>
        </p:grpSpPr>
        <p:sp>
          <p:nvSpPr>
            <p:cNvPr id="19" name="object 19"/>
            <p:cNvSpPr/>
            <p:nvPr/>
          </p:nvSpPr>
          <p:spPr>
            <a:xfrm>
              <a:off x="13180568" y="4475098"/>
              <a:ext cx="228600" cy="1593850"/>
            </a:xfrm>
            <a:custGeom>
              <a:avLst/>
              <a:gdLst/>
              <a:ahLst/>
              <a:cxnLst/>
              <a:rect l="l" t="t" r="r" b="b"/>
              <a:pathLst>
                <a:path w="228600" h="1593850">
                  <a:moveTo>
                    <a:pt x="76200" y="1364868"/>
                  </a:moveTo>
                  <a:lnTo>
                    <a:pt x="0" y="1364868"/>
                  </a:lnTo>
                  <a:lnTo>
                    <a:pt x="114300" y="1593468"/>
                  </a:lnTo>
                  <a:lnTo>
                    <a:pt x="209550" y="1402968"/>
                  </a:lnTo>
                  <a:lnTo>
                    <a:pt x="76200" y="1402968"/>
                  </a:lnTo>
                  <a:lnTo>
                    <a:pt x="76200" y="1364868"/>
                  </a:lnTo>
                  <a:close/>
                </a:path>
                <a:path w="228600" h="1593850">
                  <a:moveTo>
                    <a:pt x="152400" y="0"/>
                  </a:moveTo>
                  <a:lnTo>
                    <a:pt x="76200" y="0"/>
                  </a:lnTo>
                  <a:lnTo>
                    <a:pt x="76200" y="1402968"/>
                  </a:lnTo>
                  <a:lnTo>
                    <a:pt x="152400" y="1402968"/>
                  </a:lnTo>
                  <a:lnTo>
                    <a:pt x="152400" y="0"/>
                  </a:lnTo>
                  <a:close/>
                </a:path>
                <a:path w="228600" h="1593850">
                  <a:moveTo>
                    <a:pt x="228600" y="1364868"/>
                  </a:moveTo>
                  <a:lnTo>
                    <a:pt x="152400" y="1364868"/>
                  </a:lnTo>
                  <a:lnTo>
                    <a:pt x="152400" y="1402968"/>
                  </a:lnTo>
                  <a:lnTo>
                    <a:pt x="209550" y="1402968"/>
                  </a:lnTo>
                  <a:lnTo>
                    <a:pt x="228600" y="1364868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710043" y="6911683"/>
              <a:ext cx="682625" cy="1332230"/>
            </a:xfrm>
            <a:custGeom>
              <a:avLst/>
              <a:gdLst/>
              <a:ahLst/>
              <a:cxnLst/>
              <a:rect l="l" t="t" r="r" b="b"/>
              <a:pathLst>
                <a:path w="682625" h="1332229">
                  <a:moveTo>
                    <a:pt x="0" y="1331632"/>
                  </a:moveTo>
                  <a:lnTo>
                    <a:pt x="7078" y="1278351"/>
                  </a:lnTo>
                  <a:lnTo>
                    <a:pt x="12692" y="1226851"/>
                  </a:lnTo>
                  <a:lnTo>
                    <a:pt x="17202" y="1176616"/>
                  </a:lnTo>
                  <a:lnTo>
                    <a:pt x="20969" y="1127129"/>
                  </a:lnTo>
                  <a:lnTo>
                    <a:pt x="24356" y="1077872"/>
                  </a:lnTo>
                  <a:lnTo>
                    <a:pt x="27722" y="1028329"/>
                  </a:lnTo>
                  <a:lnTo>
                    <a:pt x="31429" y="977983"/>
                  </a:lnTo>
                  <a:lnTo>
                    <a:pt x="35839" y="926317"/>
                  </a:lnTo>
                  <a:lnTo>
                    <a:pt x="41312" y="872813"/>
                  </a:lnTo>
                  <a:lnTo>
                    <a:pt x="48211" y="816956"/>
                  </a:lnTo>
                  <a:lnTo>
                    <a:pt x="56896" y="758227"/>
                  </a:lnTo>
                  <a:lnTo>
                    <a:pt x="63419" y="713757"/>
                  </a:lnTo>
                  <a:lnTo>
                    <a:pt x="69745" y="664055"/>
                  </a:lnTo>
                  <a:lnTo>
                    <a:pt x="76008" y="610165"/>
                  </a:lnTo>
                  <a:lnTo>
                    <a:pt x="82345" y="553132"/>
                  </a:lnTo>
                  <a:lnTo>
                    <a:pt x="88891" y="494001"/>
                  </a:lnTo>
                  <a:lnTo>
                    <a:pt x="95782" y="433818"/>
                  </a:lnTo>
                  <a:lnTo>
                    <a:pt x="103153" y="373627"/>
                  </a:lnTo>
                  <a:lnTo>
                    <a:pt x="111140" y="314473"/>
                  </a:lnTo>
                  <a:lnTo>
                    <a:pt x="119879" y="257401"/>
                  </a:lnTo>
                  <a:lnTo>
                    <a:pt x="129505" y="203457"/>
                  </a:lnTo>
                  <a:lnTo>
                    <a:pt x="140154" y="153684"/>
                  </a:lnTo>
                  <a:lnTo>
                    <a:pt x="151961" y="109128"/>
                  </a:lnTo>
                  <a:lnTo>
                    <a:pt x="165062" y="70834"/>
                  </a:lnTo>
                  <a:lnTo>
                    <a:pt x="195689" y="17212"/>
                  </a:lnTo>
                  <a:lnTo>
                    <a:pt x="235682" y="0"/>
                  </a:lnTo>
                  <a:lnTo>
                    <a:pt x="261926" y="4981"/>
                  </a:lnTo>
                  <a:lnTo>
                    <a:pt x="323778" y="38395"/>
                  </a:lnTo>
                  <a:lnTo>
                    <a:pt x="357994" y="65117"/>
                  </a:lnTo>
                  <a:lnTo>
                    <a:pt x="393475" y="97377"/>
                  </a:lnTo>
                  <a:lnTo>
                    <a:pt x="429526" y="134319"/>
                  </a:lnTo>
                  <a:lnTo>
                    <a:pt x="465451" y="175088"/>
                  </a:lnTo>
                  <a:lnTo>
                    <a:pt x="500553" y="218831"/>
                  </a:lnTo>
                  <a:lnTo>
                    <a:pt x="534138" y="264691"/>
                  </a:lnTo>
                  <a:lnTo>
                    <a:pt x="565509" y="311814"/>
                  </a:lnTo>
                  <a:lnTo>
                    <a:pt x="593970" y="359346"/>
                  </a:lnTo>
                  <a:lnTo>
                    <a:pt x="618826" y="406432"/>
                  </a:lnTo>
                  <a:lnTo>
                    <a:pt x="639381" y="452216"/>
                  </a:lnTo>
                  <a:lnTo>
                    <a:pt x="654938" y="495845"/>
                  </a:lnTo>
                  <a:lnTo>
                    <a:pt x="665512" y="536284"/>
                  </a:lnTo>
                  <a:lnTo>
                    <a:pt x="673350" y="578282"/>
                  </a:lnTo>
                  <a:lnTo>
                    <a:pt x="678636" y="621737"/>
                  </a:lnTo>
                  <a:lnTo>
                    <a:pt x="681551" y="666545"/>
                  </a:lnTo>
                  <a:lnTo>
                    <a:pt x="682277" y="712601"/>
                  </a:lnTo>
                  <a:lnTo>
                    <a:pt x="680998" y="759802"/>
                  </a:lnTo>
                  <a:lnTo>
                    <a:pt x="677893" y="808044"/>
                  </a:lnTo>
                  <a:lnTo>
                    <a:pt x="673147" y="857223"/>
                  </a:lnTo>
                  <a:lnTo>
                    <a:pt x="666941" y="907236"/>
                  </a:lnTo>
                  <a:lnTo>
                    <a:pt x="659457" y="957979"/>
                  </a:lnTo>
                  <a:lnTo>
                    <a:pt x="650877" y="1009347"/>
                  </a:lnTo>
                  <a:lnTo>
                    <a:pt x="641383" y="1061237"/>
                  </a:lnTo>
                  <a:lnTo>
                    <a:pt x="631158" y="1113546"/>
                  </a:lnTo>
                  <a:lnTo>
                    <a:pt x="620384" y="1166168"/>
                  </a:lnTo>
                  <a:lnTo>
                    <a:pt x="609242" y="1219002"/>
                  </a:lnTo>
                  <a:lnTo>
                    <a:pt x="597915" y="1271942"/>
                  </a:lnTo>
                </a:path>
              </a:pathLst>
            </a:custGeom>
            <a:ln w="762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4049883" y="4693158"/>
            <a:ext cx="70485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Malgun Gothic"/>
                <a:cs typeface="Malgun Gothic"/>
              </a:rPr>
              <a:t>Write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222230" y="8537193"/>
            <a:ext cx="10852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>
                <a:latin typeface="Malgun Gothic"/>
                <a:cs typeface="Malgun Gothic"/>
              </a:rPr>
              <a:t>offset=5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74938" y="7578597"/>
            <a:ext cx="65786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20" dirty="0">
                <a:latin typeface="Malgun Gothic"/>
                <a:cs typeface="Malgun Gothic"/>
              </a:rPr>
              <a:t>Read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263765" y="9257486"/>
            <a:ext cx="24790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Malgun Gothic"/>
                <a:cs typeface="Malgun Gothic"/>
              </a:rPr>
              <a:t>Consumer</a:t>
            </a:r>
            <a:r>
              <a:rPr sz="2200" spc="-75" dirty="0">
                <a:latin typeface="Malgun Gothic"/>
                <a:cs typeface="Malgun Gothic"/>
              </a:rPr>
              <a:t> </a:t>
            </a:r>
            <a:r>
              <a:rPr sz="2200" dirty="0">
                <a:latin typeface="Malgun Gothic"/>
                <a:cs typeface="Malgun Gothic"/>
              </a:rPr>
              <a:t>Group</a:t>
            </a:r>
            <a:r>
              <a:rPr sz="2200" spc="-75" dirty="0">
                <a:latin typeface="Malgun Gothic"/>
                <a:cs typeface="Malgun Gothic"/>
              </a:rPr>
              <a:t> </a:t>
            </a:r>
            <a:r>
              <a:rPr sz="2200" b="1" spc="-50" dirty="0">
                <a:solidFill>
                  <a:srgbClr val="EC224A"/>
                </a:solidFill>
                <a:latin typeface="Malgun Gothic"/>
                <a:cs typeface="Malgun Gothic"/>
              </a:rPr>
              <a:t>X</a:t>
            </a:r>
            <a:endParaRPr sz="22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73988" y="1839290"/>
            <a:ext cx="12232640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Malgun Gothic"/>
                <a:cs typeface="Malgun Gothic"/>
              </a:rPr>
              <a:t>추가만</a:t>
            </a:r>
            <a:r>
              <a:rPr sz="3200" spc="-4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가능하고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변경</a:t>
            </a:r>
            <a:r>
              <a:rPr sz="3200" spc="-2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불가능한</a:t>
            </a:r>
            <a:r>
              <a:rPr sz="3200" spc="-2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데이터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spc="-20" dirty="0">
                <a:latin typeface="Malgun Gothic"/>
                <a:cs typeface="Malgun Gothic"/>
              </a:rPr>
              <a:t>스트럭처</a:t>
            </a:r>
            <a:endParaRPr sz="3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Malgun Gothic"/>
                <a:cs typeface="Malgun Gothic"/>
              </a:rPr>
              <a:t>데이터는</a:t>
            </a:r>
            <a:r>
              <a:rPr sz="3200" spc="-3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항상 로그</a:t>
            </a:r>
            <a:r>
              <a:rPr sz="3200" spc="-1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마지막에</a:t>
            </a:r>
            <a:r>
              <a:rPr sz="3200" spc="-2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추가되고,</a:t>
            </a:r>
            <a:r>
              <a:rPr sz="3200" spc="-2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추가된</a:t>
            </a:r>
            <a:r>
              <a:rPr sz="3200" spc="-1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후에</a:t>
            </a:r>
            <a:r>
              <a:rPr sz="3200" spc="-1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변경되지</a:t>
            </a:r>
            <a:r>
              <a:rPr sz="3200" spc="-25" dirty="0">
                <a:latin typeface="Malgun Gothic"/>
                <a:cs typeface="Malgun Gothic"/>
              </a:rPr>
              <a:t> 않음</a:t>
            </a:r>
            <a:endParaRPr sz="32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3200" dirty="0">
                <a:latin typeface="Malgun Gothic"/>
                <a:cs typeface="Malgun Gothic"/>
              </a:rPr>
              <a:t>Kafka의</a:t>
            </a:r>
            <a:r>
              <a:rPr sz="3200" spc="-4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Partition과</a:t>
            </a:r>
            <a:r>
              <a:rPr sz="3200" spc="-50" dirty="0">
                <a:latin typeface="Malgun Gothic"/>
                <a:cs typeface="Malgun Gothic"/>
              </a:rPr>
              <a:t> </a:t>
            </a:r>
            <a:r>
              <a:rPr sz="3200" spc="-25" dirty="0">
                <a:latin typeface="Malgun Gothic"/>
                <a:cs typeface="Malgun Gothic"/>
              </a:rPr>
              <a:t>동일</a:t>
            </a:r>
            <a:endParaRPr sz="3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spc="-10" dirty="0">
                <a:solidFill>
                  <a:srgbClr val="173360"/>
                </a:solidFill>
              </a:rPr>
              <a:t>Broker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117396" y="4047235"/>
            <a:ext cx="4493260" cy="5689600"/>
          </a:xfrm>
          <a:custGeom>
            <a:avLst/>
            <a:gdLst/>
            <a:ahLst/>
            <a:cxnLst/>
            <a:rect l="l" t="t" r="r" b="b"/>
            <a:pathLst>
              <a:path w="4493260" h="5689600">
                <a:moveTo>
                  <a:pt x="0" y="168401"/>
                </a:moveTo>
                <a:lnTo>
                  <a:pt x="6013" y="123648"/>
                </a:lnTo>
                <a:lnTo>
                  <a:pt x="22985" y="83424"/>
                </a:lnTo>
                <a:lnTo>
                  <a:pt x="49309" y="49339"/>
                </a:lnTo>
                <a:lnTo>
                  <a:pt x="83381" y="23001"/>
                </a:lnTo>
                <a:lnTo>
                  <a:pt x="123597" y="6018"/>
                </a:lnTo>
                <a:lnTo>
                  <a:pt x="168351" y="0"/>
                </a:lnTo>
                <a:lnTo>
                  <a:pt x="4324807" y="0"/>
                </a:lnTo>
                <a:lnTo>
                  <a:pt x="4369551" y="6018"/>
                </a:lnTo>
                <a:lnTo>
                  <a:pt x="4409751" y="23001"/>
                </a:lnTo>
                <a:lnTo>
                  <a:pt x="4443806" y="49339"/>
                </a:lnTo>
                <a:lnTo>
                  <a:pt x="4470114" y="83424"/>
                </a:lnTo>
                <a:lnTo>
                  <a:pt x="4487073" y="123648"/>
                </a:lnTo>
                <a:lnTo>
                  <a:pt x="4493082" y="168401"/>
                </a:lnTo>
                <a:lnTo>
                  <a:pt x="4493082" y="5520766"/>
                </a:lnTo>
                <a:lnTo>
                  <a:pt x="4487073" y="5565520"/>
                </a:lnTo>
                <a:lnTo>
                  <a:pt x="4470114" y="5605735"/>
                </a:lnTo>
                <a:lnTo>
                  <a:pt x="4443806" y="5639808"/>
                </a:lnTo>
                <a:lnTo>
                  <a:pt x="4409751" y="5666132"/>
                </a:lnTo>
                <a:lnTo>
                  <a:pt x="4369551" y="5683103"/>
                </a:lnTo>
                <a:lnTo>
                  <a:pt x="4324807" y="5689117"/>
                </a:lnTo>
                <a:lnTo>
                  <a:pt x="168351" y="5689117"/>
                </a:lnTo>
                <a:lnTo>
                  <a:pt x="123597" y="5683103"/>
                </a:lnTo>
                <a:lnTo>
                  <a:pt x="83381" y="5666132"/>
                </a:lnTo>
                <a:lnTo>
                  <a:pt x="49309" y="5639808"/>
                </a:lnTo>
                <a:lnTo>
                  <a:pt x="22985" y="5605735"/>
                </a:lnTo>
                <a:lnTo>
                  <a:pt x="6013" y="5565520"/>
                </a:lnTo>
                <a:lnTo>
                  <a:pt x="0" y="5520766"/>
                </a:lnTo>
                <a:lnTo>
                  <a:pt x="0" y="168401"/>
                </a:lnTo>
                <a:close/>
              </a:path>
            </a:pathLst>
          </a:custGeom>
          <a:ln w="38100">
            <a:solidFill>
              <a:srgbClr val="EC224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82342" y="8962440"/>
            <a:ext cx="17653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Malgun Gothic"/>
                <a:cs typeface="Malgun Gothic"/>
              </a:rPr>
              <a:t>Apache</a:t>
            </a:r>
            <a:r>
              <a:rPr sz="2100" b="1" spc="-15" dirty="0">
                <a:latin typeface="Malgun Gothic"/>
                <a:cs typeface="Malgun Gothic"/>
              </a:rPr>
              <a:t> </a:t>
            </a:r>
            <a:r>
              <a:rPr sz="2100" b="1" spc="-20" dirty="0">
                <a:latin typeface="Malgun Gothic"/>
                <a:cs typeface="Malgun Gothic"/>
              </a:rPr>
              <a:t>Kafka</a:t>
            </a:r>
            <a:endParaRPr sz="21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65451" y="4245609"/>
            <a:ext cx="2797175" cy="1200150"/>
            <a:chOff x="1965451" y="4245609"/>
            <a:chExt cx="2797175" cy="1200150"/>
          </a:xfrm>
        </p:grpSpPr>
        <p:sp>
          <p:nvSpPr>
            <p:cNvPr id="6" name="object 6"/>
            <p:cNvSpPr/>
            <p:nvPr/>
          </p:nvSpPr>
          <p:spPr>
            <a:xfrm>
              <a:off x="1984501" y="426465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2715387" y="0"/>
                  </a:moveTo>
                  <a:lnTo>
                    <a:pt x="43561" y="0"/>
                  </a:lnTo>
                  <a:lnTo>
                    <a:pt x="26628" y="3430"/>
                  </a:lnTo>
                  <a:lnTo>
                    <a:pt x="12779" y="12779"/>
                  </a:lnTo>
                  <a:lnTo>
                    <a:pt x="3430" y="26628"/>
                  </a:lnTo>
                  <a:lnTo>
                    <a:pt x="0" y="43561"/>
                  </a:lnTo>
                  <a:lnTo>
                    <a:pt x="0" y="1118362"/>
                  </a:lnTo>
                  <a:lnTo>
                    <a:pt x="3430" y="1135294"/>
                  </a:lnTo>
                  <a:lnTo>
                    <a:pt x="12779" y="1149143"/>
                  </a:lnTo>
                  <a:lnTo>
                    <a:pt x="26628" y="1158492"/>
                  </a:lnTo>
                  <a:lnTo>
                    <a:pt x="43561" y="1161923"/>
                  </a:lnTo>
                  <a:lnTo>
                    <a:pt x="2715387" y="1161923"/>
                  </a:lnTo>
                  <a:lnTo>
                    <a:pt x="2732299" y="1158492"/>
                  </a:lnTo>
                  <a:lnTo>
                    <a:pt x="2746105" y="1149143"/>
                  </a:lnTo>
                  <a:lnTo>
                    <a:pt x="2755409" y="1135294"/>
                  </a:lnTo>
                  <a:lnTo>
                    <a:pt x="2758821" y="1118362"/>
                  </a:lnTo>
                  <a:lnTo>
                    <a:pt x="2758821" y="43561"/>
                  </a:lnTo>
                  <a:lnTo>
                    <a:pt x="2755409" y="26628"/>
                  </a:lnTo>
                  <a:lnTo>
                    <a:pt x="2746105" y="12779"/>
                  </a:lnTo>
                  <a:lnTo>
                    <a:pt x="2732299" y="3430"/>
                  </a:lnTo>
                  <a:lnTo>
                    <a:pt x="2715387" y="0"/>
                  </a:lnTo>
                  <a:close/>
                </a:path>
              </a:pathLst>
            </a:custGeom>
            <a:solidFill>
              <a:srgbClr val="FFFFFF">
                <a:alpha val="85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84501" y="426465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0" y="43561"/>
                  </a:moveTo>
                  <a:lnTo>
                    <a:pt x="3430" y="26628"/>
                  </a:lnTo>
                  <a:lnTo>
                    <a:pt x="12779" y="12779"/>
                  </a:lnTo>
                  <a:lnTo>
                    <a:pt x="26628" y="3430"/>
                  </a:lnTo>
                  <a:lnTo>
                    <a:pt x="43561" y="0"/>
                  </a:lnTo>
                  <a:lnTo>
                    <a:pt x="2715387" y="0"/>
                  </a:lnTo>
                  <a:lnTo>
                    <a:pt x="2732299" y="3430"/>
                  </a:lnTo>
                  <a:lnTo>
                    <a:pt x="2746105" y="12779"/>
                  </a:lnTo>
                  <a:lnTo>
                    <a:pt x="2755409" y="26628"/>
                  </a:lnTo>
                  <a:lnTo>
                    <a:pt x="2758821" y="43561"/>
                  </a:lnTo>
                  <a:lnTo>
                    <a:pt x="2758821" y="1118362"/>
                  </a:lnTo>
                  <a:lnTo>
                    <a:pt x="2755409" y="1135294"/>
                  </a:lnTo>
                  <a:lnTo>
                    <a:pt x="2746105" y="1149143"/>
                  </a:lnTo>
                  <a:lnTo>
                    <a:pt x="2732299" y="1158492"/>
                  </a:lnTo>
                  <a:lnTo>
                    <a:pt x="2715387" y="1161923"/>
                  </a:lnTo>
                  <a:lnTo>
                    <a:pt x="43561" y="1161923"/>
                  </a:lnTo>
                  <a:lnTo>
                    <a:pt x="26628" y="1158492"/>
                  </a:lnTo>
                  <a:lnTo>
                    <a:pt x="12779" y="1149143"/>
                  </a:lnTo>
                  <a:lnTo>
                    <a:pt x="3430" y="1135294"/>
                  </a:lnTo>
                  <a:lnTo>
                    <a:pt x="0" y="1118362"/>
                  </a:lnTo>
                  <a:lnTo>
                    <a:pt x="0" y="43561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43598" y="5139689"/>
            <a:ext cx="26676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968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1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4514" y="4410964"/>
            <a:ext cx="2059305" cy="675640"/>
            <a:chOff x="2334514" y="4410964"/>
            <a:chExt cx="2059305" cy="675640"/>
          </a:xfrm>
        </p:grpSpPr>
        <p:sp>
          <p:nvSpPr>
            <p:cNvPr id="10" name="object 10"/>
            <p:cNvSpPr/>
            <p:nvPr/>
          </p:nvSpPr>
          <p:spPr>
            <a:xfrm>
              <a:off x="2353564" y="443001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1996948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410"/>
                  </a:lnTo>
                  <a:lnTo>
                    <a:pt x="1873" y="622659"/>
                  </a:lnTo>
                  <a:lnTo>
                    <a:pt x="6985" y="630253"/>
                  </a:lnTo>
                  <a:lnTo>
                    <a:pt x="14573" y="635394"/>
                  </a:lnTo>
                  <a:lnTo>
                    <a:pt x="23875" y="637286"/>
                  </a:lnTo>
                  <a:lnTo>
                    <a:pt x="1996948" y="637286"/>
                  </a:lnTo>
                  <a:lnTo>
                    <a:pt x="2006250" y="635394"/>
                  </a:lnTo>
                  <a:lnTo>
                    <a:pt x="2013839" y="630253"/>
                  </a:lnTo>
                  <a:lnTo>
                    <a:pt x="2018950" y="622659"/>
                  </a:lnTo>
                  <a:lnTo>
                    <a:pt x="2020824" y="613410"/>
                  </a:lnTo>
                  <a:lnTo>
                    <a:pt x="2020824" y="23875"/>
                  </a:lnTo>
                  <a:lnTo>
                    <a:pt x="2018950" y="14573"/>
                  </a:lnTo>
                  <a:lnTo>
                    <a:pt x="2013839" y="6985"/>
                  </a:lnTo>
                  <a:lnTo>
                    <a:pt x="2006250" y="1873"/>
                  </a:lnTo>
                  <a:lnTo>
                    <a:pt x="1996948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53564" y="443001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0" y="23875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1996948" y="0"/>
                  </a:lnTo>
                  <a:lnTo>
                    <a:pt x="2006250" y="1873"/>
                  </a:lnTo>
                  <a:lnTo>
                    <a:pt x="2013839" y="6985"/>
                  </a:lnTo>
                  <a:lnTo>
                    <a:pt x="2018950" y="14573"/>
                  </a:lnTo>
                  <a:lnTo>
                    <a:pt x="2020824" y="23875"/>
                  </a:lnTo>
                  <a:lnTo>
                    <a:pt x="2020824" y="613410"/>
                  </a:lnTo>
                  <a:lnTo>
                    <a:pt x="2018950" y="622659"/>
                  </a:lnTo>
                  <a:lnTo>
                    <a:pt x="2013839" y="630253"/>
                  </a:lnTo>
                  <a:lnTo>
                    <a:pt x="2006250" y="635394"/>
                  </a:lnTo>
                  <a:lnTo>
                    <a:pt x="1996948" y="637286"/>
                  </a:lnTo>
                  <a:lnTo>
                    <a:pt x="23875" y="637286"/>
                  </a:lnTo>
                  <a:lnTo>
                    <a:pt x="14573" y="635394"/>
                  </a:lnTo>
                  <a:lnTo>
                    <a:pt x="6985" y="630253"/>
                  </a:lnTo>
                  <a:lnTo>
                    <a:pt x="1873" y="622659"/>
                  </a:lnTo>
                  <a:lnTo>
                    <a:pt x="0" y="613410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84551" y="4611751"/>
            <a:ext cx="1958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Broker1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65451" y="5607939"/>
            <a:ext cx="2797175" cy="1200150"/>
            <a:chOff x="1965451" y="5607939"/>
            <a:chExt cx="2797175" cy="1200150"/>
          </a:xfrm>
        </p:grpSpPr>
        <p:sp>
          <p:nvSpPr>
            <p:cNvPr id="14" name="object 14"/>
            <p:cNvSpPr/>
            <p:nvPr/>
          </p:nvSpPr>
          <p:spPr>
            <a:xfrm>
              <a:off x="1984501" y="562698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2715387" y="0"/>
                  </a:moveTo>
                  <a:lnTo>
                    <a:pt x="43561" y="0"/>
                  </a:lnTo>
                  <a:lnTo>
                    <a:pt x="26628" y="3413"/>
                  </a:lnTo>
                  <a:lnTo>
                    <a:pt x="12779" y="12731"/>
                  </a:lnTo>
                  <a:lnTo>
                    <a:pt x="3430" y="26574"/>
                  </a:lnTo>
                  <a:lnTo>
                    <a:pt x="0" y="43561"/>
                  </a:lnTo>
                  <a:lnTo>
                    <a:pt x="0" y="1118235"/>
                  </a:lnTo>
                  <a:lnTo>
                    <a:pt x="3430" y="1135221"/>
                  </a:lnTo>
                  <a:lnTo>
                    <a:pt x="12779" y="1149064"/>
                  </a:lnTo>
                  <a:lnTo>
                    <a:pt x="26628" y="1158382"/>
                  </a:lnTo>
                  <a:lnTo>
                    <a:pt x="43561" y="1161796"/>
                  </a:lnTo>
                  <a:lnTo>
                    <a:pt x="2715387" y="1161796"/>
                  </a:lnTo>
                  <a:lnTo>
                    <a:pt x="2732299" y="1158382"/>
                  </a:lnTo>
                  <a:lnTo>
                    <a:pt x="2746105" y="1149064"/>
                  </a:lnTo>
                  <a:lnTo>
                    <a:pt x="2755409" y="1135221"/>
                  </a:lnTo>
                  <a:lnTo>
                    <a:pt x="2758821" y="1118235"/>
                  </a:lnTo>
                  <a:lnTo>
                    <a:pt x="2758821" y="43561"/>
                  </a:lnTo>
                  <a:lnTo>
                    <a:pt x="2755409" y="26574"/>
                  </a:lnTo>
                  <a:lnTo>
                    <a:pt x="2746105" y="12731"/>
                  </a:lnTo>
                  <a:lnTo>
                    <a:pt x="2732299" y="3413"/>
                  </a:lnTo>
                  <a:lnTo>
                    <a:pt x="2715387" y="0"/>
                  </a:lnTo>
                  <a:close/>
                </a:path>
              </a:pathLst>
            </a:custGeom>
            <a:solidFill>
              <a:srgbClr val="FFFFFF">
                <a:alpha val="85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84501" y="562698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0" y="43561"/>
                  </a:moveTo>
                  <a:lnTo>
                    <a:pt x="3430" y="26574"/>
                  </a:lnTo>
                  <a:lnTo>
                    <a:pt x="12779" y="12731"/>
                  </a:lnTo>
                  <a:lnTo>
                    <a:pt x="26628" y="3413"/>
                  </a:lnTo>
                  <a:lnTo>
                    <a:pt x="43561" y="0"/>
                  </a:lnTo>
                  <a:lnTo>
                    <a:pt x="2715387" y="0"/>
                  </a:lnTo>
                  <a:lnTo>
                    <a:pt x="2732299" y="3413"/>
                  </a:lnTo>
                  <a:lnTo>
                    <a:pt x="2746105" y="12731"/>
                  </a:lnTo>
                  <a:lnTo>
                    <a:pt x="2755409" y="26574"/>
                  </a:lnTo>
                  <a:lnTo>
                    <a:pt x="2758821" y="43561"/>
                  </a:lnTo>
                  <a:lnTo>
                    <a:pt x="2758821" y="1118235"/>
                  </a:lnTo>
                  <a:lnTo>
                    <a:pt x="2755409" y="1135221"/>
                  </a:lnTo>
                  <a:lnTo>
                    <a:pt x="2746105" y="1149064"/>
                  </a:lnTo>
                  <a:lnTo>
                    <a:pt x="2732299" y="1158382"/>
                  </a:lnTo>
                  <a:lnTo>
                    <a:pt x="2715387" y="1161796"/>
                  </a:lnTo>
                  <a:lnTo>
                    <a:pt x="43561" y="1161796"/>
                  </a:lnTo>
                  <a:lnTo>
                    <a:pt x="26628" y="1158382"/>
                  </a:lnTo>
                  <a:lnTo>
                    <a:pt x="12779" y="1149064"/>
                  </a:lnTo>
                  <a:lnTo>
                    <a:pt x="3430" y="1135221"/>
                  </a:lnTo>
                  <a:lnTo>
                    <a:pt x="0" y="1118235"/>
                  </a:lnTo>
                  <a:lnTo>
                    <a:pt x="0" y="43561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47805" y="6502145"/>
            <a:ext cx="26377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2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34514" y="5773292"/>
            <a:ext cx="2059305" cy="675640"/>
            <a:chOff x="2334514" y="5773292"/>
            <a:chExt cx="2059305" cy="675640"/>
          </a:xfrm>
        </p:grpSpPr>
        <p:sp>
          <p:nvSpPr>
            <p:cNvPr id="18" name="object 18"/>
            <p:cNvSpPr/>
            <p:nvPr/>
          </p:nvSpPr>
          <p:spPr>
            <a:xfrm>
              <a:off x="2353564" y="5792342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1996948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6"/>
                  </a:lnTo>
                  <a:lnTo>
                    <a:pt x="0" y="613283"/>
                  </a:lnTo>
                  <a:lnTo>
                    <a:pt x="1873" y="622585"/>
                  </a:lnTo>
                  <a:lnTo>
                    <a:pt x="6985" y="630174"/>
                  </a:lnTo>
                  <a:lnTo>
                    <a:pt x="14573" y="635285"/>
                  </a:lnTo>
                  <a:lnTo>
                    <a:pt x="23875" y="637159"/>
                  </a:lnTo>
                  <a:lnTo>
                    <a:pt x="1996948" y="637159"/>
                  </a:lnTo>
                  <a:lnTo>
                    <a:pt x="2006250" y="635285"/>
                  </a:lnTo>
                  <a:lnTo>
                    <a:pt x="2013839" y="630174"/>
                  </a:lnTo>
                  <a:lnTo>
                    <a:pt x="2018950" y="622585"/>
                  </a:lnTo>
                  <a:lnTo>
                    <a:pt x="2020824" y="613283"/>
                  </a:lnTo>
                  <a:lnTo>
                    <a:pt x="2020824" y="23876"/>
                  </a:lnTo>
                  <a:lnTo>
                    <a:pt x="2018950" y="14573"/>
                  </a:lnTo>
                  <a:lnTo>
                    <a:pt x="2013839" y="6985"/>
                  </a:lnTo>
                  <a:lnTo>
                    <a:pt x="2006250" y="1873"/>
                  </a:lnTo>
                  <a:lnTo>
                    <a:pt x="1996948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53564" y="5792342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0" y="23876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1996948" y="0"/>
                  </a:lnTo>
                  <a:lnTo>
                    <a:pt x="2006250" y="1873"/>
                  </a:lnTo>
                  <a:lnTo>
                    <a:pt x="2013839" y="6985"/>
                  </a:lnTo>
                  <a:lnTo>
                    <a:pt x="2018950" y="14573"/>
                  </a:lnTo>
                  <a:lnTo>
                    <a:pt x="2020824" y="23876"/>
                  </a:lnTo>
                  <a:lnTo>
                    <a:pt x="2020824" y="613283"/>
                  </a:lnTo>
                  <a:lnTo>
                    <a:pt x="2018950" y="622585"/>
                  </a:lnTo>
                  <a:lnTo>
                    <a:pt x="2013839" y="630174"/>
                  </a:lnTo>
                  <a:lnTo>
                    <a:pt x="2006250" y="635285"/>
                  </a:lnTo>
                  <a:lnTo>
                    <a:pt x="1996948" y="637159"/>
                  </a:lnTo>
                  <a:lnTo>
                    <a:pt x="23875" y="637159"/>
                  </a:lnTo>
                  <a:lnTo>
                    <a:pt x="14573" y="635285"/>
                  </a:lnTo>
                  <a:lnTo>
                    <a:pt x="6985" y="630174"/>
                  </a:lnTo>
                  <a:lnTo>
                    <a:pt x="1873" y="622585"/>
                  </a:lnTo>
                  <a:lnTo>
                    <a:pt x="0" y="613283"/>
                  </a:lnTo>
                  <a:lnTo>
                    <a:pt x="0" y="23876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384551" y="5974207"/>
            <a:ext cx="1958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Broker2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65451" y="6970141"/>
            <a:ext cx="2797175" cy="1200150"/>
            <a:chOff x="1965451" y="6970141"/>
            <a:chExt cx="2797175" cy="1200150"/>
          </a:xfrm>
        </p:grpSpPr>
        <p:sp>
          <p:nvSpPr>
            <p:cNvPr id="22" name="object 22"/>
            <p:cNvSpPr/>
            <p:nvPr/>
          </p:nvSpPr>
          <p:spPr>
            <a:xfrm>
              <a:off x="1984501" y="6989191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2715387" y="0"/>
                  </a:moveTo>
                  <a:lnTo>
                    <a:pt x="43561" y="0"/>
                  </a:lnTo>
                  <a:lnTo>
                    <a:pt x="26628" y="3430"/>
                  </a:lnTo>
                  <a:lnTo>
                    <a:pt x="12779" y="12779"/>
                  </a:lnTo>
                  <a:lnTo>
                    <a:pt x="3430" y="26628"/>
                  </a:lnTo>
                  <a:lnTo>
                    <a:pt x="0" y="43561"/>
                  </a:lnTo>
                  <a:lnTo>
                    <a:pt x="0" y="1118362"/>
                  </a:lnTo>
                  <a:lnTo>
                    <a:pt x="3430" y="1135294"/>
                  </a:lnTo>
                  <a:lnTo>
                    <a:pt x="12779" y="1149143"/>
                  </a:lnTo>
                  <a:lnTo>
                    <a:pt x="26628" y="1158492"/>
                  </a:lnTo>
                  <a:lnTo>
                    <a:pt x="43561" y="1161923"/>
                  </a:lnTo>
                  <a:lnTo>
                    <a:pt x="2715387" y="1161923"/>
                  </a:lnTo>
                  <a:lnTo>
                    <a:pt x="2732299" y="1158492"/>
                  </a:lnTo>
                  <a:lnTo>
                    <a:pt x="2746105" y="1149143"/>
                  </a:lnTo>
                  <a:lnTo>
                    <a:pt x="2755409" y="1135294"/>
                  </a:lnTo>
                  <a:lnTo>
                    <a:pt x="2758821" y="1118362"/>
                  </a:lnTo>
                  <a:lnTo>
                    <a:pt x="2758821" y="43561"/>
                  </a:lnTo>
                  <a:lnTo>
                    <a:pt x="2755409" y="26628"/>
                  </a:lnTo>
                  <a:lnTo>
                    <a:pt x="2746105" y="12779"/>
                  </a:lnTo>
                  <a:lnTo>
                    <a:pt x="2732299" y="3430"/>
                  </a:lnTo>
                  <a:lnTo>
                    <a:pt x="2715387" y="0"/>
                  </a:lnTo>
                  <a:close/>
                </a:path>
              </a:pathLst>
            </a:custGeom>
            <a:solidFill>
              <a:srgbClr val="FFFFFF">
                <a:alpha val="85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84501" y="6989191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0" y="43561"/>
                  </a:moveTo>
                  <a:lnTo>
                    <a:pt x="3430" y="26628"/>
                  </a:lnTo>
                  <a:lnTo>
                    <a:pt x="12779" y="12779"/>
                  </a:lnTo>
                  <a:lnTo>
                    <a:pt x="26628" y="3430"/>
                  </a:lnTo>
                  <a:lnTo>
                    <a:pt x="43561" y="0"/>
                  </a:lnTo>
                  <a:lnTo>
                    <a:pt x="2715387" y="0"/>
                  </a:lnTo>
                  <a:lnTo>
                    <a:pt x="2732299" y="3430"/>
                  </a:lnTo>
                  <a:lnTo>
                    <a:pt x="2746105" y="12779"/>
                  </a:lnTo>
                  <a:lnTo>
                    <a:pt x="2755409" y="26628"/>
                  </a:lnTo>
                  <a:lnTo>
                    <a:pt x="2758821" y="43561"/>
                  </a:lnTo>
                  <a:lnTo>
                    <a:pt x="2758821" y="1118362"/>
                  </a:lnTo>
                  <a:lnTo>
                    <a:pt x="2755409" y="1135294"/>
                  </a:lnTo>
                  <a:lnTo>
                    <a:pt x="2746105" y="1149143"/>
                  </a:lnTo>
                  <a:lnTo>
                    <a:pt x="2732299" y="1158492"/>
                  </a:lnTo>
                  <a:lnTo>
                    <a:pt x="2715387" y="1161923"/>
                  </a:lnTo>
                  <a:lnTo>
                    <a:pt x="43561" y="1161923"/>
                  </a:lnTo>
                  <a:lnTo>
                    <a:pt x="26628" y="1158492"/>
                  </a:lnTo>
                  <a:lnTo>
                    <a:pt x="12779" y="1149143"/>
                  </a:lnTo>
                  <a:lnTo>
                    <a:pt x="3430" y="1135294"/>
                  </a:lnTo>
                  <a:lnTo>
                    <a:pt x="0" y="1118362"/>
                  </a:lnTo>
                  <a:lnTo>
                    <a:pt x="0" y="43561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26072" y="7864602"/>
            <a:ext cx="265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3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34514" y="7135494"/>
            <a:ext cx="2059305" cy="675640"/>
            <a:chOff x="2334514" y="7135494"/>
            <a:chExt cx="2059305" cy="675640"/>
          </a:xfrm>
        </p:grpSpPr>
        <p:sp>
          <p:nvSpPr>
            <p:cNvPr id="26" name="object 26"/>
            <p:cNvSpPr/>
            <p:nvPr/>
          </p:nvSpPr>
          <p:spPr>
            <a:xfrm>
              <a:off x="2353564" y="715454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40">
                  <a:moveTo>
                    <a:pt x="1996948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4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409"/>
                  </a:lnTo>
                  <a:lnTo>
                    <a:pt x="1873" y="622659"/>
                  </a:lnTo>
                  <a:lnTo>
                    <a:pt x="6985" y="630253"/>
                  </a:lnTo>
                  <a:lnTo>
                    <a:pt x="14573" y="635394"/>
                  </a:lnTo>
                  <a:lnTo>
                    <a:pt x="23875" y="637285"/>
                  </a:lnTo>
                  <a:lnTo>
                    <a:pt x="1996948" y="637285"/>
                  </a:lnTo>
                  <a:lnTo>
                    <a:pt x="2006250" y="635394"/>
                  </a:lnTo>
                  <a:lnTo>
                    <a:pt x="2013839" y="630253"/>
                  </a:lnTo>
                  <a:lnTo>
                    <a:pt x="2018950" y="622659"/>
                  </a:lnTo>
                  <a:lnTo>
                    <a:pt x="2020824" y="613409"/>
                  </a:lnTo>
                  <a:lnTo>
                    <a:pt x="2020824" y="23875"/>
                  </a:lnTo>
                  <a:lnTo>
                    <a:pt x="2018950" y="14573"/>
                  </a:lnTo>
                  <a:lnTo>
                    <a:pt x="2013839" y="6984"/>
                  </a:lnTo>
                  <a:lnTo>
                    <a:pt x="2006250" y="1873"/>
                  </a:lnTo>
                  <a:lnTo>
                    <a:pt x="1996948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3564" y="715454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40">
                  <a:moveTo>
                    <a:pt x="0" y="23875"/>
                  </a:moveTo>
                  <a:lnTo>
                    <a:pt x="1873" y="14573"/>
                  </a:lnTo>
                  <a:lnTo>
                    <a:pt x="6985" y="6984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1996948" y="0"/>
                  </a:lnTo>
                  <a:lnTo>
                    <a:pt x="2006250" y="1873"/>
                  </a:lnTo>
                  <a:lnTo>
                    <a:pt x="2013839" y="6984"/>
                  </a:lnTo>
                  <a:lnTo>
                    <a:pt x="2018950" y="14573"/>
                  </a:lnTo>
                  <a:lnTo>
                    <a:pt x="2020824" y="23875"/>
                  </a:lnTo>
                  <a:lnTo>
                    <a:pt x="2020824" y="613409"/>
                  </a:lnTo>
                  <a:lnTo>
                    <a:pt x="2018950" y="622659"/>
                  </a:lnTo>
                  <a:lnTo>
                    <a:pt x="2013839" y="630253"/>
                  </a:lnTo>
                  <a:lnTo>
                    <a:pt x="2006250" y="635394"/>
                  </a:lnTo>
                  <a:lnTo>
                    <a:pt x="1996948" y="637285"/>
                  </a:lnTo>
                  <a:lnTo>
                    <a:pt x="23875" y="637285"/>
                  </a:lnTo>
                  <a:lnTo>
                    <a:pt x="14573" y="635394"/>
                  </a:lnTo>
                  <a:lnTo>
                    <a:pt x="6985" y="630253"/>
                  </a:lnTo>
                  <a:lnTo>
                    <a:pt x="1873" y="622659"/>
                  </a:lnTo>
                  <a:lnTo>
                    <a:pt x="0" y="613409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384551" y="7336663"/>
            <a:ext cx="1958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Broker3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18328" y="8244331"/>
            <a:ext cx="700405" cy="401320"/>
          </a:xfrm>
          <a:prstGeom prst="rect">
            <a:avLst/>
          </a:prstGeom>
        </p:spPr>
        <p:txBody>
          <a:bodyPr vert="vert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4000" spc="-50" dirty="0">
                <a:latin typeface="Malgun Gothic"/>
                <a:cs typeface="Malgun Gothic"/>
              </a:rPr>
              <a:t>…</a:t>
            </a:r>
            <a:endParaRPr sz="4000">
              <a:latin typeface="Malgun Gothic"/>
              <a:cs typeface="Malgun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94816" y="1624330"/>
            <a:ext cx="4531360" cy="2435860"/>
            <a:chOff x="1094816" y="1624330"/>
            <a:chExt cx="4531360" cy="2435860"/>
          </a:xfrm>
        </p:grpSpPr>
        <p:sp>
          <p:nvSpPr>
            <p:cNvPr id="31" name="object 31"/>
            <p:cNvSpPr/>
            <p:nvPr/>
          </p:nvSpPr>
          <p:spPr>
            <a:xfrm>
              <a:off x="1113866" y="1643380"/>
              <a:ext cx="4493260" cy="1723389"/>
            </a:xfrm>
            <a:custGeom>
              <a:avLst/>
              <a:gdLst/>
              <a:ahLst/>
              <a:cxnLst/>
              <a:rect l="l" t="t" r="r" b="b"/>
              <a:pathLst>
                <a:path w="4493260" h="1723389">
                  <a:moveTo>
                    <a:pt x="0" y="64516"/>
                  </a:moveTo>
                  <a:lnTo>
                    <a:pt x="5075" y="39379"/>
                  </a:lnTo>
                  <a:lnTo>
                    <a:pt x="18916" y="18875"/>
                  </a:lnTo>
                  <a:lnTo>
                    <a:pt x="39444" y="5062"/>
                  </a:lnTo>
                  <a:lnTo>
                    <a:pt x="64579" y="0"/>
                  </a:lnTo>
                  <a:lnTo>
                    <a:pt x="4428540" y="0"/>
                  </a:lnTo>
                  <a:lnTo>
                    <a:pt x="4453696" y="5062"/>
                  </a:lnTo>
                  <a:lnTo>
                    <a:pt x="4474244" y="18875"/>
                  </a:lnTo>
                  <a:lnTo>
                    <a:pt x="4488101" y="39379"/>
                  </a:lnTo>
                  <a:lnTo>
                    <a:pt x="4493183" y="64516"/>
                  </a:lnTo>
                  <a:lnTo>
                    <a:pt x="4493183" y="1658747"/>
                  </a:lnTo>
                  <a:lnTo>
                    <a:pt x="4488101" y="1683883"/>
                  </a:lnTo>
                  <a:lnTo>
                    <a:pt x="4474244" y="1704387"/>
                  </a:lnTo>
                  <a:lnTo>
                    <a:pt x="4453696" y="1718200"/>
                  </a:lnTo>
                  <a:lnTo>
                    <a:pt x="4428540" y="1723263"/>
                  </a:lnTo>
                  <a:lnTo>
                    <a:pt x="64579" y="1723263"/>
                  </a:lnTo>
                  <a:lnTo>
                    <a:pt x="39444" y="1718200"/>
                  </a:lnTo>
                  <a:lnTo>
                    <a:pt x="18916" y="1704387"/>
                  </a:lnTo>
                  <a:lnTo>
                    <a:pt x="5075" y="1683883"/>
                  </a:lnTo>
                  <a:lnTo>
                    <a:pt x="0" y="1658747"/>
                  </a:lnTo>
                  <a:lnTo>
                    <a:pt x="0" y="64516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93034" y="3366643"/>
              <a:ext cx="481965" cy="680720"/>
            </a:xfrm>
            <a:custGeom>
              <a:avLst/>
              <a:gdLst/>
              <a:ahLst/>
              <a:cxnLst/>
              <a:rect l="l" t="t" r="r" b="b"/>
              <a:pathLst>
                <a:path w="481964" h="680720">
                  <a:moveTo>
                    <a:pt x="240665" y="0"/>
                  </a:moveTo>
                  <a:lnTo>
                    <a:pt x="0" y="240791"/>
                  </a:lnTo>
                  <a:lnTo>
                    <a:pt x="120268" y="240791"/>
                  </a:lnTo>
                  <a:lnTo>
                    <a:pt x="120268" y="439927"/>
                  </a:lnTo>
                  <a:lnTo>
                    <a:pt x="0" y="439927"/>
                  </a:lnTo>
                  <a:lnTo>
                    <a:pt x="240665" y="680592"/>
                  </a:lnTo>
                  <a:lnTo>
                    <a:pt x="481456" y="439927"/>
                  </a:lnTo>
                  <a:lnTo>
                    <a:pt x="361061" y="439927"/>
                  </a:lnTo>
                  <a:lnTo>
                    <a:pt x="361061" y="240791"/>
                  </a:lnTo>
                  <a:lnTo>
                    <a:pt x="481456" y="240791"/>
                  </a:lnTo>
                  <a:lnTo>
                    <a:pt x="240665" y="0"/>
                  </a:lnTo>
                  <a:close/>
                </a:path>
              </a:pathLst>
            </a:custGeom>
            <a:solidFill>
              <a:srgbClr val="9587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93034" y="3366643"/>
              <a:ext cx="481965" cy="680720"/>
            </a:xfrm>
            <a:custGeom>
              <a:avLst/>
              <a:gdLst/>
              <a:ahLst/>
              <a:cxnLst/>
              <a:rect l="l" t="t" r="r" b="b"/>
              <a:pathLst>
                <a:path w="481964" h="680720">
                  <a:moveTo>
                    <a:pt x="0" y="240791"/>
                  </a:moveTo>
                  <a:lnTo>
                    <a:pt x="240665" y="0"/>
                  </a:lnTo>
                  <a:lnTo>
                    <a:pt x="481456" y="240791"/>
                  </a:lnTo>
                  <a:lnTo>
                    <a:pt x="361061" y="240791"/>
                  </a:lnTo>
                  <a:lnTo>
                    <a:pt x="361061" y="439927"/>
                  </a:lnTo>
                  <a:lnTo>
                    <a:pt x="481456" y="439927"/>
                  </a:lnTo>
                  <a:lnTo>
                    <a:pt x="240665" y="680592"/>
                  </a:lnTo>
                  <a:lnTo>
                    <a:pt x="0" y="439927"/>
                  </a:lnTo>
                  <a:lnTo>
                    <a:pt x="120268" y="439927"/>
                  </a:lnTo>
                  <a:lnTo>
                    <a:pt x="120268" y="240791"/>
                  </a:lnTo>
                  <a:lnTo>
                    <a:pt x="0" y="240791"/>
                  </a:lnTo>
                  <a:close/>
                </a:path>
              </a:pathLst>
            </a:custGeom>
            <a:ln w="254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89252" y="2462657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022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283"/>
                  </a:lnTo>
                  <a:lnTo>
                    <a:pt x="1873" y="622585"/>
                  </a:lnTo>
                  <a:lnTo>
                    <a:pt x="6985" y="630174"/>
                  </a:lnTo>
                  <a:lnTo>
                    <a:pt x="14573" y="635285"/>
                  </a:lnTo>
                  <a:lnTo>
                    <a:pt x="23875" y="637159"/>
                  </a:lnTo>
                  <a:lnTo>
                    <a:pt x="938022" y="637159"/>
                  </a:lnTo>
                  <a:lnTo>
                    <a:pt x="947324" y="635285"/>
                  </a:lnTo>
                  <a:lnTo>
                    <a:pt x="954913" y="630174"/>
                  </a:lnTo>
                  <a:lnTo>
                    <a:pt x="960024" y="622585"/>
                  </a:lnTo>
                  <a:lnTo>
                    <a:pt x="961898" y="613283"/>
                  </a:lnTo>
                  <a:lnTo>
                    <a:pt x="961898" y="23875"/>
                  </a:lnTo>
                  <a:lnTo>
                    <a:pt x="960024" y="14573"/>
                  </a:lnTo>
                  <a:lnTo>
                    <a:pt x="954913" y="6985"/>
                  </a:lnTo>
                  <a:lnTo>
                    <a:pt x="947324" y="1873"/>
                  </a:lnTo>
                  <a:lnTo>
                    <a:pt x="938022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89252" y="2462657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938022" y="0"/>
                  </a:lnTo>
                  <a:lnTo>
                    <a:pt x="947324" y="1873"/>
                  </a:lnTo>
                  <a:lnTo>
                    <a:pt x="954913" y="6985"/>
                  </a:lnTo>
                  <a:lnTo>
                    <a:pt x="960024" y="14573"/>
                  </a:lnTo>
                  <a:lnTo>
                    <a:pt x="961898" y="23875"/>
                  </a:lnTo>
                  <a:lnTo>
                    <a:pt x="961898" y="613283"/>
                  </a:lnTo>
                  <a:lnTo>
                    <a:pt x="960024" y="622585"/>
                  </a:lnTo>
                  <a:lnTo>
                    <a:pt x="954913" y="630174"/>
                  </a:lnTo>
                  <a:lnTo>
                    <a:pt x="947324" y="635285"/>
                  </a:lnTo>
                  <a:lnTo>
                    <a:pt x="938022" y="637159"/>
                  </a:lnTo>
                  <a:lnTo>
                    <a:pt x="23875" y="637159"/>
                  </a:lnTo>
                  <a:lnTo>
                    <a:pt x="14573" y="635285"/>
                  </a:lnTo>
                  <a:lnTo>
                    <a:pt x="6985" y="630174"/>
                  </a:lnTo>
                  <a:lnTo>
                    <a:pt x="1873" y="622585"/>
                  </a:lnTo>
                  <a:lnTo>
                    <a:pt x="0" y="613283"/>
                  </a:lnTo>
                  <a:lnTo>
                    <a:pt x="0" y="23875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734936" y="3570223"/>
            <a:ext cx="9763125" cy="5034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6905" indent="-62420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636905" algn="l"/>
              </a:tabLst>
            </a:pPr>
            <a:r>
              <a:rPr sz="2800" dirty="0">
                <a:latin typeface="Malgun Gothic"/>
                <a:cs typeface="Malgun Gothic"/>
              </a:rPr>
              <a:t>Topic</a:t>
            </a:r>
            <a:r>
              <a:rPr sz="2800" spc="-4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내의</a:t>
            </a:r>
            <a:r>
              <a:rPr sz="2800" spc="-4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Partition</a:t>
            </a:r>
            <a:r>
              <a:rPr sz="2800" spc="-3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들을</a:t>
            </a:r>
            <a:r>
              <a:rPr sz="2800" spc="-4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유지</a:t>
            </a:r>
            <a:r>
              <a:rPr sz="2800" spc="-4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및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관리</a:t>
            </a:r>
            <a:endParaRPr sz="2800">
              <a:latin typeface="Malgun Gothic"/>
              <a:cs typeface="Malgun Gothic"/>
            </a:endParaRPr>
          </a:p>
          <a:p>
            <a:pPr marL="636905" indent="-624205">
              <a:lnSpc>
                <a:spcPct val="100000"/>
              </a:lnSpc>
              <a:spcBef>
                <a:spcPts val="2455"/>
              </a:spcBef>
              <a:buFont typeface="Arial"/>
              <a:buChar char="•"/>
              <a:tabLst>
                <a:tab pos="636905" algn="l"/>
              </a:tabLst>
            </a:pPr>
            <a:r>
              <a:rPr sz="2800" dirty="0">
                <a:latin typeface="Malgun Gothic"/>
                <a:cs typeface="Malgun Gothic"/>
              </a:rPr>
              <a:t>각각의</a:t>
            </a:r>
            <a:r>
              <a:rPr sz="2800" spc="-7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Broker들은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ID로</a:t>
            </a:r>
            <a:r>
              <a:rPr sz="2800" spc="-8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식별됨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(</a:t>
            </a: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단,</a:t>
            </a:r>
            <a:r>
              <a:rPr sz="2800" spc="-7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ID는</a:t>
            </a:r>
            <a:r>
              <a:rPr sz="2800" spc="-70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800" spc="-25" dirty="0">
                <a:solidFill>
                  <a:srgbClr val="EC224A"/>
                </a:solidFill>
                <a:latin typeface="Malgun Gothic"/>
                <a:cs typeface="Malgun Gothic"/>
              </a:rPr>
              <a:t>숫자</a:t>
            </a:r>
            <a:r>
              <a:rPr sz="2800" spc="-25" dirty="0">
                <a:latin typeface="Malgun Gothic"/>
                <a:cs typeface="Malgun Gothic"/>
              </a:rPr>
              <a:t>)</a:t>
            </a:r>
            <a:endParaRPr sz="2800">
              <a:latin typeface="Malgun Gothic"/>
              <a:cs typeface="Malgun Gothic"/>
            </a:endParaRPr>
          </a:p>
          <a:p>
            <a:pPr marL="636905" indent="-624205">
              <a:lnSpc>
                <a:spcPct val="100000"/>
              </a:lnSpc>
              <a:spcBef>
                <a:spcPts val="2460"/>
              </a:spcBef>
              <a:buFont typeface="Arial"/>
              <a:buChar char="•"/>
              <a:tabLst>
                <a:tab pos="636905" algn="l"/>
              </a:tabLst>
            </a:pPr>
            <a:r>
              <a:rPr sz="2800" dirty="0">
                <a:latin typeface="Malgun Gothic"/>
                <a:cs typeface="Malgun Gothic"/>
              </a:rPr>
              <a:t>Topic의</a:t>
            </a:r>
            <a:r>
              <a:rPr sz="2800" spc="-6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일부</a:t>
            </a:r>
            <a:r>
              <a:rPr sz="2800" spc="-9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Partition들을</a:t>
            </a:r>
            <a:r>
              <a:rPr sz="2800" spc="-7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포함</a:t>
            </a:r>
            <a:endParaRPr sz="2800">
              <a:latin typeface="Malgun Gothic"/>
              <a:cs typeface="Malgun Gothic"/>
            </a:endParaRPr>
          </a:p>
          <a:p>
            <a:pPr marL="1160780" lvl="1" indent="-270510">
              <a:lnSpc>
                <a:spcPct val="100000"/>
              </a:lnSpc>
              <a:buChar char="-"/>
              <a:tabLst>
                <a:tab pos="1160780" algn="l"/>
              </a:tabLst>
            </a:pPr>
            <a:r>
              <a:rPr sz="2800" dirty="0">
                <a:latin typeface="Malgun Gothic"/>
                <a:cs typeface="Malgun Gothic"/>
              </a:rPr>
              <a:t>Topic</a:t>
            </a:r>
            <a:r>
              <a:rPr sz="2800" spc="-11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데이터의</a:t>
            </a:r>
            <a:r>
              <a:rPr sz="2800" spc="-10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일부분(Partition)을</a:t>
            </a:r>
            <a:r>
              <a:rPr sz="2800" spc="-9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가짐</a:t>
            </a:r>
            <a:endParaRPr sz="2800">
              <a:latin typeface="Malgun Gothic"/>
              <a:cs typeface="Malgun Gothic"/>
            </a:endParaRPr>
          </a:p>
          <a:p>
            <a:pPr marL="636905" indent="-624205">
              <a:lnSpc>
                <a:spcPct val="100000"/>
              </a:lnSpc>
              <a:spcBef>
                <a:spcPts val="2740"/>
              </a:spcBef>
              <a:buClr>
                <a:srgbClr val="000000"/>
              </a:buClr>
              <a:buFont typeface="Arial"/>
              <a:buChar char="•"/>
              <a:tabLst>
                <a:tab pos="636905" algn="l"/>
              </a:tabLst>
            </a:pP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Kafka</a:t>
            </a:r>
            <a:r>
              <a:rPr sz="2800" spc="-70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Cluster</a:t>
            </a:r>
            <a:r>
              <a:rPr sz="2800" spc="-50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:</a:t>
            </a:r>
            <a:r>
              <a:rPr sz="2800" spc="-5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여러</a:t>
            </a:r>
            <a:r>
              <a:rPr sz="2800" spc="-5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개의</a:t>
            </a:r>
            <a:r>
              <a:rPr sz="2800" spc="-5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Broker들로</a:t>
            </a:r>
            <a:r>
              <a:rPr sz="2800" spc="-5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구성됨</a:t>
            </a:r>
            <a:endParaRPr sz="2800">
              <a:latin typeface="Malgun Gothic"/>
              <a:cs typeface="Malgun Gothic"/>
            </a:endParaRPr>
          </a:p>
          <a:p>
            <a:pPr marL="636905" indent="-624205">
              <a:lnSpc>
                <a:spcPct val="100000"/>
              </a:lnSpc>
              <a:spcBef>
                <a:spcPts val="2455"/>
              </a:spcBef>
              <a:buFont typeface="Arial"/>
              <a:buChar char="•"/>
              <a:tabLst>
                <a:tab pos="636905" algn="l"/>
              </a:tabLst>
            </a:pPr>
            <a:r>
              <a:rPr sz="2800" dirty="0">
                <a:latin typeface="Malgun Gothic"/>
                <a:cs typeface="Malgun Gothic"/>
              </a:rPr>
              <a:t>Client는</a:t>
            </a:r>
            <a:r>
              <a:rPr sz="2800" spc="-8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특정</a:t>
            </a:r>
            <a:r>
              <a:rPr sz="2800" spc="-8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Broker에</a:t>
            </a:r>
            <a:r>
              <a:rPr sz="2800" spc="-9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연결하면</a:t>
            </a:r>
            <a:r>
              <a:rPr sz="2800" spc="-8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전체</a:t>
            </a:r>
            <a:r>
              <a:rPr sz="2800" spc="-9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클러스터에</a:t>
            </a:r>
            <a:r>
              <a:rPr sz="2800" spc="-7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연결됨</a:t>
            </a:r>
            <a:endParaRPr sz="2800">
              <a:latin typeface="Malgun Gothic"/>
              <a:cs typeface="Malgun Gothic"/>
            </a:endParaRPr>
          </a:p>
          <a:p>
            <a:pPr marL="636905" indent="-624205">
              <a:lnSpc>
                <a:spcPct val="100000"/>
              </a:lnSpc>
              <a:spcBef>
                <a:spcPts val="2455"/>
              </a:spcBef>
              <a:buClr>
                <a:srgbClr val="000000"/>
              </a:buClr>
              <a:buFont typeface="Arial"/>
              <a:buChar char="•"/>
              <a:tabLst>
                <a:tab pos="636905" algn="l"/>
              </a:tabLst>
            </a:pP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최소</a:t>
            </a:r>
            <a:r>
              <a:rPr sz="2800" spc="-80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3대</a:t>
            </a:r>
            <a:r>
              <a:rPr sz="2800" spc="-80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이상</a:t>
            </a:r>
            <a:r>
              <a:rPr sz="2800" dirty="0">
                <a:latin typeface="Malgun Gothic"/>
                <a:cs typeface="Malgun Gothic"/>
              </a:rPr>
              <a:t>의</a:t>
            </a:r>
            <a:r>
              <a:rPr sz="2800" spc="-7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Broker를</a:t>
            </a:r>
            <a:r>
              <a:rPr sz="2800" spc="-8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하나의</a:t>
            </a:r>
            <a:r>
              <a:rPr sz="2800" spc="-8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Cluster로</a:t>
            </a:r>
            <a:r>
              <a:rPr sz="2800" spc="-7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구성해야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spc="-50" dirty="0">
                <a:latin typeface="Malgun Gothic"/>
                <a:cs typeface="Malgun Gothic"/>
              </a:rPr>
              <a:t>함</a:t>
            </a:r>
            <a:endParaRPr sz="2800">
              <a:latin typeface="Malgun Gothic"/>
              <a:cs typeface="Malgun Gothic"/>
            </a:endParaRPr>
          </a:p>
          <a:p>
            <a:pPr marL="1161415" lvl="1" indent="-271145">
              <a:lnSpc>
                <a:spcPct val="100000"/>
              </a:lnSpc>
              <a:buClr>
                <a:srgbClr val="000000"/>
              </a:buClr>
              <a:buChar char="-"/>
              <a:tabLst>
                <a:tab pos="1161415" algn="l"/>
              </a:tabLst>
            </a:pP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4대</a:t>
            </a:r>
            <a:r>
              <a:rPr sz="2800" spc="-60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800" dirty="0">
                <a:solidFill>
                  <a:srgbClr val="EC224A"/>
                </a:solidFill>
                <a:latin typeface="Malgun Gothic"/>
                <a:cs typeface="Malgun Gothic"/>
              </a:rPr>
              <a:t>이상을</a:t>
            </a:r>
            <a:r>
              <a:rPr sz="2800" spc="-60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800" spc="-25" dirty="0">
                <a:solidFill>
                  <a:srgbClr val="EC224A"/>
                </a:solidFill>
                <a:latin typeface="Malgun Gothic"/>
                <a:cs typeface="Malgun Gothic"/>
              </a:rPr>
              <a:t>권장</a:t>
            </a:r>
            <a:r>
              <a:rPr sz="2800" spc="-25" dirty="0">
                <a:latin typeface="Malgun Gothic"/>
                <a:cs typeface="Malgun Gothic"/>
              </a:rPr>
              <a:t>함</a:t>
            </a:r>
            <a:endParaRPr sz="28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398133" y="2180335"/>
            <a:ext cx="102844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Malgun Gothic"/>
                <a:cs typeface="Malgun Gothic"/>
              </a:rPr>
              <a:t>Broker는</a:t>
            </a:r>
            <a:r>
              <a:rPr sz="3200" spc="-25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Partition의</a:t>
            </a:r>
            <a:r>
              <a:rPr sz="3200" spc="-5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Read/Write를</a:t>
            </a:r>
            <a:r>
              <a:rPr sz="3200" spc="-70" dirty="0">
                <a:latin typeface="Malgun Gothic"/>
                <a:cs typeface="Malgun Gothic"/>
              </a:rPr>
              <a:t> </a:t>
            </a:r>
            <a:r>
              <a:rPr sz="3200" dirty="0">
                <a:latin typeface="Malgun Gothic"/>
                <a:cs typeface="Malgun Gothic"/>
              </a:rPr>
              <a:t>관리하는</a:t>
            </a:r>
            <a:r>
              <a:rPr sz="3200" spc="-35" dirty="0">
                <a:latin typeface="Malgun Gothic"/>
                <a:cs typeface="Malgun Gothic"/>
              </a:rPr>
              <a:t> </a:t>
            </a:r>
            <a:r>
              <a:rPr sz="3200" spc="-10" dirty="0">
                <a:latin typeface="Malgun Gothic"/>
                <a:cs typeface="Malgun Gothic"/>
              </a:rPr>
              <a:t>소프트웨어</a:t>
            </a:r>
            <a:endParaRPr sz="32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920239" y="2674366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976498" y="2440051"/>
            <a:ext cx="1000125" cy="675640"/>
            <a:chOff x="2976498" y="2440051"/>
            <a:chExt cx="1000125" cy="675640"/>
          </a:xfrm>
        </p:grpSpPr>
        <p:sp>
          <p:nvSpPr>
            <p:cNvPr id="40" name="object 40"/>
            <p:cNvSpPr/>
            <p:nvPr/>
          </p:nvSpPr>
          <p:spPr>
            <a:xfrm>
              <a:off x="2995548" y="2459101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149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282"/>
                  </a:lnTo>
                  <a:lnTo>
                    <a:pt x="1873" y="622585"/>
                  </a:lnTo>
                  <a:lnTo>
                    <a:pt x="6985" y="630173"/>
                  </a:lnTo>
                  <a:lnTo>
                    <a:pt x="14573" y="635285"/>
                  </a:lnTo>
                  <a:lnTo>
                    <a:pt x="23875" y="637158"/>
                  </a:lnTo>
                  <a:lnTo>
                    <a:pt x="938149" y="637158"/>
                  </a:lnTo>
                  <a:lnTo>
                    <a:pt x="947451" y="635285"/>
                  </a:lnTo>
                  <a:lnTo>
                    <a:pt x="955039" y="630174"/>
                  </a:lnTo>
                  <a:lnTo>
                    <a:pt x="960151" y="622585"/>
                  </a:lnTo>
                  <a:lnTo>
                    <a:pt x="962025" y="613282"/>
                  </a:lnTo>
                  <a:lnTo>
                    <a:pt x="962025" y="23875"/>
                  </a:lnTo>
                  <a:lnTo>
                    <a:pt x="960151" y="14573"/>
                  </a:lnTo>
                  <a:lnTo>
                    <a:pt x="955039" y="6985"/>
                  </a:lnTo>
                  <a:lnTo>
                    <a:pt x="947451" y="1873"/>
                  </a:lnTo>
                  <a:lnTo>
                    <a:pt x="938149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95548" y="2459101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938149" y="0"/>
                  </a:lnTo>
                  <a:lnTo>
                    <a:pt x="947451" y="1873"/>
                  </a:lnTo>
                  <a:lnTo>
                    <a:pt x="955039" y="6985"/>
                  </a:lnTo>
                  <a:lnTo>
                    <a:pt x="960151" y="14573"/>
                  </a:lnTo>
                  <a:lnTo>
                    <a:pt x="962025" y="23875"/>
                  </a:lnTo>
                  <a:lnTo>
                    <a:pt x="962025" y="613282"/>
                  </a:lnTo>
                  <a:lnTo>
                    <a:pt x="960151" y="622585"/>
                  </a:lnTo>
                  <a:lnTo>
                    <a:pt x="955039" y="630174"/>
                  </a:lnTo>
                  <a:lnTo>
                    <a:pt x="947451" y="635285"/>
                  </a:lnTo>
                  <a:lnTo>
                    <a:pt x="938149" y="637158"/>
                  </a:lnTo>
                  <a:lnTo>
                    <a:pt x="23875" y="637158"/>
                  </a:lnTo>
                  <a:lnTo>
                    <a:pt x="14573" y="635285"/>
                  </a:lnTo>
                  <a:lnTo>
                    <a:pt x="6985" y="630173"/>
                  </a:lnTo>
                  <a:lnTo>
                    <a:pt x="1873" y="622585"/>
                  </a:lnTo>
                  <a:lnTo>
                    <a:pt x="0" y="613282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026536" y="2671064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763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079366" y="2437764"/>
            <a:ext cx="1000125" cy="675640"/>
            <a:chOff x="4079366" y="2437764"/>
            <a:chExt cx="1000125" cy="675640"/>
          </a:xfrm>
        </p:grpSpPr>
        <p:sp>
          <p:nvSpPr>
            <p:cNvPr id="44" name="object 44"/>
            <p:cNvSpPr/>
            <p:nvPr/>
          </p:nvSpPr>
          <p:spPr>
            <a:xfrm>
              <a:off x="4098416" y="2456814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022" y="0"/>
                  </a:moveTo>
                  <a:lnTo>
                    <a:pt x="23875" y="0"/>
                  </a:lnTo>
                  <a:lnTo>
                    <a:pt x="14573" y="1891"/>
                  </a:lnTo>
                  <a:lnTo>
                    <a:pt x="6985" y="7032"/>
                  </a:lnTo>
                  <a:lnTo>
                    <a:pt x="1873" y="14626"/>
                  </a:lnTo>
                  <a:lnTo>
                    <a:pt x="0" y="23875"/>
                  </a:lnTo>
                  <a:lnTo>
                    <a:pt x="0" y="613409"/>
                  </a:lnTo>
                  <a:lnTo>
                    <a:pt x="1873" y="622712"/>
                  </a:lnTo>
                  <a:lnTo>
                    <a:pt x="6985" y="630300"/>
                  </a:lnTo>
                  <a:lnTo>
                    <a:pt x="14573" y="635412"/>
                  </a:lnTo>
                  <a:lnTo>
                    <a:pt x="23875" y="637285"/>
                  </a:lnTo>
                  <a:lnTo>
                    <a:pt x="938022" y="637285"/>
                  </a:lnTo>
                  <a:lnTo>
                    <a:pt x="947324" y="635412"/>
                  </a:lnTo>
                  <a:lnTo>
                    <a:pt x="954913" y="630300"/>
                  </a:lnTo>
                  <a:lnTo>
                    <a:pt x="960024" y="622712"/>
                  </a:lnTo>
                  <a:lnTo>
                    <a:pt x="961898" y="613409"/>
                  </a:lnTo>
                  <a:lnTo>
                    <a:pt x="961898" y="23875"/>
                  </a:lnTo>
                  <a:lnTo>
                    <a:pt x="960024" y="14626"/>
                  </a:lnTo>
                  <a:lnTo>
                    <a:pt x="954913" y="7032"/>
                  </a:lnTo>
                  <a:lnTo>
                    <a:pt x="947324" y="1891"/>
                  </a:lnTo>
                  <a:lnTo>
                    <a:pt x="938022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98416" y="2456814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626"/>
                  </a:lnTo>
                  <a:lnTo>
                    <a:pt x="6985" y="7032"/>
                  </a:lnTo>
                  <a:lnTo>
                    <a:pt x="14573" y="1891"/>
                  </a:lnTo>
                  <a:lnTo>
                    <a:pt x="23875" y="0"/>
                  </a:lnTo>
                  <a:lnTo>
                    <a:pt x="938022" y="0"/>
                  </a:lnTo>
                  <a:lnTo>
                    <a:pt x="947324" y="1891"/>
                  </a:lnTo>
                  <a:lnTo>
                    <a:pt x="954913" y="7032"/>
                  </a:lnTo>
                  <a:lnTo>
                    <a:pt x="960024" y="14626"/>
                  </a:lnTo>
                  <a:lnTo>
                    <a:pt x="961898" y="23875"/>
                  </a:lnTo>
                  <a:lnTo>
                    <a:pt x="961898" y="613409"/>
                  </a:lnTo>
                  <a:lnTo>
                    <a:pt x="960024" y="622712"/>
                  </a:lnTo>
                  <a:lnTo>
                    <a:pt x="954913" y="630300"/>
                  </a:lnTo>
                  <a:lnTo>
                    <a:pt x="947324" y="635412"/>
                  </a:lnTo>
                  <a:lnTo>
                    <a:pt x="938022" y="637285"/>
                  </a:lnTo>
                  <a:lnTo>
                    <a:pt x="23875" y="637285"/>
                  </a:lnTo>
                  <a:lnTo>
                    <a:pt x="14573" y="635412"/>
                  </a:lnTo>
                  <a:lnTo>
                    <a:pt x="6985" y="630300"/>
                  </a:lnTo>
                  <a:lnTo>
                    <a:pt x="1873" y="622712"/>
                  </a:lnTo>
                  <a:lnTo>
                    <a:pt x="0" y="613409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4129404" y="2668651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910585" y="9258578"/>
            <a:ext cx="908685" cy="38100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100" b="1" spc="-10" dirty="0">
                <a:latin typeface="Malgun Gothic"/>
                <a:cs typeface="Malgun Gothic"/>
              </a:rPr>
              <a:t>Cluster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7364202" y="9382545"/>
            <a:ext cx="284480" cy="2628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19</a:t>
            </a:fld>
            <a:endParaRPr sz="1400">
              <a:latin typeface="Malgun Gothic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473832" y="1849881"/>
            <a:ext cx="1679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KRaft</a:t>
            </a:r>
            <a:r>
              <a:rPr sz="1800" spc="-3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Controller</a:t>
            </a:r>
            <a:endParaRPr sz="1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Kraft</a:t>
            </a:r>
            <a:r>
              <a:rPr sz="4400" spc="-10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Controller</a:t>
            </a:r>
            <a:r>
              <a:rPr sz="3200" dirty="0">
                <a:solidFill>
                  <a:srgbClr val="173360"/>
                </a:solidFill>
              </a:rPr>
              <a:t>(이전</a:t>
            </a:r>
            <a:r>
              <a:rPr sz="3200" spc="-45" dirty="0">
                <a:solidFill>
                  <a:srgbClr val="173360"/>
                </a:solidFill>
              </a:rPr>
              <a:t> </a:t>
            </a:r>
            <a:r>
              <a:rPr sz="3200" dirty="0">
                <a:solidFill>
                  <a:srgbClr val="173360"/>
                </a:solidFill>
              </a:rPr>
              <a:t>Zookeeper</a:t>
            </a:r>
            <a:r>
              <a:rPr sz="3200" spc="-50" dirty="0">
                <a:solidFill>
                  <a:srgbClr val="173360"/>
                </a:solidFill>
              </a:rPr>
              <a:t> </a:t>
            </a:r>
            <a:r>
              <a:rPr sz="3200" dirty="0">
                <a:solidFill>
                  <a:srgbClr val="173360"/>
                </a:solidFill>
              </a:rPr>
              <a:t>대체</a:t>
            </a:r>
            <a:r>
              <a:rPr sz="3200" spc="-70" dirty="0">
                <a:solidFill>
                  <a:srgbClr val="173360"/>
                </a:solidFill>
              </a:rPr>
              <a:t> </a:t>
            </a:r>
            <a:r>
              <a:rPr sz="3200" spc="-10" dirty="0">
                <a:solidFill>
                  <a:srgbClr val="173360"/>
                </a:solidFill>
              </a:rPr>
              <a:t>컴포넌트)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1117396" y="4047235"/>
            <a:ext cx="4493260" cy="5689600"/>
          </a:xfrm>
          <a:custGeom>
            <a:avLst/>
            <a:gdLst/>
            <a:ahLst/>
            <a:cxnLst/>
            <a:rect l="l" t="t" r="r" b="b"/>
            <a:pathLst>
              <a:path w="4493260" h="5689600">
                <a:moveTo>
                  <a:pt x="0" y="168401"/>
                </a:moveTo>
                <a:lnTo>
                  <a:pt x="6013" y="123648"/>
                </a:lnTo>
                <a:lnTo>
                  <a:pt x="22985" y="83424"/>
                </a:lnTo>
                <a:lnTo>
                  <a:pt x="49309" y="49339"/>
                </a:lnTo>
                <a:lnTo>
                  <a:pt x="83381" y="23001"/>
                </a:lnTo>
                <a:lnTo>
                  <a:pt x="123597" y="6018"/>
                </a:lnTo>
                <a:lnTo>
                  <a:pt x="168351" y="0"/>
                </a:lnTo>
                <a:lnTo>
                  <a:pt x="4324807" y="0"/>
                </a:lnTo>
                <a:lnTo>
                  <a:pt x="4369551" y="6018"/>
                </a:lnTo>
                <a:lnTo>
                  <a:pt x="4409751" y="23001"/>
                </a:lnTo>
                <a:lnTo>
                  <a:pt x="4443806" y="49339"/>
                </a:lnTo>
                <a:lnTo>
                  <a:pt x="4470114" y="83424"/>
                </a:lnTo>
                <a:lnTo>
                  <a:pt x="4487073" y="123648"/>
                </a:lnTo>
                <a:lnTo>
                  <a:pt x="4493082" y="168401"/>
                </a:lnTo>
                <a:lnTo>
                  <a:pt x="4493082" y="5520766"/>
                </a:lnTo>
                <a:lnTo>
                  <a:pt x="4487073" y="5565520"/>
                </a:lnTo>
                <a:lnTo>
                  <a:pt x="4470114" y="5605735"/>
                </a:lnTo>
                <a:lnTo>
                  <a:pt x="4443806" y="5639808"/>
                </a:lnTo>
                <a:lnTo>
                  <a:pt x="4409751" y="5666132"/>
                </a:lnTo>
                <a:lnTo>
                  <a:pt x="4369551" y="5683103"/>
                </a:lnTo>
                <a:lnTo>
                  <a:pt x="4324807" y="5689117"/>
                </a:lnTo>
                <a:lnTo>
                  <a:pt x="168351" y="5689117"/>
                </a:lnTo>
                <a:lnTo>
                  <a:pt x="123597" y="5683103"/>
                </a:lnTo>
                <a:lnTo>
                  <a:pt x="83381" y="5666132"/>
                </a:lnTo>
                <a:lnTo>
                  <a:pt x="49309" y="5639808"/>
                </a:lnTo>
                <a:lnTo>
                  <a:pt x="22985" y="5605735"/>
                </a:lnTo>
                <a:lnTo>
                  <a:pt x="6013" y="5565520"/>
                </a:lnTo>
                <a:lnTo>
                  <a:pt x="0" y="5520766"/>
                </a:lnTo>
                <a:lnTo>
                  <a:pt x="0" y="168401"/>
                </a:lnTo>
                <a:close/>
              </a:path>
            </a:pathLst>
          </a:custGeom>
          <a:ln w="38100">
            <a:solidFill>
              <a:srgbClr val="221F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482342" y="8962440"/>
            <a:ext cx="1765300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b="1" dirty="0">
                <a:latin typeface="Malgun Gothic"/>
                <a:cs typeface="Malgun Gothic"/>
              </a:rPr>
              <a:t>Apache</a:t>
            </a:r>
            <a:r>
              <a:rPr sz="2100" b="1" spc="-15" dirty="0">
                <a:latin typeface="Malgun Gothic"/>
                <a:cs typeface="Malgun Gothic"/>
              </a:rPr>
              <a:t> </a:t>
            </a:r>
            <a:r>
              <a:rPr sz="2100" b="1" spc="-20" dirty="0">
                <a:latin typeface="Malgun Gothic"/>
                <a:cs typeface="Malgun Gothic"/>
              </a:rPr>
              <a:t>Kafka</a:t>
            </a:r>
            <a:endParaRPr sz="21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965451" y="4245609"/>
            <a:ext cx="2797175" cy="1200150"/>
            <a:chOff x="1965451" y="4245609"/>
            <a:chExt cx="2797175" cy="1200150"/>
          </a:xfrm>
        </p:grpSpPr>
        <p:sp>
          <p:nvSpPr>
            <p:cNvPr id="6" name="object 6"/>
            <p:cNvSpPr/>
            <p:nvPr/>
          </p:nvSpPr>
          <p:spPr>
            <a:xfrm>
              <a:off x="1984501" y="426465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2715387" y="0"/>
                  </a:moveTo>
                  <a:lnTo>
                    <a:pt x="43561" y="0"/>
                  </a:lnTo>
                  <a:lnTo>
                    <a:pt x="26628" y="3430"/>
                  </a:lnTo>
                  <a:lnTo>
                    <a:pt x="12779" y="12779"/>
                  </a:lnTo>
                  <a:lnTo>
                    <a:pt x="3430" y="26628"/>
                  </a:lnTo>
                  <a:lnTo>
                    <a:pt x="0" y="43561"/>
                  </a:lnTo>
                  <a:lnTo>
                    <a:pt x="0" y="1118362"/>
                  </a:lnTo>
                  <a:lnTo>
                    <a:pt x="3430" y="1135294"/>
                  </a:lnTo>
                  <a:lnTo>
                    <a:pt x="12779" y="1149143"/>
                  </a:lnTo>
                  <a:lnTo>
                    <a:pt x="26628" y="1158492"/>
                  </a:lnTo>
                  <a:lnTo>
                    <a:pt x="43561" y="1161923"/>
                  </a:lnTo>
                  <a:lnTo>
                    <a:pt x="2715387" y="1161923"/>
                  </a:lnTo>
                  <a:lnTo>
                    <a:pt x="2732299" y="1158492"/>
                  </a:lnTo>
                  <a:lnTo>
                    <a:pt x="2746105" y="1149143"/>
                  </a:lnTo>
                  <a:lnTo>
                    <a:pt x="2755409" y="1135294"/>
                  </a:lnTo>
                  <a:lnTo>
                    <a:pt x="2758821" y="1118362"/>
                  </a:lnTo>
                  <a:lnTo>
                    <a:pt x="2758821" y="43561"/>
                  </a:lnTo>
                  <a:lnTo>
                    <a:pt x="2755409" y="26628"/>
                  </a:lnTo>
                  <a:lnTo>
                    <a:pt x="2746105" y="12779"/>
                  </a:lnTo>
                  <a:lnTo>
                    <a:pt x="2732299" y="3430"/>
                  </a:lnTo>
                  <a:lnTo>
                    <a:pt x="2715387" y="0"/>
                  </a:lnTo>
                  <a:close/>
                </a:path>
              </a:pathLst>
            </a:custGeom>
            <a:solidFill>
              <a:srgbClr val="FFFFFF">
                <a:alpha val="85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984501" y="426465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0" y="43561"/>
                  </a:moveTo>
                  <a:lnTo>
                    <a:pt x="3430" y="26628"/>
                  </a:lnTo>
                  <a:lnTo>
                    <a:pt x="12779" y="12779"/>
                  </a:lnTo>
                  <a:lnTo>
                    <a:pt x="26628" y="3430"/>
                  </a:lnTo>
                  <a:lnTo>
                    <a:pt x="43561" y="0"/>
                  </a:lnTo>
                  <a:lnTo>
                    <a:pt x="2715387" y="0"/>
                  </a:lnTo>
                  <a:lnTo>
                    <a:pt x="2732299" y="3430"/>
                  </a:lnTo>
                  <a:lnTo>
                    <a:pt x="2746105" y="12779"/>
                  </a:lnTo>
                  <a:lnTo>
                    <a:pt x="2755409" y="26628"/>
                  </a:lnTo>
                  <a:lnTo>
                    <a:pt x="2758821" y="43561"/>
                  </a:lnTo>
                  <a:lnTo>
                    <a:pt x="2758821" y="1118362"/>
                  </a:lnTo>
                  <a:lnTo>
                    <a:pt x="2755409" y="1135294"/>
                  </a:lnTo>
                  <a:lnTo>
                    <a:pt x="2746105" y="1149143"/>
                  </a:lnTo>
                  <a:lnTo>
                    <a:pt x="2732299" y="1158492"/>
                  </a:lnTo>
                  <a:lnTo>
                    <a:pt x="2715387" y="1161923"/>
                  </a:lnTo>
                  <a:lnTo>
                    <a:pt x="43561" y="1161923"/>
                  </a:lnTo>
                  <a:lnTo>
                    <a:pt x="26628" y="1158492"/>
                  </a:lnTo>
                  <a:lnTo>
                    <a:pt x="12779" y="1149143"/>
                  </a:lnTo>
                  <a:lnTo>
                    <a:pt x="3430" y="1135294"/>
                  </a:lnTo>
                  <a:lnTo>
                    <a:pt x="0" y="1118362"/>
                  </a:lnTo>
                  <a:lnTo>
                    <a:pt x="0" y="43561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043598" y="5139689"/>
            <a:ext cx="266763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9685"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1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34514" y="4410964"/>
            <a:ext cx="2059305" cy="675640"/>
            <a:chOff x="2334514" y="4410964"/>
            <a:chExt cx="2059305" cy="675640"/>
          </a:xfrm>
        </p:grpSpPr>
        <p:sp>
          <p:nvSpPr>
            <p:cNvPr id="10" name="object 10"/>
            <p:cNvSpPr/>
            <p:nvPr/>
          </p:nvSpPr>
          <p:spPr>
            <a:xfrm>
              <a:off x="2353564" y="443001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1996948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410"/>
                  </a:lnTo>
                  <a:lnTo>
                    <a:pt x="1873" y="622659"/>
                  </a:lnTo>
                  <a:lnTo>
                    <a:pt x="6985" y="630253"/>
                  </a:lnTo>
                  <a:lnTo>
                    <a:pt x="14573" y="635394"/>
                  </a:lnTo>
                  <a:lnTo>
                    <a:pt x="23875" y="637286"/>
                  </a:lnTo>
                  <a:lnTo>
                    <a:pt x="1996948" y="637286"/>
                  </a:lnTo>
                  <a:lnTo>
                    <a:pt x="2006250" y="635394"/>
                  </a:lnTo>
                  <a:lnTo>
                    <a:pt x="2013839" y="630253"/>
                  </a:lnTo>
                  <a:lnTo>
                    <a:pt x="2018950" y="622659"/>
                  </a:lnTo>
                  <a:lnTo>
                    <a:pt x="2020824" y="613410"/>
                  </a:lnTo>
                  <a:lnTo>
                    <a:pt x="2020824" y="23875"/>
                  </a:lnTo>
                  <a:lnTo>
                    <a:pt x="2018950" y="14573"/>
                  </a:lnTo>
                  <a:lnTo>
                    <a:pt x="2013839" y="6985"/>
                  </a:lnTo>
                  <a:lnTo>
                    <a:pt x="2006250" y="1873"/>
                  </a:lnTo>
                  <a:lnTo>
                    <a:pt x="1996948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53564" y="443001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0" y="23875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1996948" y="0"/>
                  </a:lnTo>
                  <a:lnTo>
                    <a:pt x="2006250" y="1873"/>
                  </a:lnTo>
                  <a:lnTo>
                    <a:pt x="2013839" y="6985"/>
                  </a:lnTo>
                  <a:lnTo>
                    <a:pt x="2018950" y="14573"/>
                  </a:lnTo>
                  <a:lnTo>
                    <a:pt x="2020824" y="23875"/>
                  </a:lnTo>
                  <a:lnTo>
                    <a:pt x="2020824" y="613410"/>
                  </a:lnTo>
                  <a:lnTo>
                    <a:pt x="2018950" y="622659"/>
                  </a:lnTo>
                  <a:lnTo>
                    <a:pt x="2013839" y="630253"/>
                  </a:lnTo>
                  <a:lnTo>
                    <a:pt x="2006250" y="635394"/>
                  </a:lnTo>
                  <a:lnTo>
                    <a:pt x="1996948" y="637286"/>
                  </a:lnTo>
                  <a:lnTo>
                    <a:pt x="23875" y="637286"/>
                  </a:lnTo>
                  <a:lnTo>
                    <a:pt x="14573" y="635394"/>
                  </a:lnTo>
                  <a:lnTo>
                    <a:pt x="6985" y="630253"/>
                  </a:lnTo>
                  <a:lnTo>
                    <a:pt x="1873" y="622659"/>
                  </a:lnTo>
                  <a:lnTo>
                    <a:pt x="0" y="613410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384551" y="4611751"/>
            <a:ext cx="1958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Broker1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65451" y="5607939"/>
            <a:ext cx="2797175" cy="1200150"/>
            <a:chOff x="1965451" y="5607939"/>
            <a:chExt cx="2797175" cy="1200150"/>
          </a:xfrm>
        </p:grpSpPr>
        <p:sp>
          <p:nvSpPr>
            <p:cNvPr id="14" name="object 14"/>
            <p:cNvSpPr/>
            <p:nvPr/>
          </p:nvSpPr>
          <p:spPr>
            <a:xfrm>
              <a:off x="1984501" y="562698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2715387" y="0"/>
                  </a:moveTo>
                  <a:lnTo>
                    <a:pt x="43561" y="0"/>
                  </a:lnTo>
                  <a:lnTo>
                    <a:pt x="26628" y="3413"/>
                  </a:lnTo>
                  <a:lnTo>
                    <a:pt x="12779" y="12731"/>
                  </a:lnTo>
                  <a:lnTo>
                    <a:pt x="3430" y="26574"/>
                  </a:lnTo>
                  <a:lnTo>
                    <a:pt x="0" y="43561"/>
                  </a:lnTo>
                  <a:lnTo>
                    <a:pt x="0" y="1118235"/>
                  </a:lnTo>
                  <a:lnTo>
                    <a:pt x="3430" y="1135221"/>
                  </a:lnTo>
                  <a:lnTo>
                    <a:pt x="12779" y="1149064"/>
                  </a:lnTo>
                  <a:lnTo>
                    <a:pt x="26628" y="1158382"/>
                  </a:lnTo>
                  <a:lnTo>
                    <a:pt x="43561" y="1161796"/>
                  </a:lnTo>
                  <a:lnTo>
                    <a:pt x="2715387" y="1161796"/>
                  </a:lnTo>
                  <a:lnTo>
                    <a:pt x="2732299" y="1158382"/>
                  </a:lnTo>
                  <a:lnTo>
                    <a:pt x="2746105" y="1149064"/>
                  </a:lnTo>
                  <a:lnTo>
                    <a:pt x="2755409" y="1135221"/>
                  </a:lnTo>
                  <a:lnTo>
                    <a:pt x="2758821" y="1118235"/>
                  </a:lnTo>
                  <a:lnTo>
                    <a:pt x="2758821" y="43561"/>
                  </a:lnTo>
                  <a:lnTo>
                    <a:pt x="2755409" y="26574"/>
                  </a:lnTo>
                  <a:lnTo>
                    <a:pt x="2746105" y="12731"/>
                  </a:lnTo>
                  <a:lnTo>
                    <a:pt x="2732299" y="3413"/>
                  </a:lnTo>
                  <a:lnTo>
                    <a:pt x="2715387" y="0"/>
                  </a:lnTo>
                  <a:close/>
                </a:path>
              </a:pathLst>
            </a:custGeom>
            <a:solidFill>
              <a:srgbClr val="FFFFFF">
                <a:alpha val="85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84501" y="5626989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0" y="43561"/>
                  </a:moveTo>
                  <a:lnTo>
                    <a:pt x="3430" y="26574"/>
                  </a:lnTo>
                  <a:lnTo>
                    <a:pt x="12779" y="12731"/>
                  </a:lnTo>
                  <a:lnTo>
                    <a:pt x="26628" y="3413"/>
                  </a:lnTo>
                  <a:lnTo>
                    <a:pt x="43561" y="0"/>
                  </a:lnTo>
                  <a:lnTo>
                    <a:pt x="2715387" y="0"/>
                  </a:lnTo>
                  <a:lnTo>
                    <a:pt x="2732299" y="3413"/>
                  </a:lnTo>
                  <a:lnTo>
                    <a:pt x="2746105" y="12731"/>
                  </a:lnTo>
                  <a:lnTo>
                    <a:pt x="2755409" y="26574"/>
                  </a:lnTo>
                  <a:lnTo>
                    <a:pt x="2758821" y="43561"/>
                  </a:lnTo>
                  <a:lnTo>
                    <a:pt x="2758821" y="1118235"/>
                  </a:lnTo>
                  <a:lnTo>
                    <a:pt x="2755409" y="1135221"/>
                  </a:lnTo>
                  <a:lnTo>
                    <a:pt x="2746105" y="1149064"/>
                  </a:lnTo>
                  <a:lnTo>
                    <a:pt x="2732299" y="1158382"/>
                  </a:lnTo>
                  <a:lnTo>
                    <a:pt x="2715387" y="1161796"/>
                  </a:lnTo>
                  <a:lnTo>
                    <a:pt x="43561" y="1161796"/>
                  </a:lnTo>
                  <a:lnTo>
                    <a:pt x="26628" y="1158382"/>
                  </a:lnTo>
                  <a:lnTo>
                    <a:pt x="12779" y="1149064"/>
                  </a:lnTo>
                  <a:lnTo>
                    <a:pt x="3430" y="1135221"/>
                  </a:lnTo>
                  <a:lnTo>
                    <a:pt x="0" y="1118235"/>
                  </a:lnTo>
                  <a:lnTo>
                    <a:pt x="0" y="43561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47805" y="6502145"/>
            <a:ext cx="263779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2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334514" y="5773292"/>
            <a:ext cx="2059305" cy="675640"/>
            <a:chOff x="2334514" y="5773292"/>
            <a:chExt cx="2059305" cy="675640"/>
          </a:xfrm>
        </p:grpSpPr>
        <p:sp>
          <p:nvSpPr>
            <p:cNvPr id="18" name="object 18"/>
            <p:cNvSpPr/>
            <p:nvPr/>
          </p:nvSpPr>
          <p:spPr>
            <a:xfrm>
              <a:off x="2353564" y="5792342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1996948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6"/>
                  </a:lnTo>
                  <a:lnTo>
                    <a:pt x="0" y="613283"/>
                  </a:lnTo>
                  <a:lnTo>
                    <a:pt x="1873" y="622585"/>
                  </a:lnTo>
                  <a:lnTo>
                    <a:pt x="6985" y="630174"/>
                  </a:lnTo>
                  <a:lnTo>
                    <a:pt x="14573" y="635285"/>
                  </a:lnTo>
                  <a:lnTo>
                    <a:pt x="23875" y="637159"/>
                  </a:lnTo>
                  <a:lnTo>
                    <a:pt x="1996948" y="637159"/>
                  </a:lnTo>
                  <a:lnTo>
                    <a:pt x="2006250" y="635285"/>
                  </a:lnTo>
                  <a:lnTo>
                    <a:pt x="2013839" y="630174"/>
                  </a:lnTo>
                  <a:lnTo>
                    <a:pt x="2018950" y="622585"/>
                  </a:lnTo>
                  <a:lnTo>
                    <a:pt x="2020824" y="613283"/>
                  </a:lnTo>
                  <a:lnTo>
                    <a:pt x="2020824" y="23876"/>
                  </a:lnTo>
                  <a:lnTo>
                    <a:pt x="2018950" y="14573"/>
                  </a:lnTo>
                  <a:lnTo>
                    <a:pt x="2013839" y="6985"/>
                  </a:lnTo>
                  <a:lnTo>
                    <a:pt x="2006250" y="1873"/>
                  </a:lnTo>
                  <a:lnTo>
                    <a:pt x="1996948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353564" y="5792342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39">
                  <a:moveTo>
                    <a:pt x="0" y="23876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1996948" y="0"/>
                  </a:lnTo>
                  <a:lnTo>
                    <a:pt x="2006250" y="1873"/>
                  </a:lnTo>
                  <a:lnTo>
                    <a:pt x="2013839" y="6985"/>
                  </a:lnTo>
                  <a:lnTo>
                    <a:pt x="2018950" y="14573"/>
                  </a:lnTo>
                  <a:lnTo>
                    <a:pt x="2020824" y="23876"/>
                  </a:lnTo>
                  <a:lnTo>
                    <a:pt x="2020824" y="613283"/>
                  </a:lnTo>
                  <a:lnTo>
                    <a:pt x="2018950" y="622585"/>
                  </a:lnTo>
                  <a:lnTo>
                    <a:pt x="2013839" y="630174"/>
                  </a:lnTo>
                  <a:lnTo>
                    <a:pt x="2006250" y="635285"/>
                  </a:lnTo>
                  <a:lnTo>
                    <a:pt x="1996948" y="637159"/>
                  </a:lnTo>
                  <a:lnTo>
                    <a:pt x="23875" y="637159"/>
                  </a:lnTo>
                  <a:lnTo>
                    <a:pt x="14573" y="635285"/>
                  </a:lnTo>
                  <a:lnTo>
                    <a:pt x="6985" y="630174"/>
                  </a:lnTo>
                  <a:lnTo>
                    <a:pt x="1873" y="622585"/>
                  </a:lnTo>
                  <a:lnTo>
                    <a:pt x="0" y="613283"/>
                  </a:lnTo>
                  <a:lnTo>
                    <a:pt x="0" y="23876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384551" y="5974207"/>
            <a:ext cx="1958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Broker2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965451" y="6970141"/>
            <a:ext cx="2797175" cy="1200150"/>
            <a:chOff x="1965451" y="6970141"/>
            <a:chExt cx="2797175" cy="1200150"/>
          </a:xfrm>
        </p:grpSpPr>
        <p:sp>
          <p:nvSpPr>
            <p:cNvPr id="22" name="object 22"/>
            <p:cNvSpPr/>
            <p:nvPr/>
          </p:nvSpPr>
          <p:spPr>
            <a:xfrm>
              <a:off x="1984501" y="6989191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2715387" y="0"/>
                  </a:moveTo>
                  <a:lnTo>
                    <a:pt x="43561" y="0"/>
                  </a:lnTo>
                  <a:lnTo>
                    <a:pt x="26628" y="3430"/>
                  </a:lnTo>
                  <a:lnTo>
                    <a:pt x="12779" y="12779"/>
                  </a:lnTo>
                  <a:lnTo>
                    <a:pt x="3430" y="26628"/>
                  </a:lnTo>
                  <a:lnTo>
                    <a:pt x="0" y="43561"/>
                  </a:lnTo>
                  <a:lnTo>
                    <a:pt x="0" y="1118362"/>
                  </a:lnTo>
                  <a:lnTo>
                    <a:pt x="3430" y="1135294"/>
                  </a:lnTo>
                  <a:lnTo>
                    <a:pt x="12779" y="1149143"/>
                  </a:lnTo>
                  <a:lnTo>
                    <a:pt x="26628" y="1158492"/>
                  </a:lnTo>
                  <a:lnTo>
                    <a:pt x="43561" y="1161923"/>
                  </a:lnTo>
                  <a:lnTo>
                    <a:pt x="2715387" y="1161923"/>
                  </a:lnTo>
                  <a:lnTo>
                    <a:pt x="2732299" y="1158492"/>
                  </a:lnTo>
                  <a:lnTo>
                    <a:pt x="2746105" y="1149143"/>
                  </a:lnTo>
                  <a:lnTo>
                    <a:pt x="2755409" y="1135294"/>
                  </a:lnTo>
                  <a:lnTo>
                    <a:pt x="2758821" y="1118362"/>
                  </a:lnTo>
                  <a:lnTo>
                    <a:pt x="2758821" y="43561"/>
                  </a:lnTo>
                  <a:lnTo>
                    <a:pt x="2755409" y="26628"/>
                  </a:lnTo>
                  <a:lnTo>
                    <a:pt x="2746105" y="12779"/>
                  </a:lnTo>
                  <a:lnTo>
                    <a:pt x="2732299" y="3430"/>
                  </a:lnTo>
                  <a:lnTo>
                    <a:pt x="2715387" y="0"/>
                  </a:lnTo>
                  <a:close/>
                </a:path>
              </a:pathLst>
            </a:custGeom>
            <a:solidFill>
              <a:srgbClr val="FFFFFF">
                <a:alpha val="8548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984501" y="6989191"/>
              <a:ext cx="2759075" cy="1162050"/>
            </a:xfrm>
            <a:custGeom>
              <a:avLst/>
              <a:gdLst/>
              <a:ahLst/>
              <a:cxnLst/>
              <a:rect l="l" t="t" r="r" b="b"/>
              <a:pathLst>
                <a:path w="2759075" h="1162050">
                  <a:moveTo>
                    <a:pt x="0" y="43561"/>
                  </a:moveTo>
                  <a:lnTo>
                    <a:pt x="3430" y="26628"/>
                  </a:lnTo>
                  <a:lnTo>
                    <a:pt x="12779" y="12779"/>
                  </a:lnTo>
                  <a:lnTo>
                    <a:pt x="26628" y="3430"/>
                  </a:lnTo>
                  <a:lnTo>
                    <a:pt x="43561" y="0"/>
                  </a:lnTo>
                  <a:lnTo>
                    <a:pt x="2715387" y="0"/>
                  </a:lnTo>
                  <a:lnTo>
                    <a:pt x="2732299" y="3430"/>
                  </a:lnTo>
                  <a:lnTo>
                    <a:pt x="2746105" y="12779"/>
                  </a:lnTo>
                  <a:lnTo>
                    <a:pt x="2755409" y="26628"/>
                  </a:lnTo>
                  <a:lnTo>
                    <a:pt x="2758821" y="43561"/>
                  </a:lnTo>
                  <a:lnTo>
                    <a:pt x="2758821" y="1118362"/>
                  </a:lnTo>
                  <a:lnTo>
                    <a:pt x="2755409" y="1135294"/>
                  </a:lnTo>
                  <a:lnTo>
                    <a:pt x="2746105" y="1149143"/>
                  </a:lnTo>
                  <a:lnTo>
                    <a:pt x="2732299" y="1158492"/>
                  </a:lnTo>
                  <a:lnTo>
                    <a:pt x="2715387" y="1161923"/>
                  </a:lnTo>
                  <a:lnTo>
                    <a:pt x="43561" y="1161923"/>
                  </a:lnTo>
                  <a:lnTo>
                    <a:pt x="26628" y="1158492"/>
                  </a:lnTo>
                  <a:lnTo>
                    <a:pt x="12779" y="1149143"/>
                  </a:lnTo>
                  <a:lnTo>
                    <a:pt x="3430" y="1135294"/>
                  </a:lnTo>
                  <a:lnTo>
                    <a:pt x="0" y="1118362"/>
                  </a:lnTo>
                  <a:lnTo>
                    <a:pt x="0" y="43561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026072" y="7864602"/>
            <a:ext cx="26593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875" algn="ctr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Malgun Gothic"/>
                <a:cs typeface="Malgun Gothic"/>
              </a:rPr>
              <a:t>Server</a:t>
            </a:r>
            <a:r>
              <a:rPr sz="1400" spc="-50" dirty="0">
                <a:latin typeface="Malgun Gothic"/>
                <a:cs typeface="Malgun Gothic"/>
              </a:rPr>
              <a:t> 3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334514" y="7135494"/>
            <a:ext cx="2059305" cy="675640"/>
            <a:chOff x="2334514" y="7135494"/>
            <a:chExt cx="2059305" cy="675640"/>
          </a:xfrm>
        </p:grpSpPr>
        <p:sp>
          <p:nvSpPr>
            <p:cNvPr id="26" name="object 26"/>
            <p:cNvSpPr/>
            <p:nvPr/>
          </p:nvSpPr>
          <p:spPr>
            <a:xfrm>
              <a:off x="2353564" y="715454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40">
                  <a:moveTo>
                    <a:pt x="1996948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4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409"/>
                  </a:lnTo>
                  <a:lnTo>
                    <a:pt x="1873" y="622659"/>
                  </a:lnTo>
                  <a:lnTo>
                    <a:pt x="6985" y="630253"/>
                  </a:lnTo>
                  <a:lnTo>
                    <a:pt x="14573" y="635394"/>
                  </a:lnTo>
                  <a:lnTo>
                    <a:pt x="23875" y="637285"/>
                  </a:lnTo>
                  <a:lnTo>
                    <a:pt x="1996948" y="637285"/>
                  </a:lnTo>
                  <a:lnTo>
                    <a:pt x="2006250" y="635394"/>
                  </a:lnTo>
                  <a:lnTo>
                    <a:pt x="2013839" y="630253"/>
                  </a:lnTo>
                  <a:lnTo>
                    <a:pt x="2018950" y="622659"/>
                  </a:lnTo>
                  <a:lnTo>
                    <a:pt x="2020824" y="613409"/>
                  </a:lnTo>
                  <a:lnTo>
                    <a:pt x="2020824" y="23875"/>
                  </a:lnTo>
                  <a:lnTo>
                    <a:pt x="2018950" y="14573"/>
                  </a:lnTo>
                  <a:lnTo>
                    <a:pt x="2013839" y="6984"/>
                  </a:lnTo>
                  <a:lnTo>
                    <a:pt x="2006250" y="1873"/>
                  </a:lnTo>
                  <a:lnTo>
                    <a:pt x="1996948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53564" y="7154544"/>
              <a:ext cx="2021205" cy="637540"/>
            </a:xfrm>
            <a:custGeom>
              <a:avLst/>
              <a:gdLst/>
              <a:ahLst/>
              <a:cxnLst/>
              <a:rect l="l" t="t" r="r" b="b"/>
              <a:pathLst>
                <a:path w="2021204" h="637540">
                  <a:moveTo>
                    <a:pt x="0" y="23875"/>
                  </a:moveTo>
                  <a:lnTo>
                    <a:pt x="1873" y="14573"/>
                  </a:lnTo>
                  <a:lnTo>
                    <a:pt x="6985" y="6984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1996948" y="0"/>
                  </a:lnTo>
                  <a:lnTo>
                    <a:pt x="2006250" y="1873"/>
                  </a:lnTo>
                  <a:lnTo>
                    <a:pt x="2013839" y="6984"/>
                  </a:lnTo>
                  <a:lnTo>
                    <a:pt x="2018950" y="14573"/>
                  </a:lnTo>
                  <a:lnTo>
                    <a:pt x="2020824" y="23875"/>
                  </a:lnTo>
                  <a:lnTo>
                    <a:pt x="2020824" y="613409"/>
                  </a:lnTo>
                  <a:lnTo>
                    <a:pt x="2018950" y="622659"/>
                  </a:lnTo>
                  <a:lnTo>
                    <a:pt x="2013839" y="630253"/>
                  </a:lnTo>
                  <a:lnTo>
                    <a:pt x="2006250" y="635394"/>
                  </a:lnTo>
                  <a:lnTo>
                    <a:pt x="1996948" y="637285"/>
                  </a:lnTo>
                  <a:lnTo>
                    <a:pt x="23875" y="637285"/>
                  </a:lnTo>
                  <a:lnTo>
                    <a:pt x="14573" y="635394"/>
                  </a:lnTo>
                  <a:lnTo>
                    <a:pt x="6985" y="630253"/>
                  </a:lnTo>
                  <a:lnTo>
                    <a:pt x="1873" y="622659"/>
                  </a:lnTo>
                  <a:lnTo>
                    <a:pt x="0" y="613409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384551" y="7336663"/>
            <a:ext cx="19589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2611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Malgun Gothic"/>
                <a:cs typeface="Malgun Gothic"/>
              </a:rPr>
              <a:t>Broker3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218328" y="8244331"/>
            <a:ext cx="700405" cy="401320"/>
          </a:xfrm>
          <a:prstGeom prst="rect">
            <a:avLst/>
          </a:prstGeom>
        </p:spPr>
        <p:txBody>
          <a:bodyPr vert="vert" wrap="square" lIns="0" tIns="571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sz="4000" spc="-50" dirty="0">
                <a:latin typeface="Malgun Gothic"/>
                <a:cs typeface="Malgun Gothic"/>
              </a:rPr>
              <a:t>…</a:t>
            </a:r>
            <a:endParaRPr sz="4000">
              <a:latin typeface="Malgun Gothic"/>
              <a:cs typeface="Malgun Gothic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094816" y="1624330"/>
            <a:ext cx="4531360" cy="2435860"/>
            <a:chOff x="1094816" y="1624330"/>
            <a:chExt cx="4531360" cy="2435860"/>
          </a:xfrm>
        </p:grpSpPr>
        <p:sp>
          <p:nvSpPr>
            <p:cNvPr id="31" name="object 31"/>
            <p:cNvSpPr/>
            <p:nvPr/>
          </p:nvSpPr>
          <p:spPr>
            <a:xfrm>
              <a:off x="1113866" y="1643380"/>
              <a:ext cx="4493260" cy="1723389"/>
            </a:xfrm>
            <a:custGeom>
              <a:avLst/>
              <a:gdLst/>
              <a:ahLst/>
              <a:cxnLst/>
              <a:rect l="l" t="t" r="r" b="b"/>
              <a:pathLst>
                <a:path w="4493260" h="1723389">
                  <a:moveTo>
                    <a:pt x="0" y="64516"/>
                  </a:moveTo>
                  <a:lnTo>
                    <a:pt x="5075" y="39379"/>
                  </a:lnTo>
                  <a:lnTo>
                    <a:pt x="18916" y="18875"/>
                  </a:lnTo>
                  <a:lnTo>
                    <a:pt x="39444" y="5062"/>
                  </a:lnTo>
                  <a:lnTo>
                    <a:pt x="64579" y="0"/>
                  </a:lnTo>
                  <a:lnTo>
                    <a:pt x="4428540" y="0"/>
                  </a:lnTo>
                  <a:lnTo>
                    <a:pt x="4453696" y="5062"/>
                  </a:lnTo>
                  <a:lnTo>
                    <a:pt x="4474244" y="18875"/>
                  </a:lnTo>
                  <a:lnTo>
                    <a:pt x="4488101" y="39379"/>
                  </a:lnTo>
                  <a:lnTo>
                    <a:pt x="4493183" y="64516"/>
                  </a:lnTo>
                  <a:lnTo>
                    <a:pt x="4493183" y="1658747"/>
                  </a:lnTo>
                  <a:lnTo>
                    <a:pt x="4488101" y="1683883"/>
                  </a:lnTo>
                  <a:lnTo>
                    <a:pt x="4474244" y="1704387"/>
                  </a:lnTo>
                  <a:lnTo>
                    <a:pt x="4453696" y="1718200"/>
                  </a:lnTo>
                  <a:lnTo>
                    <a:pt x="4428540" y="1723263"/>
                  </a:lnTo>
                  <a:lnTo>
                    <a:pt x="64579" y="1723263"/>
                  </a:lnTo>
                  <a:lnTo>
                    <a:pt x="39444" y="1718200"/>
                  </a:lnTo>
                  <a:lnTo>
                    <a:pt x="18916" y="1704387"/>
                  </a:lnTo>
                  <a:lnTo>
                    <a:pt x="5075" y="1683883"/>
                  </a:lnTo>
                  <a:lnTo>
                    <a:pt x="0" y="1658747"/>
                  </a:lnTo>
                  <a:lnTo>
                    <a:pt x="0" y="64516"/>
                  </a:lnTo>
                  <a:close/>
                </a:path>
              </a:pathLst>
            </a:custGeom>
            <a:ln w="38100">
              <a:solidFill>
                <a:srgbClr val="EC224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193034" y="3366643"/>
              <a:ext cx="481965" cy="680720"/>
            </a:xfrm>
            <a:custGeom>
              <a:avLst/>
              <a:gdLst/>
              <a:ahLst/>
              <a:cxnLst/>
              <a:rect l="l" t="t" r="r" b="b"/>
              <a:pathLst>
                <a:path w="481964" h="680720">
                  <a:moveTo>
                    <a:pt x="240665" y="0"/>
                  </a:moveTo>
                  <a:lnTo>
                    <a:pt x="0" y="240791"/>
                  </a:lnTo>
                  <a:lnTo>
                    <a:pt x="120268" y="240791"/>
                  </a:lnTo>
                  <a:lnTo>
                    <a:pt x="120268" y="439927"/>
                  </a:lnTo>
                  <a:lnTo>
                    <a:pt x="0" y="439927"/>
                  </a:lnTo>
                  <a:lnTo>
                    <a:pt x="240665" y="680592"/>
                  </a:lnTo>
                  <a:lnTo>
                    <a:pt x="481456" y="439927"/>
                  </a:lnTo>
                  <a:lnTo>
                    <a:pt x="361061" y="439927"/>
                  </a:lnTo>
                  <a:lnTo>
                    <a:pt x="361061" y="240791"/>
                  </a:lnTo>
                  <a:lnTo>
                    <a:pt x="481456" y="240791"/>
                  </a:lnTo>
                  <a:lnTo>
                    <a:pt x="240665" y="0"/>
                  </a:lnTo>
                  <a:close/>
                </a:path>
              </a:pathLst>
            </a:custGeom>
            <a:solidFill>
              <a:srgbClr val="95878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93034" y="3366643"/>
              <a:ext cx="481965" cy="680720"/>
            </a:xfrm>
            <a:custGeom>
              <a:avLst/>
              <a:gdLst/>
              <a:ahLst/>
              <a:cxnLst/>
              <a:rect l="l" t="t" r="r" b="b"/>
              <a:pathLst>
                <a:path w="481964" h="680720">
                  <a:moveTo>
                    <a:pt x="0" y="240791"/>
                  </a:moveTo>
                  <a:lnTo>
                    <a:pt x="240665" y="0"/>
                  </a:lnTo>
                  <a:lnTo>
                    <a:pt x="481456" y="240791"/>
                  </a:lnTo>
                  <a:lnTo>
                    <a:pt x="361061" y="240791"/>
                  </a:lnTo>
                  <a:lnTo>
                    <a:pt x="361061" y="439927"/>
                  </a:lnTo>
                  <a:lnTo>
                    <a:pt x="481456" y="439927"/>
                  </a:lnTo>
                  <a:lnTo>
                    <a:pt x="240665" y="680592"/>
                  </a:lnTo>
                  <a:lnTo>
                    <a:pt x="0" y="439927"/>
                  </a:lnTo>
                  <a:lnTo>
                    <a:pt x="120268" y="439927"/>
                  </a:lnTo>
                  <a:lnTo>
                    <a:pt x="120268" y="240791"/>
                  </a:lnTo>
                  <a:lnTo>
                    <a:pt x="0" y="240791"/>
                  </a:lnTo>
                  <a:close/>
                </a:path>
              </a:pathLst>
            </a:custGeom>
            <a:ln w="254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60677" y="2497074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022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5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282"/>
                  </a:lnTo>
                  <a:lnTo>
                    <a:pt x="1873" y="622585"/>
                  </a:lnTo>
                  <a:lnTo>
                    <a:pt x="6985" y="630173"/>
                  </a:lnTo>
                  <a:lnTo>
                    <a:pt x="14573" y="635285"/>
                  </a:lnTo>
                  <a:lnTo>
                    <a:pt x="23875" y="637158"/>
                  </a:lnTo>
                  <a:lnTo>
                    <a:pt x="938022" y="637158"/>
                  </a:lnTo>
                  <a:lnTo>
                    <a:pt x="947324" y="635285"/>
                  </a:lnTo>
                  <a:lnTo>
                    <a:pt x="954913" y="630174"/>
                  </a:lnTo>
                  <a:lnTo>
                    <a:pt x="960024" y="622585"/>
                  </a:lnTo>
                  <a:lnTo>
                    <a:pt x="961898" y="613282"/>
                  </a:lnTo>
                  <a:lnTo>
                    <a:pt x="961898" y="23875"/>
                  </a:lnTo>
                  <a:lnTo>
                    <a:pt x="960024" y="14573"/>
                  </a:lnTo>
                  <a:lnTo>
                    <a:pt x="954913" y="6985"/>
                  </a:lnTo>
                  <a:lnTo>
                    <a:pt x="947324" y="1873"/>
                  </a:lnTo>
                  <a:lnTo>
                    <a:pt x="938022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60677" y="2497074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573"/>
                  </a:lnTo>
                  <a:lnTo>
                    <a:pt x="6985" y="6985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938022" y="0"/>
                  </a:lnTo>
                  <a:lnTo>
                    <a:pt x="947324" y="1873"/>
                  </a:lnTo>
                  <a:lnTo>
                    <a:pt x="954913" y="6985"/>
                  </a:lnTo>
                  <a:lnTo>
                    <a:pt x="960024" y="14573"/>
                  </a:lnTo>
                  <a:lnTo>
                    <a:pt x="961898" y="23875"/>
                  </a:lnTo>
                  <a:lnTo>
                    <a:pt x="961898" y="613282"/>
                  </a:lnTo>
                  <a:lnTo>
                    <a:pt x="960024" y="622585"/>
                  </a:lnTo>
                  <a:lnTo>
                    <a:pt x="954913" y="630174"/>
                  </a:lnTo>
                  <a:lnTo>
                    <a:pt x="947324" y="635285"/>
                  </a:lnTo>
                  <a:lnTo>
                    <a:pt x="938022" y="637158"/>
                  </a:lnTo>
                  <a:lnTo>
                    <a:pt x="23875" y="637158"/>
                  </a:lnTo>
                  <a:lnTo>
                    <a:pt x="14573" y="635285"/>
                  </a:lnTo>
                  <a:lnTo>
                    <a:pt x="6985" y="630173"/>
                  </a:lnTo>
                  <a:lnTo>
                    <a:pt x="1873" y="622585"/>
                  </a:lnTo>
                  <a:lnTo>
                    <a:pt x="0" y="613282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62725" y="2309875"/>
            <a:ext cx="74466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Malgun Gothic"/>
                <a:cs typeface="Malgun Gothic"/>
              </a:rPr>
              <a:t>KRaft</a:t>
            </a:r>
            <a:r>
              <a:rPr sz="2000" spc="-5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Controller는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Broker를</a:t>
            </a:r>
            <a:r>
              <a:rPr sz="2000" spc="-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관리</a:t>
            </a:r>
            <a:r>
              <a:rPr sz="2000" spc="-4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(Broker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들의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목록/설정을</a:t>
            </a:r>
            <a:r>
              <a:rPr sz="2000" spc="-5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관리)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562725" y="3321176"/>
            <a:ext cx="62611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4205" marR="5080" indent="-624205" algn="r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624205" algn="l"/>
              </a:tabLst>
            </a:pPr>
            <a:r>
              <a:rPr sz="2000" dirty="0">
                <a:latin typeface="Malgun Gothic"/>
                <a:cs typeface="Malgun Gothic"/>
              </a:rPr>
              <a:t>KRaft</a:t>
            </a:r>
            <a:r>
              <a:rPr sz="2000" spc="-5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Controller는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변경사항에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대해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Kafka에</a:t>
            </a:r>
            <a:r>
              <a:rPr sz="2000" spc="-5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알림</a:t>
            </a:r>
            <a:endParaRPr sz="2000">
              <a:latin typeface="Malgun Gothic"/>
              <a:cs typeface="Malgun Gothic"/>
            </a:endParaRPr>
          </a:p>
          <a:p>
            <a:pPr marR="74930" algn="r">
              <a:lnSpc>
                <a:spcPct val="100000"/>
              </a:lnSpc>
              <a:tabLst>
                <a:tab pos="425450" algn="l"/>
              </a:tabLst>
            </a:pPr>
            <a:r>
              <a:rPr sz="2000" spc="-730" dirty="0">
                <a:latin typeface="Malgun Gothic"/>
                <a:cs typeface="Malgun Gothic"/>
              </a:rPr>
              <a:t>□</a:t>
            </a:r>
            <a:r>
              <a:rPr sz="2000" dirty="0">
                <a:latin typeface="Malgun Gothic"/>
                <a:cs typeface="Malgun Gothic"/>
              </a:rPr>
              <a:t>	새로운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Topic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생성/삭제,</a:t>
            </a:r>
            <a:r>
              <a:rPr sz="2000" spc="-4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Broker 추가/제거</a:t>
            </a:r>
            <a:r>
              <a:rPr sz="2000" spc="-50" dirty="0">
                <a:latin typeface="Malgun Gothic"/>
                <a:cs typeface="Malgun Gothic"/>
              </a:rPr>
              <a:t> 등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562725" y="4544313"/>
            <a:ext cx="9252585" cy="2160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36905" indent="-624205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636905" algn="l"/>
              </a:tabLst>
            </a:pPr>
            <a:r>
              <a:rPr sz="2000" dirty="0">
                <a:latin typeface="Malgun Gothic"/>
                <a:cs typeface="Malgun Gothic"/>
              </a:rPr>
              <a:t>Zookeeper에서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KRaft</a:t>
            </a:r>
            <a:r>
              <a:rPr sz="2000" spc="-5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Controller로</a:t>
            </a:r>
            <a:r>
              <a:rPr sz="2000" spc="-4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변경된</a:t>
            </a:r>
            <a:r>
              <a:rPr sz="2000" spc="-4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이유</a:t>
            </a:r>
            <a:endParaRPr sz="2000">
              <a:latin typeface="Malgun Gothic"/>
              <a:cs typeface="Malgun Gothic"/>
            </a:endParaRPr>
          </a:p>
          <a:p>
            <a:pPr marL="826769" lvl="1" indent="-192405">
              <a:lnSpc>
                <a:spcPct val="100000"/>
              </a:lnSpc>
              <a:buChar char="-"/>
              <a:tabLst>
                <a:tab pos="826769" algn="l"/>
              </a:tabLst>
            </a:pPr>
            <a:r>
              <a:rPr sz="2000" dirty="0">
                <a:latin typeface="Malgun Gothic"/>
                <a:cs typeface="Malgun Gothic"/>
              </a:rPr>
              <a:t>Zookeeper는</a:t>
            </a:r>
            <a:r>
              <a:rPr sz="2000" spc="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범용의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메타데이터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서비스로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Kafka와</a:t>
            </a:r>
            <a:r>
              <a:rPr sz="2000" spc="-4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최적화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되어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있지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않음</a:t>
            </a:r>
            <a:endParaRPr sz="2000">
              <a:latin typeface="Malgun Gothic"/>
              <a:cs typeface="Malgun Gothic"/>
            </a:endParaRPr>
          </a:p>
          <a:p>
            <a:pPr marL="826769" lvl="1" indent="-192405">
              <a:lnSpc>
                <a:spcPct val="100000"/>
              </a:lnSpc>
              <a:buChar char="-"/>
              <a:tabLst>
                <a:tab pos="826769" algn="l"/>
              </a:tabLst>
            </a:pPr>
            <a:r>
              <a:rPr sz="2000" spc="-10" dirty="0">
                <a:latin typeface="Malgun Gothic"/>
                <a:cs typeface="Malgun Gothic"/>
              </a:rPr>
              <a:t>KIP-</a:t>
            </a:r>
            <a:r>
              <a:rPr sz="2000" dirty="0">
                <a:latin typeface="Malgun Gothic"/>
                <a:cs typeface="Malgun Gothic"/>
              </a:rPr>
              <a:t>500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을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통해서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Zookeeper</a:t>
            </a:r>
            <a:r>
              <a:rPr sz="2000" spc="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제거가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진행중</a:t>
            </a:r>
            <a:endParaRPr sz="2000">
              <a:latin typeface="Malgun Gothic"/>
              <a:cs typeface="Malgun Gothic"/>
            </a:endParaRPr>
          </a:p>
          <a:p>
            <a:pPr marL="826769" lvl="1" indent="-192405">
              <a:lnSpc>
                <a:spcPct val="100000"/>
              </a:lnSpc>
              <a:buChar char="-"/>
              <a:tabLst>
                <a:tab pos="826769" algn="l"/>
              </a:tabLst>
            </a:pPr>
            <a:r>
              <a:rPr sz="2000" dirty="0">
                <a:latin typeface="Malgun Gothic"/>
                <a:cs typeface="Malgun Gothic"/>
              </a:rPr>
              <a:t>2025년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6월에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출시한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Apache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Kafka</a:t>
            </a:r>
            <a:r>
              <a:rPr sz="2000" spc="-5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4.0(Confluent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Platform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8.x)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부터는</a:t>
            </a:r>
            <a:endParaRPr sz="2000">
              <a:latin typeface="Malgun Gothic"/>
              <a:cs typeface="Malgun Gothic"/>
            </a:endParaRPr>
          </a:p>
          <a:p>
            <a:pPr marL="991235">
              <a:lnSpc>
                <a:spcPct val="100000"/>
              </a:lnSpc>
            </a:pPr>
            <a:r>
              <a:rPr sz="2000" dirty="0">
                <a:latin typeface="Malgun Gothic"/>
                <a:cs typeface="Malgun Gothic"/>
              </a:rPr>
              <a:t>Zookeeperless로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KRaft</a:t>
            </a:r>
            <a:r>
              <a:rPr sz="2000" spc="-6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모드만</a:t>
            </a:r>
            <a:r>
              <a:rPr sz="2000" spc="-5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지원</a:t>
            </a:r>
            <a:endParaRPr sz="2000">
              <a:latin typeface="Malgun Gothic"/>
              <a:cs typeface="Malgun Gothic"/>
            </a:endParaRPr>
          </a:p>
          <a:p>
            <a:pPr marL="826769" lvl="1" indent="-192405">
              <a:lnSpc>
                <a:spcPct val="100000"/>
              </a:lnSpc>
              <a:buChar char="-"/>
              <a:tabLst>
                <a:tab pos="826769" algn="l"/>
              </a:tabLst>
            </a:pPr>
            <a:r>
              <a:rPr sz="2000" dirty="0">
                <a:latin typeface="Malgun Gothic"/>
                <a:cs typeface="Malgun Gothic"/>
              </a:rPr>
              <a:t>Confluent는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Confluent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Platform</a:t>
            </a:r>
            <a:r>
              <a:rPr sz="2000" spc="-4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7.5부터</a:t>
            </a:r>
            <a:r>
              <a:rPr sz="2000" spc="-5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KRaft</a:t>
            </a:r>
            <a:r>
              <a:rPr sz="2000" spc="-4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모드를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운영환경에서</a:t>
            </a:r>
            <a:r>
              <a:rPr sz="2000" spc="-5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지원</a:t>
            </a:r>
            <a:endParaRPr sz="2000">
              <a:latin typeface="Malgun Gothic"/>
              <a:cs typeface="Malgun Gothic"/>
            </a:endParaRPr>
          </a:p>
          <a:p>
            <a:pPr marL="826769" lvl="1" indent="-192405">
              <a:lnSpc>
                <a:spcPct val="100000"/>
              </a:lnSpc>
              <a:buChar char="-"/>
              <a:tabLst>
                <a:tab pos="826769" algn="l"/>
              </a:tabLst>
            </a:pPr>
            <a:r>
              <a:rPr sz="2000" dirty="0">
                <a:latin typeface="Malgun Gothic"/>
                <a:cs typeface="Malgun Gothic"/>
              </a:rPr>
              <a:t>KRaft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모드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적용시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보다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높은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성능과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확장성을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제공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받을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있음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562725" y="7205218"/>
            <a:ext cx="7251700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6905" indent="-62420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636905" algn="l"/>
              </a:tabLst>
            </a:pPr>
            <a:r>
              <a:rPr sz="2000" dirty="0">
                <a:latin typeface="Malgun Gothic"/>
                <a:cs typeface="Malgun Gothic"/>
              </a:rPr>
              <a:t>KRaft</a:t>
            </a:r>
            <a:r>
              <a:rPr sz="2000" spc="-5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Controller는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홀수의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서버로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작동하게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설계되어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있음</a:t>
            </a:r>
            <a:endParaRPr sz="2000">
              <a:latin typeface="Malgun Gothic"/>
              <a:cs typeface="Malgun Gothic"/>
            </a:endParaRPr>
          </a:p>
          <a:p>
            <a:pPr marL="547370">
              <a:lnSpc>
                <a:spcPct val="100000"/>
              </a:lnSpc>
            </a:pPr>
            <a:r>
              <a:rPr sz="2000" dirty="0">
                <a:latin typeface="Malgun Gothic"/>
                <a:cs typeface="Malgun Gothic"/>
              </a:rPr>
              <a:t>(최소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3,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권장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5,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Quarum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구성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필요)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12685" y="8870086"/>
            <a:ext cx="3747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*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KIP</a:t>
            </a:r>
            <a:r>
              <a:rPr sz="1800" spc="-4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: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Kafka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Improvement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Proposal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891664" y="2708909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2947923" y="2474467"/>
            <a:ext cx="1000125" cy="675640"/>
            <a:chOff x="2947923" y="2474467"/>
            <a:chExt cx="1000125" cy="675640"/>
          </a:xfrm>
        </p:grpSpPr>
        <p:sp>
          <p:nvSpPr>
            <p:cNvPr id="43" name="object 43"/>
            <p:cNvSpPr/>
            <p:nvPr/>
          </p:nvSpPr>
          <p:spPr>
            <a:xfrm>
              <a:off x="2966973" y="2493517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149" y="0"/>
                  </a:moveTo>
                  <a:lnTo>
                    <a:pt x="23875" y="0"/>
                  </a:lnTo>
                  <a:lnTo>
                    <a:pt x="14573" y="1873"/>
                  </a:lnTo>
                  <a:lnTo>
                    <a:pt x="6985" y="6984"/>
                  </a:lnTo>
                  <a:lnTo>
                    <a:pt x="1873" y="14573"/>
                  </a:lnTo>
                  <a:lnTo>
                    <a:pt x="0" y="23875"/>
                  </a:lnTo>
                  <a:lnTo>
                    <a:pt x="0" y="613282"/>
                  </a:lnTo>
                  <a:lnTo>
                    <a:pt x="1873" y="622585"/>
                  </a:lnTo>
                  <a:lnTo>
                    <a:pt x="6985" y="630173"/>
                  </a:lnTo>
                  <a:lnTo>
                    <a:pt x="14573" y="635285"/>
                  </a:lnTo>
                  <a:lnTo>
                    <a:pt x="23875" y="637158"/>
                  </a:lnTo>
                  <a:lnTo>
                    <a:pt x="938149" y="637158"/>
                  </a:lnTo>
                  <a:lnTo>
                    <a:pt x="947451" y="635285"/>
                  </a:lnTo>
                  <a:lnTo>
                    <a:pt x="955039" y="630173"/>
                  </a:lnTo>
                  <a:lnTo>
                    <a:pt x="960151" y="622585"/>
                  </a:lnTo>
                  <a:lnTo>
                    <a:pt x="962025" y="613282"/>
                  </a:lnTo>
                  <a:lnTo>
                    <a:pt x="962025" y="23875"/>
                  </a:lnTo>
                  <a:lnTo>
                    <a:pt x="960151" y="14573"/>
                  </a:lnTo>
                  <a:lnTo>
                    <a:pt x="955039" y="6985"/>
                  </a:lnTo>
                  <a:lnTo>
                    <a:pt x="947451" y="1873"/>
                  </a:lnTo>
                  <a:lnTo>
                    <a:pt x="938149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66973" y="2493517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573"/>
                  </a:lnTo>
                  <a:lnTo>
                    <a:pt x="6985" y="6984"/>
                  </a:lnTo>
                  <a:lnTo>
                    <a:pt x="14573" y="1873"/>
                  </a:lnTo>
                  <a:lnTo>
                    <a:pt x="23875" y="0"/>
                  </a:lnTo>
                  <a:lnTo>
                    <a:pt x="938149" y="0"/>
                  </a:lnTo>
                  <a:lnTo>
                    <a:pt x="947451" y="1873"/>
                  </a:lnTo>
                  <a:lnTo>
                    <a:pt x="955039" y="6985"/>
                  </a:lnTo>
                  <a:lnTo>
                    <a:pt x="960151" y="14573"/>
                  </a:lnTo>
                  <a:lnTo>
                    <a:pt x="962025" y="23875"/>
                  </a:lnTo>
                  <a:lnTo>
                    <a:pt x="962025" y="613282"/>
                  </a:lnTo>
                  <a:lnTo>
                    <a:pt x="960151" y="622585"/>
                  </a:lnTo>
                  <a:lnTo>
                    <a:pt x="955039" y="630173"/>
                  </a:lnTo>
                  <a:lnTo>
                    <a:pt x="947451" y="635285"/>
                  </a:lnTo>
                  <a:lnTo>
                    <a:pt x="938149" y="637158"/>
                  </a:lnTo>
                  <a:lnTo>
                    <a:pt x="23875" y="637158"/>
                  </a:lnTo>
                  <a:lnTo>
                    <a:pt x="14573" y="635285"/>
                  </a:lnTo>
                  <a:lnTo>
                    <a:pt x="6985" y="630173"/>
                  </a:lnTo>
                  <a:lnTo>
                    <a:pt x="1873" y="622585"/>
                  </a:lnTo>
                  <a:lnTo>
                    <a:pt x="0" y="613282"/>
                  </a:lnTo>
                  <a:lnTo>
                    <a:pt x="0" y="23875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2997961" y="2704922"/>
            <a:ext cx="90043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050791" y="2472182"/>
            <a:ext cx="1000125" cy="675640"/>
            <a:chOff x="4050791" y="2472182"/>
            <a:chExt cx="1000125" cy="675640"/>
          </a:xfrm>
        </p:grpSpPr>
        <p:sp>
          <p:nvSpPr>
            <p:cNvPr id="47" name="object 47"/>
            <p:cNvSpPr/>
            <p:nvPr/>
          </p:nvSpPr>
          <p:spPr>
            <a:xfrm>
              <a:off x="4069841" y="2491232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938022" y="0"/>
                  </a:moveTo>
                  <a:lnTo>
                    <a:pt x="23875" y="0"/>
                  </a:lnTo>
                  <a:lnTo>
                    <a:pt x="14573" y="1891"/>
                  </a:lnTo>
                  <a:lnTo>
                    <a:pt x="6985" y="7032"/>
                  </a:lnTo>
                  <a:lnTo>
                    <a:pt x="1873" y="14626"/>
                  </a:lnTo>
                  <a:lnTo>
                    <a:pt x="0" y="23875"/>
                  </a:lnTo>
                  <a:lnTo>
                    <a:pt x="0" y="613410"/>
                  </a:lnTo>
                  <a:lnTo>
                    <a:pt x="1873" y="622712"/>
                  </a:lnTo>
                  <a:lnTo>
                    <a:pt x="6985" y="630301"/>
                  </a:lnTo>
                  <a:lnTo>
                    <a:pt x="14573" y="635412"/>
                  </a:lnTo>
                  <a:lnTo>
                    <a:pt x="23875" y="637286"/>
                  </a:lnTo>
                  <a:lnTo>
                    <a:pt x="938022" y="637286"/>
                  </a:lnTo>
                  <a:lnTo>
                    <a:pt x="947324" y="635412"/>
                  </a:lnTo>
                  <a:lnTo>
                    <a:pt x="954913" y="630301"/>
                  </a:lnTo>
                  <a:lnTo>
                    <a:pt x="960024" y="622712"/>
                  </a:lnTo>
                  <a:lnTo>
                    <a:pt x="961898" y="613410"/>
                  </a:lnTo>
                  <a:lnTo>
                    <a:pt x="961898" y="23875"/>
                  </a:lnTo>
                  <a:lnTo>
                    <a:pt x="960024" y="14626"/>
                  </a:lnTo>
                  <a:lnTo>
                    <a:pt x="954913" y="7032"/>
                  </a:lnTo>
                  <a:lnTo>
                    <a:pt x="947324" y="1891"/>
                  </a:lnTo>
                  <a:lnTo>
                    <a:pt x="938022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069841" y="2491232"/>
              <a:ext cx="962025" cy="637540"/>
            </a:xfrm>
            <a:custGeom>
              <a:avLst/>
              <a:gdLst/>
              <a:ahLst/>
              <a:cxnLst/>
              <a:rect l="l" t="t" r="r" b="b"/>
              <a:pathLst>
                <a:path w="962025" h="637539">
                  <a:moveTo>
                    <a:pt x="0" y="23875"/>
                  </a:moveTo>
                  <a:lnTo>
                    <a:pt x="1873" y="14626"/>
                  </a:lnTo>
                  <a:lnTo>
                    <a:pt x="6985" y="7032"/>
                  </a:lnTo>
                  <a:lnTo>
                    <a:pt x="14573" y="1891"/>
                  </a:lnTo>
                  <a:lnTo>
                    <a:pt x="23875" y="0"/>
                  </a:lnTo>
                  <a:lnTo>
                    <a:pt x="938022" y="0"/>
                  </a:lnTo>
                  <a:lnTo>
                    <a:pt x="947324" y="1891"/>
                  </a:lnTo>
                  <a:lnTo>
                    <a:pt x="954913" y="7032"/>
                  </a:lnTo>
                  <a:lnTo>
                    <a:pt x="960024" y="14626"/>
                  </a:lnTo>
                  <a:lnTo>
                    <a:pt x="961898" y="23875"/>
                  </a:lnTo>
                  <a:lnTo>
                    <a:pt x="961898" y="613410"/>
                  </a:lnTo>
                  <a:lnTo>
                    <a:pt x="960024" y="622712"/>
                  </a:lnTo>
                  <a:lnTo>
                    <a:pt x="954913" y="630301"/>
                  </a:lnTo>
                  <a:lnTo>
                    <a:pt x="947324" y="635412"/>
                  </a:lnTo>
                  <a:lnTo>
                    <a:pt x="938022" y="637286"/>
                  </a:lnTo>
                  <a:lnTo>
                    <a:pt x="23875" y="637286"/>
                  </a:lnTo>
                  <a:lnTo>
                    <a:pt x="14573" y="635412"/>
                  </a:lnTo>
                  <a:lnTo>
                    <a:pt x="6985" y="630301"/>
                  </a:lnTo>
                  <a:lnTo>
                    <a:pt x="1873" y="622712"/>
                  </a:lnTo>
                  <a:lnTo>
                    <a:pt x="0" y="613410"/>
                  </a:lnTo>
                  <a:lnTo>
                    <a:pt x="0" y="23875"/>
                  </a:lnTo>
                  <a:close/>
                </a:path>
              </a:pathLst>
            </a:custGeom>
            <a:ln w="38099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100829" y="2703068"/>
            <a:ext cx="9004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910585" y="9258578"/>
            <a:ext cx="908685" cy="38100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2100" b="1" spc="-10" dirty="0">
                <a:latin typeface="Malgun Gothic"/>
                <a:cs typeface="Malgun Gothic"/>
              </a:rPr>
              <a:t>Cluster</a:t>
            </a:r>
            <a:endParaRPr sz="2100">
              <a:latin typeface="Malgun Gothic"/>
              <a:cs typeface="Malgun Gothic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7364202" y="9382545"/>
            <a:ext cx="284480" cy="2628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20</a:t>
            </a:fld>
            <a:endParaRPr sz="1400">
              <a:latin typeface="Malgun Gothic"/>
              <a:cs typeface="Malgun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445257" y="1884426"/>
            <a:ext cx="16795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Malgun Gothic"/>
                <a:cs typeface="Malgun Gothic"/>
              </a:rPr>
              <a:t>KRaft</a:t>
            </a:r>
            <a:r>
              <a:rPr sz="1800" spc="-3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Controller</a:t>
            </a:r>
            <a:endParaRPr sz="1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14580"/>
            <a:ext cx="18287999" cy="89724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878073" y="4410726"/>
            <a:ext cx="12350115" cy="1311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400" i="1" spc="-120" dirty="0">
                <a:solidFill>
                  <a:srgbClr val="FFFFFF"/>
                </a:solidFill>
                <a:latin typeface="Malgun Gothic"/>
                <a:cs typeface="Malgun Gothic"/>
              </a:rPr>
              <a:t>Topic,</a:t>
            </a:r>
            <a:r>
              <a:rPr sz="8400" i="1" spc="-5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400" i="1" spc="-140" dirty="0">
                <a:solidFill>
                  <a:srgbClr val="FFFFFF"/>
                </a:solidFill>
                <a:latin typeface="Malgun Gothic"/>
                <a:cs typeface="Malgun Gothic"/>
              </a:rPr>
              <a:t>Partition,</a:t>
            </a:r>
            <a:r>
              <a:rPr sz="8400" i="1" spc="-5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400" i="1" spc="-270" dirty="0">
                <a:solidFill>
                  <a:srgbClr val="FFFFFF"/>
                </a:solidFill>
                <a:latin typeface="Malgun Gothic"/>
                <a:cs typeface="Malgun Gothic"/>
              </a:rPr>
              <a:t>Segment</a:t>
            </a:r>
            <a:endParaRPr sz="8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Topic,</a:t>
            </a:r>
            <a:r>
              <a:rPr sz="4400" spc="-6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Partition,</a:t>
            </a:r>
            <a:r>
              <a:rPr sz="4400" spc="-80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Segment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992124" y="1885823"/>
            <a:ext cx="5294630" cy="7750175"/>
          </a:xfrm>
          <a:custGeom>
            <a:avLst/>
            <a:gdLst/>
            <a:ahLst/>
            <a:cxnLst/>
            <a:rect l="l" t="t" r="r" b="b"/>
            <a:pathLst>
              <a:path w="5294630" h="7750175">
                <a:moveTo>
                  <a:pt x="0" y="198374"/>
                </a:moveTo>
                <a:lnTo>
                  <a:pt x="5238" y="152915"/>
                </a:lnTo>
                <a:lnTo>
                  <a:pt x="20162" y="111171"/>
                </a:lnTo>
                <a:lnTo>
                  <a:pt x="43579" y="74336"/>
                </a:lnTo>
                <a:lnTo>
                  <a:pt x="74299" y="43607"/>
                </a:lnTo>
                <a:lnTo>
                  <a:pt x="111132" y="20177"/>
                </a:lnTo>
                <a:lnTo>
                  <a:pt x="152887" y="5243"/>
                </a:lnTo>
                <a:lnTo>
                  <a:pt x="198373" y="0"/>
                </a:lnTo>
                <a:lnTo>
                  <a:pt x="5095875" y="0"/>
                </a:lnTo>
                <a:lnTo>
                  <a:pt x="5141373" y="5243"/>
                </a:lnTo>
                <a:lnTo>
                  <a:pt x="5183133" y="20177"/>
                </a:lnTo>
                <a:lnTo>
                  <a:pt x="5219965" y="43607"/>
                </a:lnTo>
                <a:lnTo>
                  <a:pt x="5250681" y="74336"/>
                </a:lnTo>
                <a:lnTo>
                  <a:pt x="5274093" y="111171"/>
                </a:lnTo>
                <a:lnTo>
                  <a:pt x="5289012" y="152915"/>
                </a:lnTo>
                <a:lnTo>
                  <a:pt x="5294249" y="198374"/>
                </a:lnTo>
                <a:lnTo>
                  <a:pt x="5294249" y="7551724"/>
                </a:lnTo>
                <a:lnTo>
                  <a:pt x="5289012" y="7597211"/>
                </a:lnTo>
                <a:lnTo>
                  <a:pt x="5274093" y="7638966"/>
                </a:lnTo>
                <a:lnTo>
                  <a:pt x="5250681" y="7675799"/>
                </a:lnTo>
                <a:lnTo>
                  <a:pt x="5219965" y="7706519"/>
                </a:lnTo>
                <a:lnTo>
                  <a:pt x="5183133" y="7729936"/>
                </a:lnTo>
                <a:lnTo>
                  <a:pt x="5141373" y="7744859"/>
                </a:lnTo>
                <a:lnTo>
                  <a:pt x="5095875" y="7750098"/>
                </a:lnTo>
                <a:lnTo>
                  <a:pt x="198373" y="7750098"/>
                </a:lnTo>
                <a:lnTo>
                  <a:pt x="152887" y="7744859"/>
                </a:lnTo>
                <a:lnTo>
                  <a:pt x="111132" y="7729936"/>
                </a:lnTo>
                <a:lnTo>
                  <a:pt x="74299" y="7706519"/>
                </a:lnTo>
                <a:lnTo>
                  <a:pt x="43579" y="7675799"/>
                </a:lnTo>
                <a:lnTo>
                  <a:pt x="20162" y="7638966"/>
                </a:lnTo>
                <a:lnTo>
                  <a:pt x="5238" y="7597211"/>
                </a:lnTo>
                <a:lnTo>
                  <a:pt x="0" y="7551724"/>
                </a:lnTo>
                <a:lnTo>
                  <a:pt x="0" y="198374"/>
                </a:lnTo>
                <a:close/>
              </a:path>
            </a:pathLst>
          </a:custGeom>
          <a:ln w="38100">
            <a:solidFill>
              <a:srgbClr val="221F1F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791205" y="8874353"/>
            <a:ext cx="1685925" cy="635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21005" marR="5080" indent="-40894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Apache</a:t>
            </a:r>
            <a:r>
              <a:rPr sz="2000" b="1" spc="-2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Kafka Cluster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693291" y="2108580"/>
            <a:ext cx="1804670" cy="1330325"/>
            <a:chOff x="1693291" y="2108580"/>
            <a:chExt cx="1804670" cy="1330325"/>
          </a:xfrm>
        </p:grpSpPr>
        <p:sp>
          <p:nvSpPr>
            <p:cNvPr id="6" name="object 6"/>
            <p:cNvSpPr/>
            <p:nvPr/>
          </p:nvSpPr>
          <p:spPr>
            <a:xfrm>
              <a:off x="1712341" y="2127630"/>
              <a:ext cx="1766570" cy="1292225"/>
            </a:xfrm>
            <a:custGeom>
              <a:avLst/>
              <a:gdLst/>
              <a:ahLst/>
              <a:cxnLst/>
              <a:rect l="l" t="t" r="r" b="b"/>
              <a:pathLst>
                <a:path w="1766570" h="1292225">
                  <a:moveTo>
                    <a:pt x="1717674" y="0"/>
                  </a:moveTo>
                  <a:lnTo>
                    <a:pt x="48513" y="0"/>
                  </a:lnTo>
                  <a:lnTo>
                    <a:pt x="29628" y="3809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1243329"/>
                  </a:lnTo>
                  <a:lnTo>
                    <a:pt x="3811" y="1262195"/>
                  </a:lnTo>
                  <a:lnTo>
                    <a:pt x="14208" y="1277572"/>
                  </a:lnTo>
                  <a:lnTo>
                    <a:pt x="29628" y="1287924"/>
                  </a:lnTo>
                  <a:lnTo>
                    <a:pt x="48513" y="1291717"/>
                  </a:lnTo>
                  <a:lnTo>
                    <a:pt x="1717674" y="1291717"/>
                  </a:lnTo>
                  <a:lnTo>
                    <a:pt x="1736486" y="1287924"/>
                  </a:lnTo>
                  <a:lnTo>
                    <a:pt x="1751869" y="1277572"/>
                  </a:lnTo>
                  <a:lnTo>
                    <a:pt x="1762251" y="1262195"/>
                  </a:lnTo>
                  <a:lnTo>
                    <a:pt x="1766061" y="1243329"/>
                  </a:lnTo>
                  <a:lnTo>
                    <a:pt x="1766061" y="48387"/>
                  </a:lnTo>
                  <a:lnTo>
                    <a:pt x="1762251" y="29575"/>
                  </a:lnTo>
                  <a:lnTo>
                    <a:pt x="1751869" y="14192"/>
                  </a:lnTo>
                  <a:lnTo>
                    <a:pt x="1736486" y="3809"/>
                  </a:lnTo>
                  <a:lnTo>
                    <a:pt x="1717674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12341" y="2127630"/>
              <a:ext cx="1766570" cy="1292225"/>
            </a:xfrm>
            <a:custGeom>
              <a:avLst/>
              <a:gdLst/>
              <a:ahLst/>
              <a:cxnLst/>
              <a:rect l="l" t="t" r="r" b="b"/>
              <a:pathLst>
                <a:path w="1766570" h="1292225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09"/>
                  </a:lnTo>
                  <a:lnTo>
                    <a:pt x="48513" y="0"/>
                  </a:lnTo>
                  <a:lnTo>
                    <a:pt x="1717674" y="0"/>
                  </a:lnTo>
                  <a:lnTo>
                    <a:pt x="1736486" y="3809"/>
                  </a:lnTo>
                  <a:lnTo>
                    <a:pt x="1751869" y="14192"/>
                  </a:lnTo>
                  <a:lnTo>
                    <a:pt x="1762251" y="29575"/>
                  </a:lnTo>
                  <a:lnTo>
                    <a:pt x="1766061" y="48387"/>
                  </a:lnTo>
                  <a:lnTo>
                    <a:pt x="1766061" y="1243329"/>
                  </a:lnTo>
                  <a:lnTo>
                    <a:pt x="1762251" y="1262195"/>
                  </a:lnTo>
                  <a:lnTo>
                    <a:pt x="1751869" y="1277572"/>
                  </a:lnTo>
                  <a:lnTo>
                    <a:pt x="1736486" y="1287924"/>
                  </a:lnTo>
                  <a:lnTo>
                    <a:pt x="1717674" y="1291717"/>
                  </a:lnTo>
                  <a:lnTo>
                    <a:pt x="48513" y="1291717"/>
                  </a:lnTo>
                  <a:lnTo>
                    <a:pt x="29628" y="1287924"/>
                  </a:lnTo>
                  <a:lnTo>
                    <a:pt x="14208" y="1277572"/>
                  </a:lnTo>
                  <a:lnTo>
                    <a:pt x="3811" y="1262195"/>
                  </a:lnTo>
                  <a:lnTo>
                    <a:pt x="0" y="1243329"/>
                  </a:lnTo>
                  <a:lnTo>
                    <a:pt x="0" y="48387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2176017" y="3131058"/>
            <a:ext cx="840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algun Gothic"/>
                <a:cs typeface="Malgun Gothic"/>
              </a:rPr>
              <a:t>Broker101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93291" y="3623183"/>
            <a:ext cx="1804670" cy="1330325"/>
            <a:chOff x="1693291" y="3623183"/>
            <a:chExt cx="1804670" cy="1330325"/>
          </a:xfrm>
        </p:grpSpPr>
        <p:sp>
          <p:nvSpPr>
            <p:cNvPr id="10" name="object 10"/>
            <p:cNvSpPr/>
            <p:nvPr/>
          </p:nvSpPr>
          <p:spPr>
            <a:xfrm>
              <a:off x="1712341" y="3642233"/>
              <a:ext cx="1766570" cy="1292225"/>
            </a:xfrm>
            <a:custGeom>
              <a:avLst/>
              <a:gdLst/>
              <a:ahLst/>
              <a:cxnLst/>
              <a:rect l="l" t="t" r="r" b="b"/>
              <a:pathLst>
                <a:path w="1766570" h="1292225">
                  <a:moveTo>
                    <a:pt x="1717674" y="0"/>
                  </a:moveTo>
                  <a:lnTo>
                    <a:pt x="48513" y="0"/>
                  </a:lnTo>
                  <a:lnTo>
                    <a:pt x="29628" y="3809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1243330"/>
                  </a:lnTo>
                  <a:lnTo>
                    <a:pt x="3811" y="1262195"/>
                  </a:lnTo>
                  <a:lnTo>
                    <a:pt x="14208" y="1277572"/>
                  </a:lnTo>
                  <a:lnTo>
                    <a:pt x="29628" y="1287924"/>
                  </a:lnTo>
                  <a:lnTo>
                    <a:pt x="48513" y="1291717"/>
                  </a:lnTo>
                  <a:lnTo>
                    <a:pt x="1717674" y="1291717"/>
                  </a:lnTo>
                  <a:lnTo>
                    <a:pt x="1736486" y="1287924"/>
                  </a:lnTo>
                  <a:lnTo>
                    <a:pt x="1751869" y="1277572"/>
                  </a:lnTo>
                  <a:lnTo>
                    <a:pt x="1762251" y="1262195"/>
                  </a:lnTo>
                  <a:lnTo>
                    <a:pt x="1766061" y="1243330"/>
                  </a:lnTo>
                  <a:lnTo>
                    <a:pt x="1766061" y="48387"/>
                  </a:lnTo>
                  <a:lnTo>
                    <a:pt x="1762251" y="29575"/>
                  </a:lnTo>
                  <a:lnTo>
                    <a:pt x="1751869" y="14192"/>
                  </a:lnTo>
                  <a:lnTo>
                    <a:pt x="1736486" y="3809"/>
                  </a:lnTo>
                  <a:lnTo>
                    <a:pt x="1717674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712341" y="3642233"/>
              <a:ext cx="1766570" cy="1292225"/>
            </a:xfrm>
            <a:custGeom>
              <a:avLst/>
              <a:gdLst/>
              <a:ahLst/>
              <a:cxnLst/>
              <a:rect l="l" t="t" r="r" b="b"/>
              <a:pathLst>
                <a:path w="1766570" h="1292225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09"/>
                  </a:lnTo>
                  <a:lnTo>
                    <a:pt x="48513" y="0"/>
                  </a:lnTo>
                  <a:lnTo>
                    <a:pt x="1717674" y="0"/>
                  </a:lnTo>
                  <a:lnTo>
                    <a:pt x="1736486" y="3809"/>
                  </a:lnTo>
                  <a:lnTo>
                    <a:pt x="1751869" y="14192"/>
                  </a:lnTo>
                  <a:lnTo>
                    <a:pt x="1762251" y="29575"/>
                  </a:lnTo>
                  <a:lnTo>
                    <a:pt x="1766061" y="48387"/>
                  </a:lnTo>
                  <a:lnTo>
                    <a:pt x="1766061" y="1243330"/>
                  </a:lnTo>
                  <a:lnTo>
                    <a:pt x="1762251" y="1262195"/>
                  </a:lnTo>
                  <a:lnTo>
                    <a:pt x="1751869" y="1277572"/>
                  </a:lnTo>
                  <a:lnTo>
                    <a:pt x="1736486" y="1287924"/>
                  </a:lnTo>
                  <a:lnTo>
                    <a:pt x="1717674" y="1291717"/>
                  </a:lnTo>
                  <a:lnTo>
                    <a:pt x="48513" y="1291717"/>
                  </a:lnTo>
                  <a:lnTo>
                    <a:pt x="29628" y="1287924"/>
                  </a:lnTo>
                  <a:lnTo>
                    <a:pt x="14208" y="1277572"/>
                  </a:lnTo>
                  <a:lnTo>
                    <a:pt x="3811" y="1262195"/>
                  </a:lnTo>
                  <a:lnTo>
                    <a:pt x="0" y="1243330"/>
                  </a:lnTo>
                  <a:lnTo>
                    <a:pt x="0" y="48387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76017" y="4645532"/>
            <a:ext cx="840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Malgun Gothic"/>
                <a:cs typeface="Malgun Gothic"/>
              </a:rPr>
              <a:t>Broker102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693291" y="5137784"/>
            <a:ext cx="1804670" cy="1330325"/>
            <a:chOff x="1693291" y="5137784"/>
            <a:chExt cx="1804670" cy="1330325"/>
          </a:xfrm>
        </p:grpSpPr>
        <p:sp>
          <p:nvSpPr>
            <p:cNvPr id="14" name="object 14"/>
            <p:cNvSpPr/>
            <p:nvPr/>
          </p:nvSpPr>
          <p:spPr>
            <a:xfrm>
              <a:off x="1712341" y="5156834"/>
              <a:ext cx="1766570" cy="1292225"/>
            </a:xfrm>
            <a:custGeom>
              <a:avLst/>
              <a:gdLst/>
              <a:ahLst/>
              <a:cxnLst/>
              <a:rect l="l" t="t" r="r" b="b"/>
              <a:pathLst>
                <a:path w="1766570" h="1292225">
                  <a:moveTo>
                    <a:pt x="1717674" y="0"/>
                  </a:moveTo>
                  <a:lnTo>
                    <a:pt x="48513" y="0"/>
                  </a:lnTo>
                  <a:lnTo>
                    <a:pt x="29628" y="3810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1243329"/>
                  </a:lnTo>
                  <a:lnTo>
                    <a:pt x="3811" y="1262195"/>
                  </a:lnTo>
                  <a:lnTo>
                    <a:pt x="14208" y="1277572"/>
                  </a:lnTo>
                  <a:lnTo>
                    <a:pt x="29628" y="1287924"/>
                  </a:lnTo>
                  <a:lnTo>
                    <a:pt x="48513" y="1291716"/>
                  </a:lnTo>
                  <a:lnTo>
                    <a:pt x="1717674" y="1291716"/>
                  </a:lnTo>
                  <a:lnTo>
                    <a:pt x="1736486" y="1287924"/>
                  </a:lnTo>
                  <a:lnTo>
                    <a:pt x="1751869" y="1277572"/>
                  </a:lnTo>
                  <a:lnTo>
                    <a:pt x="1762251" y="1262195"/>
                  </a:lnTo>
                  <a:lnTo>
                    <a:pt x="1766061" y="1243329"/>
                  </a:lnTo>
                  <a:lnTo>
                    <a:pt x="1766061" y="48387"/>
                  </a:lnTo>
                  <a:lnTo>
                    <a:pt x="1762251" y="29575"/>
                  </a:lnTo>
                  <a:lnTo>
                    <a:pt x="1751869" y="14192"/>
                  </a:lnTo>
                  <a:lnTo>
                    <a:pt x="1736486" y="3810"/>
                  </a:lnTo>
                  <a:lnTo>
                    <a:pt x="1717674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712341" y="5156834"/>
              <a:ext cx="1766570" cy="1292225"/>
            </a:xfrm>
            <a:custGeom>
              <a:avLst/>
              <a:gdLst/>
              <a:ahLst/>
              <a:cxnLst/>
              <a:rect l="l" t="t" r="r" b="b"/>
              <a:pathLst>
                <a:path w="1766570" h="1292225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10"/>
                  </a:lnTo>
                  <a:lnTo>
                    <a:pt x="48513" y="0"/>
                  </a:lnTo>
                  <a:lnTo>
                    <a:pt x="1717674" y="0"/>
                  </a:lnTo>
                  <a:lnTo>
                    <a:pt x="1736486" y="3810"/>
                  </a:lnTo>
                  <a:lnTo>
                    <a:pt x="1751869" y="14192"/>
                  </a:lnTo>
                  <a:lnTo>
                    <a:pt x="1762251" y="29575"/>
                  </a:lnTo>
                  <a:lnTo>
                    <a:pt x="1766061" y="48387"/>
                  </a:lnTo>
                  <a:lnTo>
                    <a:pt x="1766061" y="1243329"/>
                  </a:lnTo>
                  <a:lnTo>
                    <a:pt x="1762251" y="1262195"/>
                  </a:lnTo>
                  <a:lnTo>
                    <a:pt x="1751869" y="1277572"/>
                  </a:lnTo>
                  <a:lnTo>
                    <a:pt x="1736486" y="1287924"/>
                  </a:lnTo>
                  <a:lnTo>
                    <a:pt x="1717674" y="1291716"/>
                  </a:lnTo>
                  <a:lnTo>
                    <a:pt x="48513" y="1291716"/>
                  </a:lnTo>
                  <a:lnTo>
                    <a:pt x="29628" y="1287924"/>
                  </a:lnTo>
                  <a:lnTo>
                    <a:pt x="14208" y="1277572"/>
                  </a:lnTo>
                  <a:lnTo>
                    <a:pt x="3811" y="1262195"/>
                  </a:lnTo>
                  <a:lnTo>
                    <a:pt x="0" y="1243329"/>
                  </a:lnTo>
                  <a:lnTo>
                    <a:pt x="0" y="48387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176017" y="6160388"/>
            <a:ext cx="84074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10" dirty="0">
                <a:latin typeface="Malgun Gothic"/>
                <a:cs typeface="Malgun Gothic"/>
              </a:rPr>
              <a:t>Broker103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93291" y="6652386"/>
            <a:ext cx="1804670" cy="1330325"/>
            <a:chOff x="1693291" y="6652386"/>
            <a:chExt cx="1804670" cy="1330325"/>
          </a:xfrm>
        </p:grpSpPr>
        <p:sp>
          <p:nvSpPr>
            <p:cNvPr id="18" name="object 18"/>
            <p:cNvSpPr/>
            <p:nvPr/>
          </p:nvSpPr>
          <p:spPr>
            <a:xfrm>
              <a:off x="1712341" y="6671436"/>
              <a:ext cx="1766570" cy="1292225"/>
            </a:xfrm>
            <a:custGeom>
              <a:avLst/>
              <a:gdLst/>
              <a:ahLst/>
              <a:cxnLst/>
              <a:rect l="l" t="t" r="r" b="b"/>
              <a:pathLst>
                <a:path w="1766570" h="1292225">
                  <a:moveTo>
                    <a:pt x="1717674" y="0"/>
                  </a:moveTo>
                  <a:lnTo>
                    <a:pt x="48513" y="0"/>
                  </a:lnTo>
                  <a:lnTo>
                    <a:pt x="29628" y="3810"/>
                  </a:lnTo>
                  <a:lnTo>
                    <a:pt x="14208" y="14192"/>
                  </a:lnTo>
                  <a:lnTo>
                    <a:pt x="3811" y="29575"/>
                  </a:lnTo>
                  <a:lnTo>
                    <a:pt x="0" y="48387"/>
                  </a:lnTo>
                  <a:lnTo>
                    <a:pt x="0" y="1243330"/>
                  </a:lnTo>
                  <a:lnTo>
                    <a:pt x="3811" y="1262141"/>
                  </a:lnTo>
                  <a:lnTo>
                    <a:pt x="14208" y="1277524"/>
                  </a:lnTo>
                  <a:lnTo>
                    <a:pt x="29628" y="1287907"/>
                  </a:lnTo>
                  <a:lnTo>
                    <a:pt x="48513" y="1291717"/>
                  </a:lnTo>
                  <a:lnTo>
                    <a:pt x="1717674" y="1291717"/>
                  </a:lnTo>
                  <a:lnTo>
                    <a:pt x="1736486" y="1287907"/>
                  </a:lnTo>
                  <a:lnTo>
                    <a:pt x="1751869" y="1277524"/>
                  </a:lnTo>
                  <a:lnTo>
                    <a:pt x="1762251" y="1262141"/>
                  </a:lnTo>
                  <a:lnTo>
                    <a:pt x="1766061" y="1243330"/>
                  </a:lnTo>
                  <a:lnTo>
                    <a:pt x="1766061" y="48387"/>
                  </a:lnTo>
                  <a:lnTo>
                    <a:pt x="1762251" y="29575"/>
                  </a:lnTo>
                  <a:lnTo>
                    <a:pt x="1751869" y="14192"/>
                  </a:lnTo>
                  <a:lnTo>
                    <a:pt x="1736486" y="3810"/>
                  </a:lnTo>
                  <a:lnTo>
                    <a:pt x="1717674" y="0"/>
                  </a:lnTo>
                  <a:close/>
                </a:path>
              </a:pathLst>
            </a:custGeom>
            <a:solidFill>
              <a:srgbClr val="D7D7D7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712341" y="6671436"/>
              <a:ext cx="1766570" cy="1292225"/>
            </a:xfrm>
            <a:custGeom>
              <a:avLst/>
              <a:gdLst/>
              <a:ahLst/>
              <a:cxnLst/>
              <a:rect l="l" t="t" r="r" b="b"/>
              <a:pathLst>
                <a:path w="1766570" h="1292225">
                  <a:moveTo>
                    <a:pt x="0" y="48387"/>
                  </a:moveTo>
                  <a:lnTo>
                    <a:pt x="3811" y="29575"/>
                  </a:lnTo>
                  <a:lnTo>
                    <a:pt x="14208" y="14192"/>
                  </a:lnTo>
                  <a:lnTo>
                    <a:pt x="29628" y="3810"/>
                  </a:lnTo>
                  <a:lnTo>
                    <a:pt x="48513" y="0"/>
                  </a:lnTo>
                  <a:lnTo>
                    <a:pt x="1717674" y="0"/>
                  </a:lnTo>
                  <a:lnTo>
                    <a:pt x="1736486" y="3810"/>
                  </a:lnTo>
                  <a:lnTo>
                    <a:pt x="1751869" y="14192"/>
                  </a:lnTo>
                  <a:lnTo>
                    <a:pt x="1762251" y="29575"/>
                  </a:lnTo>
                  <a:lnTo>
                    <a:pt x="1766061" y="48387"/>
                  </a:lnTo>
                  <a:lnTo>
                    <a:pt x="1766061" y="1243330"/>
                  </a:lnTo>
                  <a:lnTo>
                    <a:pt x="1762251" y="1262141"/>
                  </a:lnTo>
                  <a:lnTo>
                    <a:pt x="1751869" y="1277524"/>
                  </a:lnTo>
                  <a:lnTo>
                    <a:pt x="1736486" y="1287907"/>
                  </a:lnTo>
                  <a:lnTo>
                    <a:pt x="1717674" y="1291717"/>
                  </a:lnTo>
                  <a:lnTo>
                    <a:pt x="48513" y="1291717"/>
                  </a:lnTo>
                  <a:lnTo>
                    <a:pt x="29628" y="1287907"/>
                  </a:lnTo>
                  <a:lnTo>
                    <a:pt x="14208" y="1277524"/>
                  </a:lnTo>
                  <a:lnTo>
                    <a:pt x="3811" y="1262141"/>
                  </a:lnTo>
                  <a:lnTo>
                    <a:pt x="0" y="1243330"/>
                  </a:lnTo>
                  <a:lnTo>
                    <a:pt x="0" y="48387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176017" y="7675244"/>
            <a:ext cx="84074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algun Gothic"/>
                <a:cs typeface="Malgun Gothic"/>
              </a:rPr>
              <a:t>Broker104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443846" y="8014207"/>
            <a:ext cx="633730" cy="363855"/>
          </a:xfrm>
          <a:prstGeom prst="rect">
            <a:avLst/>
          </a:prstGeom>
        </p:spPr>
        <p:txBody>
          <a:bodyPr vert="vert" wrap="square" lIns="0" tIns="527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3600" spc="-50" dirty="0">
                <a:latin typeface="Malgun Gothic"/>
                <a:cs typeface="Malgun Gothic"/>
              </a:rPr>
              <a:t>…</a:t>
            </a:r>
            <a:endParaRPr sz="3600">
              <a:latin typeface="Malgun Gothic"/>
              <a:cs typeface="Malgun Gothic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910333" y="2223389"/>
            <a:ext cx="1370330" cy="277495"/>
          </a:xfrm>
          <a:custGeom>
            <a:avLst/>
            <a:gdLst/>
            <a:ahLst/>
            <a:cxnLst/>
            <a:rect l="l" t="t" r="r" b="b"/>
            <a:pathLst>
              <a:path w="1370329" h="277494">
                <a:moveTo>
                  <a:pt x="0" y="276986"/>
                </a:moveTo>
                <a:lnTo>
                  <a:pt x="1370203" y="276986"/>
                </a:lnTo>
                <a:lnTo>
                  <a:pt x="1370203" y="0"/>
                </a:lnTo>
                <a:lnTo>
                  <a:pt x="0" y="0"/>
                </a:lnTo>
                <a:lnTo>
                  <a:pt x="0" y="276986"/>
                </a:lnTo>
                <a:close/>
              </a:path>
            </a:pathLst>
          </a:custGeom>
          <a:ln w="19050">
            <a:solidFill>
              <a:srgbClr val="9587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1910333" y="2223389"/>
            <a:ext cx="1370330" cy="277495"/>
          </a:xfrm>
          <a:prstGeom prst="rect">
            <a:avLst/>
          </a:prstGeom>
          <a:solidFill>
            <a:srgbClr val="EC224A">
              <a:alpha val="64704"/>
            </a:srgbClr>
          </a:solidFill>
        </p:spPr>
        <p:txBody>
          <a:bodyPr vert="horz" wrap="square" lIns="0" tIns="29209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229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Partition</a:t>
            </a:r>
            <a:r>
              <a:rPr sz="14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0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910333" y="4116959"/>
            <a:ext cx="1370330" cy="277495"/>
          </a:xfrm>
          <a:prstGeom prst="rect">
            <a:avLst/>
          </a:prstGeom>
          <a:solidFill>
            <a:srgbClr val="EC224A">
              <a:alpha val="64704"/>
            </a:srgbClr>
          </a:solidFill>
          <a:ln w="19050">
            <a:solidFill>
              <a:srgbClr val="95878F"/>
            </a:solidFill>
          </a:ln>
        </p:spPr>
        <p:txBody>
          <a:bodyPr vert="horz" wrap="square" lIns="0" tIns="29844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234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Partition</a:t>
            </a:r>
            <a:r>
              <a:rPr sz="14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1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910333" y="6758813"/>
            <a:ext cx="1370330" cy="277495"/>
          </a:xfrm>
          <a:prstGeom prst="rect">
            <a:avLst/>
          </a:prstGeom>
          <a:solidFill>
            <a:srgbClr val="EC224A">
              <a:alpha val="64704"/>
            </a:srgbClr>
          </a:solidFill>
          <a:ln w="19050">
            <a:solidFill>
              <a:srgbClr val="95878F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235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Partition</a:t>
            </a:r>
            <a:r>
              <a:rPr sz="14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910333" y="3742563"/>
            <a:ext cx="1370330" cy="277495"/>
          </a:xfrm>
          <a:prstGeom prst="rect">
            <a:avLst/>
          </a:prstGeom>
          <a:solidFill>
            <a:srgbClr val="006FC0">
              <a:alpha val="64704"/>
            </a:srgbClr>
          </a:solidFill>
          <a:ln w="19050">
            <a:solidFill>
              <a:srgbClr val="95878F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235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Partition</a:t>
            </a:r>
            <a:r>
              <a:rPr sz="14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0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10333" y="2549017"/>
            <a:ext cx="1370330" cy="277495"/>
          </a:xfrm>
          <a:custGeom>
            <a:avLst/>
            <a:gdLst/>
            <a:ahLst/>
            <a:cxnLst/>
            <a:rect l="l" t="t" r="r" b="b"/>
            <a:pathLst>
              <a:path w="1370329" h="277494">
                <a:moveTo>
                  <a:pt x="0" y="276986"/>
                </a:moveTo>
                <a:lnTo>
                  <a:pt x="1370203" y="276986"/>
                </a:lnTo>
                <a:lnTo>
                  <a:pt x="1370203" y="0"/>
                </a:lnTo>
                <a:lnTo>
                  <a:pt x="0" y="0"/>
                </a:lnTo>
                <a:lnTo>
                  <a:pt x="0" y="276986"/>
                </a:lnTo>
                <a:close/>
              </a:path>
            </a:pathLst>
          </a:custGeom>
          <a:ln w="19050">
            <a:solidFill>
              <a:srgbClr val="9587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1919858" y="2534221"/>
            <a:ext cx="1351280" cy="282575"/>
          </a:xfrm>
          <a:prstGeom prst="rect">
            <a:avLst/>
          </a:prstGeom>
          <a:solidFill>
            <a:srgbClr val="006FC0">
              <a:alpha val="64704"/>
            </a:srgbClr>
          </a:solidFill>
        </p:spPr>
        <p:txBody>
          <a:bodyPr vert="horz" wrap="square" lIns="0" tIns="43815" rIns="0" bIns="0" rtlCol="0">
            <a:spAutoFit/>
          </a:bodyPr>
          <a:lstStyle/>
          <a:p>
            <a:pPr marL="255904">
              <a:lnSpc>
                <a:spcPct val="100000"/>
              </a:lnSpc>
              <a:spcBef>
                <a:spcPts val="345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Partition</a:t>
            </a:r>
            <a:r>
              <a:rPr sz="14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1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910333" y="5636514"/>
            <a:ext cx="1370330" cy="277495"/>
          </a:xfrm>
          <a:prstGeom prst="rect">
            <a:avLst/>
          </a:prstGeom>
          <a:solidFill>
            <a:srgbClr val="006FC0">
              <a:alpha val="64704"/>
            </a:srgbClr>
          </a:solidFill>
          <a:ln w="19050">
            <a:solidFill>
              <a:srgbClr val="95878F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235"/>
              </a:spcBef>
            </a:pPr>
            <a:r>
              <a:rPr sz="1400" dirty="0">
                <a:solidFill>
                  <a:srgbClr val="FFFFFF"/>
                </a:solidFill>
                <a:latin typeface="Malgun Gothic"/>
                <a:cs typeface="Malgun Gothic"/>
              </a:rPr>
              <a:t>Partition</a:t>
            </a:r>
            <a:r>
              <a:rPr sz="14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2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910333" y="5266435"/>
            <a:ext cx="1370330" cy="277495"/>
          </a:xfrm>
          <a:prstGeom prst="rect">
            <a:avLst/>
          </a:prstGeom>
          <a:solidFill>
            <a:srgbClr val="92D050">
              <a:alpha val="64704"/>
            </a:srgbClr>
          </a:solidFill>
          <a:ln w="19050">
            <a:solidFill>
              <a:srgbClr val="95878F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235"/>
              </a:spcBef>
            </a:pPr>
            <a:r>
              <a:rPr sz="1400" dirty="0">
                <a:latin typeface="Malgun Gothic"/>
                <a:cs typeface="Malgun Gothic"/>
              </a:rPr>
              <a:t>Partition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0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910333" y="7101458"/>
            <a:ext cx="1370330" cy="277495"/>
          </a:xfrm>
          <a:prstGeom prst="rect">
            <a:avLst/>
          </a:prstGeom>
          <a:solidFill>
            <a:srgbClr val="92D050">
              <a:alpha val="64704"/>
            </a:srgbClr>
          </a:solidFill>
          <a:ln w="19050">
            <a:solidFill>
              <a:srgbClr val="95878F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265430">
              <a:lnSpc>
                <a:spcPct val="100000"/>
              </a:lnSpc>
              <a:spcBef>
                <a:spcPts val="235"/>
              </a:spcBef>
            </a:pPr>
            <a:r>
              <a:rPr sz="1400" dirty="0">
                <a:latin typeface="Malgun Gothic"/>
                <a:cs typeface="Malgun Gothic"/>
              </a:rPr>
              <a:t>Partition</a:t>
            </a:r>
            <a:r>
              <a:rPr sz="1400" spc="-70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1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557395" y="2100960"/>
            <a:ext cx="4485005" cy="6363970"/>
            <a:chOff x="4557395" y="2100960"/>
            <a:chExt cx="4485005" cy="6363970"/>
          </a:xfrm>
        </p:grpSpPr>
        <p:sp>
          <p:nvSpPr>
            <p:cNvPr id="33" name="object 33"/>
            <p:cNvSpPr/>
            <p:nvPr/>
          </p:nvSpPr>
          <p:spPr>
            <a:xfrm>
              <a:off x="4566920" y="2110485"/>
              <a:ext cx="429259" cy="277495"/>
            </a:xfrm>
            <a:custGeom>
              <a:avLst/>
              <a:gdLst/>
              <a:ahLst/>
              <a:cxnLst/>
              <a:rect l="l" t="t" r="r" b="b"/>
              <a:pathLst>
                <a:path w="429260" h="277494">
                  <a:moveTo>
                    <a:pt x="429260" y="0"/>
                  </a:moveTo>
                  <a:lnTo>
                    <a:pt x="0" y="0"/>
                  </a:lnTo>
                  <a:lnTo>
                    <a:pt x="0" y="276986"/>
                  </a:lnTo>
                  <a:lnTo>
                    <a:pt x="429260" y="276986"/>
                  </a:lnTo>
                  <a:lnTo>
                    <a:pt x="429260" y="0"/>
                  </a:lnTo>
                  <a:close/>
                </a:path>
              </a:pathLst>
            </a:custGeom>
            <a:solidFill>
              <a:srgbClr val="EC224A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566920" y="2110485"/>
              <a:ext cx="429259" cy="277495"/>
            </a:xfrm>
            <a:custGeom>
              <a:avLst/>
              <a:gdLst/>
              <a:ahLst/>
              <a:cxnLst/>
              <a:rect l="l" t="t" r="r" b="b"/>
              <a:pathLst>
                <a:path w="429260" h="277494">
                  <a:moveTo>
                    <a:pt x="0" y="276986"/>
                  </a:moveTo>
                  <a:lnTo>
                    <a:pt x="429260" y="276986"/>
                  </a:lnTo>
                  <a:lnTo>
                    <a:pt x="429260" y="0"/>
                  </a:lnTo>
                  <a:lnTo>
                    <a:pt x="0" y="0"/>
                  </a:lnTo>
                  <a:lnTo>
                    <a:pt x="0" y="276986"/>
                  </a:lnTo>
                  <a:close/>
                </a:path>
              </a:pathLst>
            </a:custGeom>
            <a:ln w="1905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66920" y="2519425"/>
              <a:ext cx="429259" cy="277495"/>
            </a:xfrm>
            <a:custGeom>
              <a:avLst/>
              <a:gdLst/>
              <a:ahLst/>
              <a:cxnLst/>
              <a:rect l="l" t="t" r="r" b="b"/>
              <a:pathLst>
                <a:path w="429260" h="277494">
                  <a:moveTo>
                    <a:pt x="429260" y="0"/>
                  </a:moveTo>
                  <a:lnTo>
                    <a:pt x="0" y="0"/>
                  </a:lnTo>
                  <a:lnTo>
                    <a:pt x="0" y="276986"/>
                  </a:lnTo>
                  <a:lnTo>
                    <a:pt x="429260" y="276986"/>
                  </a:lnTo>
                  <a:lnTo>
                    <a:pt x="429260" y="0"/>
                  </a:lnTo>
                  <a:close/>
                </a:path>
              </a:pathLst>
            </a:custGeom>
            <a:solidFill>
              <a:srgbClr val="006FC0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66920" y="2519425"/>
              <a:ext cx="429259" cy="277495"/>
            </a:xfrm>
            <a:custGeom>
              <a:avLst/>
              <a:gdLst/>
              <a:ahLst/>
              <a:cxnLst/>
              <a:rect l="l" t="t" r="r" b="b"/>
              <a:pathLst>
                <a:path w="429260" h="277494">
                  <a:moveTo>
                    <a:pt x="0" y="276986"/>
                  </a:moveTo>
                  <a:lnTo>
                    <a:pt x="429260" y="276986"/>
                  </a:lnTo>
                  <a:lnTo>
                    <a:pt x="429260" y="0"/>
                  </a:lnTo>
                  <a:lnTo>
                    <a:pt x="0" y="0"/>
                  </a:lnTo>
                  <a:lnTo>
                    <a:pt x="0" y="276986"/>
                  </a:lnTo>
                  <a:close/>
                </a:path>
              </a:pathLst>
            </a:custGeom>
            <a:ln w="1905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66920" y="2916300"/>
              <a:ext cx="429259" cy="277495"/>
            </a:xfrm>
            <a:custGeom>
              <a:avLst/>
              <a:gdLst/>
              <a:ahLst/>
              <a:cxnLst/>
              <a:rect l="l" t="t" r="r" b="b"/>
              <a:pathLst>
                <a:path w="429260" h="277494">
                  <a:moveTo>
                    <a:pt x="429260" y="0"/>
                  </a:moveTo>
                  <a:lnTo>
                    <a:pt x="0" y="0"/>
                  </a:lnTo>
                  <a:lnTo>
                    <a:pt x="0" y="276986"/>
                  </a:lnTo>
                  <a:lnTo>
                    <a:pt x="429260" y="276986"/>
                  </a:lnTo>
                  <a:lnTo>
                    <a:pt x="429260" y="0"/>
                  </a:lnTo>
                  <a:close/>
                </a:path>
              </a:pathLst>
            </a:custGeom>
            <a:solidFill>
              <a:srgbClr val="92D050">
                <a:alpha val="6470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66920" y="2916300"/>
              <a:ext cx="429259" cy="277495"/>
            </a:xfrm>
            <a:custGeom>
              <a:avLst/>
              <a:gdLst/>
              <a:ahLst/>
              <a:cxnLst/>
              <a:rect l="l" t="t" r="r" b="b"/>
              <a:pathLst>
                <a:path w="429260" h="277494">
                  <a:moveTo>
                    <a:pt x="0" y="276986"/>
                  </a:moveTo>
                  <a:lnTo>
                    <a:pt x="429260" y="276986"/>
                  </a:lnTo>
                  <a:lnTo>
                    <a:pt x="429260" y="0"/>
                  </a:lnTo>
                  <a:lnTo>
                    <a:pt x="0" y="0"/>
                  </a:lnTo>
                  <a:lnTo>
                    <a:pt x="0" y="276986"/>
                  </a:lnTo>
                  <a:close/>
                </a:path>
              </a:pathLst>
            </a:custGeom>
            <a:ln w="1905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017643" y="3674109"/>
              <a:ext cx="4005579" cy="4771390"/>
            </a:xfrm>
            <a:custGeom>
              <a:avLst/>
              <a:gdLst/>
              <a:ahLst/>
              <a:cxnLst/>
              <a:rect l="l" t="t" r="r" b="b"/>
              <a:pathLst>
                <a:path w="4005579" h="4771390">
                  <a:moveTo>
                    <a:pt x="3855339" y="0"/>
                  </a:moveTo>
                  <a:lnTo>
                    <a:pt x="150114" y="0"/>
                  </a:lnTo>
                  <a:lnTo>
                    <a:pt x="102656" y="7650"/>
                  </a:lnTo>
                  <a:lnTo>
                    <a:pt x="61447" y="28955"/>
                  </a:lnTo>
                  <a:lnTo>
                    <a:pt x="28955" y="61447"/>
                  </a:lnTo>
                  <a:lnTo>
                    <a:pt x="7650" y="102656"/>
                  </a:lnTo>
                  <a:lnTo>
                    <a:pt x="0" y="150114"/>
                  </a:lnTo>
                  <a:lnTo>
                    <a:pt x="0" y="4621276"/>
                  </a:lnTo>
                  <a:lnTo>
                    <a:pt x="7650" y="4668733"/>
                  </a:lnTo>
                  <a:lnTo>
                    <a:pt x="28956" y="4709942"/>
                  </a:lnTo>
                  <a:lnTo>
                    <a:pt x="61447" y="4742434"/>
                  </a:lnTo>
                  <a:lnTo>
                    <a:pt x="102656" y="4763739"/>
                  </a:lnTo>
                  <a:lnTo>
                    <a:pt x="150114" y="4771390"/>
                  </a:lnTo>
                  <a:lnTo>
                    <a:pt x="3855339" y="4771390"/>
                  </a:lnTo>
                  <a:lnTo>
                    <a:pt x="3902796" y="4763739"/>
                  </a:lnTo>
                  <a:lnTo>
                    <a:pt x="3944005" y="4742434"/>
                  </a:lnTo>
                  <a:lnTo>
                    <a:pt x="3976497" y="4709942"/>
                  </a:lnTo>
                  <a:lnTo>
                    <a:pt x="3997802" y="4668733"/>
                  </a:lnTo>
                  <a:lnTo>
                    <a:pt x="4005453" y="4621276"/>
                  </a:lnTo>
                  <a:lnTo>
                    <a:pt x="4005453" y="150114"/>
                  </a:lnTo>
                  <a:lnTo>
                    <a:pt x="3997802" y="102656"/>
                  </a:lnTo>
                  <a:lnTo>
                    <a:pt x="3976497" y="61447"/>
                  </a:lnTo>
                  <a:lnTo>
                    <a:pt x="3944005" y="28955"/>
                  </a:lnTo>
                  <a:lnTo>
                    <a:pt x="3902796" y="7650"/>
                  </a:lnTo>
                  <a:lnTo>
                    <a:pt x="3855339" y="0"/>
                  </a:lnTo>
                  <a:close/>
                </a:path>
              </a:pathLst>
            </a:custGeom>
            <a:solidFill>
              <a:srgbClr val="E3E2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017643" y="3674109"/>
              <a:ext cx="4005579" cy="4771390"/>
            </a:xfrm>
            <a:custGeom>
              <a:avLst/>
              <a:gdLst/>
              <a:ahLst/>
              <a:cxnLst/>
              <a:rect l="l" t="t" r="r" b="b"/>
              <a:pathLst>
                <a:path w="4005579" h="4771390">
                  <a:moveTo>
                    <a:pt x="0" y="150114"/>
                  </a:moveTo>
                  <a:lnTo>
                    <a:pt x="7650" y="102656"/>
                  </a:lnTo>
                  <a:lnTo>
                    <a:pt x="28955" y="61447"/>
                  </a:lnTo>
                  <a:lnTo>
                    <a:pt x="61447" y="28955"/>
                  </a:lnTo>
                  <a:lnTo>
                    <a:pt x="102656" y="7650"/>
                  </a:lnTo>
                  <a:lnTo>
                    <a:pt x="150114" y="0"/>
                  </a:lnTo>
                  <a:lnTo>
                    <a:pt x="3855339" y="0"/>
                  </a:lnTo>
                  <a:lnTo>
                    <a:pt x="3902796" y="7650"/>
                  </a:lnTo>
                  <a:lnTo>
                    <a:pt x="3944005" y="28955"/>
                  </a:lnTo>
                  <a:lnTo>
                    <a:pt x="3976497" y="61447"/>
                  </a:lnTo>
                  <a:lnTo>
                    <a:pt x="3997802" y="102656"/>
                  </a:lnTo>
                  <a:lnTo>
                    <a:pt x="4005453" y="150114"/>
                  </a:lnTo>
                  <a:lnTo>
                    <a:pt x="4005453" y="4621276"/>
                  </a:lnTo>
                  <a:lnTo>
                    <a:pt x="3997802" y="4668733"/>
                  </a:lnTo>
                  <a:lnTo>
                    <a:pt x="3976497" y="4709942"/>
                  </a:lnTo>
                  <a:lnTo>
                    <a:pt x="3944005" y="4742434"/>
                  </a:lnTo>
                  <a:lnTo>
                    <a:pt x="3902796" y="4763739"/>
                  </a:lnTo>
                  <a:lnTo>
                    <a:pt x="3855339" y="4771390"/>
                  </a:lnTo>
                  <a:lnTo>
                    <a:pt x="150114" y="4771390"/>
                  </a:lnTo>
                  <a:lnTo>
                    <a:pt x="102656" y="4763739"/>
                  </a:lnTo>
                  <a:lnTo>
                    <a:pt x="61447" y="4742434"/>
                  </a:lnTo>
                  <a:lnTo>
                    <a:pt x="28956" y="4709942"/>
                  </a:lnTo>
                  <a:lnTo>
                    <a:pt x="7650" y="4668733"/>
                  </a:lnTo>
                  <a:lnTo>
                    <a:pt x="0" y="4621276"/>
                  </a:lnTo>
                  <a:lnTo>
                    <a:pt x="0" y="150114"/>
                  </a:lnTo>
                  <a:close/>
                </a:path>
              </a:pathLst>
            </a:custGeom>
            <a:ln w="381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5107051" y="1948265"/>
            <a:ext cx="2493010" cy="1211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" marR="5080" indent="-12065" algn="just">
              <a:lnSpc>
                <a:spcPct val="144000"/>
              </a:lnSpc>
              <a:spcBef>
                <a:spcPts val="105"/>
              </a:spcBef>
            </a:pPr>
            <a:r>
              <a:rPr sz="1800" dirty="0">
                <a:latin typeface="Malgun Gothic"/>
                <a:cs typeface="Malgun Gothic"/>
              </a:rPr>
              <a:t>Topic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A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with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Partition</a:t>
            </a:r>
            <a:r>
              <a:rPr sz="1800" spc="-35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3 </a:t>
            </a:r>
            <a:r>
              <a:rPr sz="1800" dirty="0">
                <a:latin typeface="Malgun Gothic"/>
                <a:cs typeface="Malgun Gothic"/>
              </a:rPr>
              <a:t>Topic</a:t>
            </a:r>
            <a:r>
              <a:rPr sz="1800" spc="-3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B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with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Partition</a:t>
            </a:r>
            <a:r>
              <a:rPr sz="1800" spc="-30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3 </a:t>
            </a:r>
            <a:r>
              <a:rPr sz="1800" dirty="0">
                <a:latin typeface="Malgun Gothic"/>
                <a:cs typeface="Malgun Gothic"/>
              </a:rPr>
              <a:t>Topic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C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with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Partition</a:t>
            </a:r>
            <a:r>
              <a:rPr sz="1800" spc="-35" dirty="0">
                <a:latin typeface="Malgun Gothic"/>
                <a:cs typeface="Malgun Gothic"/>
              </a:rPr>
              <a:t> </a:t>
            </a:r>
            <a:r>
              <a:rPr sz="1800" spc="-50" dirty="0">
                <a:latin typeface="Malgun Gothic"/>
                <a:cs typeface="Malgun Gothic"/>
              </a:rPr>
              <a:t>2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385052" y="8038592"/>
            <a:ext cx="12706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spc="-10" dirty="0">
                <a:latin typeface="Malgun Gothic"/>
                <a:cs typeface="Malgun Gothic"/>
              </a:rPr>
              <a:t>Broker102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5506211" y="6039484"/>
            <a:ext cx="3088640" cy="1854835"/>
          </a:xfrm>
          <a:custGeom>
            <a:avLst/>
            <a:gdLst/>
            <a:ahLst/>
            <a:cxnLst/>
            <a:rect l="l" t="t" r="r" b="b"/>
            <a:pathLst>
              <a:path w="3088640" h="1854834">
                <a:moveTo>
                  <a:pt x="3088132" y="0"/>
                </a:moveTo>
                <a:lnTo>
                  <a:pt x="0" y="0"/>
                </a:lnTo>
                <a:lnTo>
                  <a:pt x="0" y="1854708"/>
                </a:lnTo>
                <a:lnTo>
                  <a:pt x="3088132" y="1854708"/>
                </a:lnTo>
                <a:lnTo>
                  <a:pt x="3088132" y="0"/>
                </a:lnTo>
                <a:close/>
              </a:path>
            </a:pathLst>
          </a:custGeom>
          <a:solidFill>
            <a:srgbClr val="EC224A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5506211" y="6039484"/>
            <a:ext cx="3088640" cy="1854835"/>
          </a:xfrm>
          <a:prstGeom prst="rect">
            <a:avLst/>
          </a:prstGeom>
          <a:ln w="19050">
            <a:solidFill>
              <a:srgbClr val="95878F"/>
            </a:solidFill>
          </a:ln>
        </p:spPr>
        <p:txBody>
          <a:bodyPr vert="horz" wrap="square" lIns="0" tIns="42544" rIns="0" bIns="0" rtlCol="0">
            <a:spAutoFit/>
          </a:bodyPr>
          <a:lstStyle/>
          <a:p>
            <a:pPr marL="946785">
              <a:lnSpc>
                <a:spcPct val="100000"/>
              </a:lnSpc>
              <a:spcBef>
                <a:spcPts val="334"/>
              </a:spcBef>
            </a:pPr>
            <a:r>
              <a:rPr sz="2000" dirty="0">
                <a:solidFill>
                  <a:srgbClr val="FFFFFF"/>
                </a:solidFill>
                <a:latin typeface="Malgun Gothic"/>
                <a:cs typeface="Malgun Gothic"/>
              </a:rPr>
              <a:t>Partition</a:t>
            </a:r>
            <a:r>
              <a:rPr sz="20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algun Gothic"/>
                <a:cs typeface="Malgun Gothic"/>
              </a:rPr>
              <a:t>1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5506211" y="3943858"/>
            <a:ext cx="3088640" cy="1969770"/>
          </a:xfrm>
          <a:custGeom>
            <a:avLst/>
            <a:gdLst/>
            <a:ahLst/>
            <a:cxnLst/>
            <a:rect l="l" t="t" r="r" b="b"/>
            <a:pathLst>
              <a:path w="3088640" h="1969770">
                <a:moveTo>
                  <a:pt x="3088132" y="0"/>
                </a:moveTo>
                <a:lnTo>
                  <a:pt x="0" y="0"/>
                </a:lnTo>
                <a:lnTo>
                  <a:pt x="0" y="1969643"/>
                </a:lnTo>
                <a:lnTo>
                  <a:pt x="3088132" y="1969643"/>
                </a:lnTo>
                <a:lnTo>
                  <a:pt x="3088132" y="0"/>
                </a:lnTo>
                <a:close/>
              </a:path>
            </a:pathLst>
          </a:custGeom>
          <a:solidFill>
            <a:srgbClr val="006FC0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5506211" y="3943858"/>
            <a:ext cx="3088640" cy="1969770"/>
          </a:xfrm>
          <a:prstGeom prst="rect">
            <a:avLst/>
          </a:prstGeom>
          <a:ln w="19050">
            <a:solidFill>
              <a:srgbClr val="95878F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 marL="946785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solidFill>
                  <a:srgbClr val="FFFFFF"/>
                </a:solidFill>
                <a:latin typeface="Malgun Gothic"/>
                <a:cs typeface="Malgun Gothic"/>
              </a:rPr>
              <a:t>Partition</a:t>
            </a:r>
            <a:r>
              <a:rPr sz="2000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000" spc="-50" dirty="0">
                <a:solidFill>
                  <a:srgbClr val="FFFFFF"/>
                </a:solidFill>
                <a:latin typeface="Malgun Gothic"/>
                <a:cs typeface="Malgun Gothic"/>
              </a:rPr>
              <a:t>0</a:t>
            </a:r>
            <a:endParaRPr sz="2000">
              <a:latin typeface="Malgun Gothic"/>
              <a:cs typeface="Malgun Gothic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528885" y="3682174"/>
            <a:ext cx="4438015" cy="4658360"/>
            <a:chOff x="3528885" y="3682174"/>
            <a:chExt cx="4438015" cy="4658360"/>
          </a:xfrm>
        </p:grpSpPr>
        <p:sp>
          <p:nvSpPr>
            <p:cNvPr id="48" name="object 48"/>
            <p:cNvSpPr/>
            <p:nvPr/>
          </p:nvSpPr>
          <p:spPr>
            <a:xfrm>
              <a:off x="3543172" y="3696461"/>
              <a:ext cx="1409700" cy="4629785"/>
            </a:xfrm>
            <a:custGeom>
              <a:avLst/>
              <a:gdLst/>
              <a:ahLst/>
              <a:cxnLst/>
              <a:rect l="l" t="t" r="r" b="b"/>
              <a:pathLst>
                <a:path w="1409700" h="4629784">
                  <a:moveTo>
                    <a:pt x="4317" y="91821"/>
                  </a:moveTo>
                  <a:lnTo>
                    <a:pt x="1409700" y="0"/>
                  </a:lnTo>
                </a:path>
                <a:path w="1409700" h="4629784">
                  <a:moveTo>
                    <a:pt x="0" y="1347343"/>
                  </a:moveTo>
                  <a:lnTo>
                    <a:pt x="1409700" y="4629785"/>
                  </a:lnTo>
                </a:path>
              </a:pathLst>
            </a:custGeom>
            <a:ln w="28575">
              <a:solidFill>
                <a:srgbClr val="EC224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24142" y="4469510"/>
              <a:ext cx="1743075" cy="361315"/>
            </a:xfrm>
            <a:custGeom>
              <a:avLst/>
              <a:gdLst/>
              <a:ahLst/>
              <a:cxnLst/>
              <a:rect l="l" t="t" r="r" b="b"/>
              <a:pathLst>
                <a:path w="1743075" h="361314">
                  <a:moveTo>
                    <a:pt x="1736471" y="0"/>
                  </a:moveTo>
                  <a:lnTo>
                    <a:pt x="5969" y="0"/>
                  </a:lnTo>
                  <a:lnTo>
                    <a:pt x="0" y="5968"/>
                  </a:lnTo>
                  <a:lnTo>
                    <a:pt x="0" y="13462"/>
                  </a:lnTo>
                  <a:lnTo>
                    <a:pt x="0" y="355218"/>
                  </a:lnTo>
                  <a:lnTo>
                    <a:pt x="5969" y="361188"/>
                  </a:lnTo>
                  <a:lnTo>
                    <a:pt x="1736471" y="361188"/>
                  </a:lnTo>
                  <a:lnTo>
                    <a:pt x="1742566" y="355218"/>
                  </a:lnTo>
                  <a:lnTo>
                    <a:pt x="1742566" y="5968"/>
                  </a:lnTo>
                  <a:lnTo>
                    <a:pt x="1736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224142" y="4469510"/>
            <a:ext cx="1743075" cy="361315"/>
          </a:xfrm>
          <a:prstGeom prst="rect">
            <a:avLst/>
          </a:prstGeom>
          <a:ln w="25145">
            <a:solidFill>
              <a:srgbClr val="221F1F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434"/>
              </a:spcBef>
            </a:pPr>
            <a:r>
              <a:rPr sz="1600" dirty="0">
                <a:latin typeface="Malgun Gothic"/>
                <a:cs typeface="Malgun Gothic"/>
              </a:rPr>
              <a:t>Segment</a:t>
            </a:r>
            <a:r>
              <a:rPr sz="1600" spc="-55" dirty="0">
                <a:latin typeface="Malgun Gothic"/>
                <a:cs typeface="Malgun Gothic"/>
              </a:rPr>
              <a:t> </a:t>
            </a:r>
            <a:r>
              <a:rPr sz="1600" spc="-50" dirty="0">
                <a:latin typeface="Malgun Gothic"/>
                <a:cs typeface="Malgun Gothic"/>
              </a:rPr>
              <a:t>0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224142" y="4512945"/>
            <a:ext cx="1743075" cy="755015"/>
            <a:chOff x="6224142" y="4512945"/>
            <a:chExt cx="1743075" cy="755015"/>
          </a:xfrm>
        </p:grpSpPr>
        <p:pic>
          <p:nvPicPr>
            <p:cNvPr id="52" name="object 5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4924" y="4512945"/>
              <a:ext cx="271081" cy="26822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224142" y="4906137"/>
              <a:ext cx="1743075" cy="361315"/>
            </a:xfrm>
            <a:custGeom>
              <a:avLst/>
              <a:gdLst/>
              <a:ahLst/>
              <a:cxnLst/>
              <a:rect l="l" t="t" r="r" b="b"/>
              <a:pathLst>
                <a:path w="1743075" h="361314">
                  <a:moveTo>
                    <a:pt x="1736471" y="0"/>
                  </a:moveTo>
                  <a:lnTo>
                    <a:pt x="5969" y="0"/>
                  </a:lnTo>
                  <a:lnTo>
                    <a:pt x="0" y="6096"/>
                  </a:lnTo>
                  <a:lnTo>
                    <a:pt x="0" y="13588"/>
                  </a:lnTo>
                  <a:lnTo>
                    <a:pt x="0" y="355346"/>
                  </a:lnTo>
                  <a:lnTo>
                    <a:pt x="5969" y="361314"/>
                  </a:lnTo>
                  <a:lnTo>
                    <a:pt x="1736471" y="361314"/>
                  </a:lnTo>
                  <a:lnTo>
                    <a:pt x="1742566" y="355346"/>
                  </a:lnTo>
                  <a:lnTo>
                    <a:pt x="1742566" y="6096"/>
                  </a:lnTo>
                  <a:lnTo>
                    <a:pt x="1736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6224142" y="4906136"/>
            <a:ext cx="1743075" cy="361315"/>
          </a:xfrm>
          <a:prstGeom prst="rect">
            <a:avLst/>
          </a:prstGeom>
          <a:ln w="25145">
            <a:solidFill>
              <a:srgbClr val="221F1F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440"/>
              </a:spcBef>
            </a:pPr>
            <a:r>
              <a:rPr sz="1600" dirty="0">
                <a:latin typeface="Malgun Gothic"/>
                <a:cs typeface="Malgun Gothic"/>
              </a:rPr>
              <a:t>Segment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spc="-50" dirty="0">
                <a:latin typeface="Malgun Gothic"/>
                <a:cs typeface="Malgun Gothic"/>
              </a:rPr>
              <a:t>1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6224142" y="4949697"/>
            <a:ext cx="1743075" cy="755015"/>
            <a:chOff x="6224142" y="4949697"/>
            <a:chExt cx="1743075" cy="755015"/>
          </a:xfrm>
        </p:grpSpPr>
        <p:pic>
          <p:nvPicPr>
            <p:cNvPr id="56" name="object 5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4924" y="4949697"/>
              <a:ext cx="271081" cy="268224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6224142" y="5342889"/>
              <a:ext cx="1743075" cy="361315"/>
            </a:xfrm>
            <a:custGeom>
              <a:avLst/>
              <a:gdLst/>
              <a:ahLst/>
              <a:cxnLst/>
              <a:rect l="l" t="t" r="r" b="b"/>
              <a:pathLst>
                <a:path w="1743075" h="361314">
                  <a:moveTo>
                    <a:pt x="1736471" y="0"/>
                  </a:moveTo>
                  <a:lnTo>
                    <a:pt x="5969" y="0"/>
                  </a:lnTo>
                  <a:lnTo>
                    <a:pt x="0" y="6096"/>
                  </a:lnTo>
                  <a:lnTo>
                    <a:pt x="0" y="13588"/>
                  </a:lnTo>
                  <a:lnTo>
                    <a:pt x="0" y="355219"/>
                  </a:lnTo>
                  <a:lnTo>
                    <a:pt x="5969" y="361314"/>
                  </a:lnTo>
                  <a:lnTo>
                    <a:pt x="1736471" y="361314"/>
                  </a:lnTo>
                  <a:lnTo>
                    <a:pt x="1742566" y="355219"/>
                  </a:lnTo>
                  <a:lnTo>
                    <a:pt x="1742566" y="6096"/>
                  </a:lnTo>
                  <a:lnTo>
                    <a:pt x="1736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6224142" y="5342890"/>
            <a:ext cx="1743075" cy="361315"/>
          </a:xfrm>
          <a:prstGeom prst="rect">
            <a:avLst/>
          </a:prstGeom>
          <a:ln w="25145">
            <a:solidFill>
              <a:srgbClr val="221F1F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440"/>
              </a:spcBef>
            </a:pPr>
            <a:r>
              <a:rPr sz="1600" dirty="0">
                <a:latin typeface="Malgun Gothic"/>
                <a:cs typeface="Malgun Gothic"/>
              </a:rPr>
              <a:t>Segment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spc="-50" dirty="0">
                <a:latin typeface="Malgun Gothic"/>
                <a:cs typeface="Malgun Gothic"/>
              </a:rPr>
              <a:t>2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6224142" y="5386438"/>
            <a:ext cx="1743075" cy="1545590"/>
            <a:chOff x="6224142" y="5386438"/>
            <a:chExt cx="1743075" cy="1545590"/>
          </a:xfrm>
        </p:grpSpPr>
        <p:pic>
          <p:nvPicPr>
            <p:cNvPr id="60" name="object 6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4924" y="5386438"/>
              <a:ext cx="271081" cy="26810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6224142" y="6570598"/>
              <a:ext cx="1743075" cy="361315"/>
            </a:xfrm>
            <a:custGeom>
              <a:avLst/>
              <a:gdLst/>
              <a:ahLst/>
              <a:cxnLst/>
              <a:rect l="l" t="t" r="r" b="b"/>
              <a:pathLst>
                <a:path w="1743075" h="361315">
                  <a:moveTo>
                    <a:pt x="1736471" y="0"/>
                  </a:moveTo>
                  <a:lnTo>
                    <a:pt x="5969" y="0"/>
                  </a:lnTo>
                  <a:lnTo>
                    <a:pt x="0" y="5968"/>
                  </a:lnTo>
                  <a:lnTo>
                    <a:pt x="0" y="13462"/>
                  </a:lnTo>
                  <a:lnTo>
                    <a:pt x="0" y="355218"/>
                  </a:lnTo>
                  <a:lnTo>
                    <a:pt x="5969" y="361188"/>
                  </a:lnTo>
                  <a:lnTo>
                    <a:pt x="1736471" y="361188"/>
                  </a:lnTo>
                  <a:lnTo>
                    <a:pt x="1742566" y="355218"/>
                  </a:lnTo>
                  <a:lnTo>
                    <a:pt x="1742566" y="5968"/>
                  </a:lnTo>
                  <a:lnTo>
                    <a:pt x="1736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6224142" y="6570598"/>
            <a:ext cx="1743075" cy="361315"/>
          </a:xfrm>
          <a:prstGeom prst="rect">
            <a:avLst/>
          </a:prstGeom>
          <a:ln w="25145">
            <a:solidFill>
              <a:srgbClr val="221F1F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440"/>
              </a:spcBef>
            </a:pPr>
            <a:r>
              <a:rPr sz="1600" dirty="0">
                <a:latin typeface="Malgun Gothic"/>
                <a:cs typeface="Malgun Gothic"/>
              </a:rPr>
              <a:t>Segment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spc="-50" dirty="0">
                <a:latin typeface="Malgun Gothic"/>
                <a:cs typeface="Malgun Gothic"/>
              </a:rPr>
              <a:t>0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6224142" y="6614032"/>
            <a:ext cx="1743075" cy="755015"/>
            <a:chOff x="6224142" y="6614032"/>
            <a:chExt cx="1743075" cy="755015"/>
          </a:xfrm>
        </p:grpSpPr>
        <p:pic>
          <p:nvPicPr>
            <p:cNvPr id="64" name="object 6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4924" y="6614032"/>
              <a:ext cx="271081" cy="268224"/>
            </a:xfrm>
            <a:prstGeom prst="rect">
              <a:avLst/>
            </a:prstGeom>
          </p:spPr>
        </p:pic>
        <p:sp>
          <p:nvSpPr>
            <p:cNvPr id="65" name="object 65"/>
            <p:cNvSpPr/>
            <p:nvPr/>
          </p:nvSpPr>
          <p:spPr>
            <a:xfrm>
              <a:off x="6224142" y="7007224"/>
              <a:ext cx="1743075" cy="361315"/>
            </a:xfrm>
            <a:custGeom>
              <a:avLst/>
              <a:gdLst/>
              <a:ahLst/>
              <a:cxnLst/>
              <a:rect l="l" t="t" r="r" b="b"/>
              <a:pathLst>
                <a:path w="1743075" h="361315">
                  <a:moveTo>
                    <a:pt x="1736471" y="0"/>
                  </a:moveTo>
                  <a:lnTo>
                    <a:pt x="5969" y="0"/>
                  </a:lnTo>
                  <a:lnTo>
                    <a:pt x="0" y="6096"/>
                  </a:lnTo>
                  <a:lnTo>
                    <a:pt x="0" y="13588"/>
                  </a:lnTo>
                  <a:lnTo>
                    <a:pt x="0" y="355219"/>
                  </a:lnTo>
                  <a:lnTo>
                    <a:pt x="5969" y="361314"/>
                  </a:lnTo>
                  <a:lnTo>
                    <a:pt x="1736471" y="361314"/>
                  </a:lnTo>
                  <a:lnTo>
                    <a:pt x="1742566" y="355219"/>
                  </a:lnTo>
                  <a:lnTo>
                    <a:pt x="1742566" y="6096"/>
                  </a:lnTo>
                  <a:lnTo>
                    <a:pt x="1736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6224142" y="7007225"/>
            <a:ext cx="1743075" cy="361315"/>
          </a:xfrm>
          <a:prstGeom prst="rect">
            <a:avLst/>
          </a:prstGeom>
          <a:ln w="25145">
            <a:solidFill>
              <a:srgbClr val="221F1F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440"/>
              </a:spcBef>
            </a:pPr>
            <a:r>
              <a:rPr sz="1600" dirty="0">
                <a:latin typeface="Malgun Gothic"/>
                <a:cs typeface="Malgun Gothic"/>
              </a:rPr>
              <a:t>Segment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spc="-50" dirty="0">
                <a:latin typeface="Malgun Gothic"/>
                <a:cs typeface="Malgun Gothic"/>
              </a:rPr>
              <a:t>1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6224142" y="7050785"/>
            <a:ext cx="1743075" cy="755015"/>
            <a:chOff x="6224142" y="7050785"/>
            <a:chExt cx="1743075" cy="755015"/>
          </a:xfrm>
        </p:grpSpPr>
        <p:pic>
          <p:nvPicPr>
            <p:cNvPr id="68" name="object 6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84924" y="7050785"/>
              <a:ext cx="271081" cy="268224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6224142" y="7443977"/>
              <a:ext cx="1743075" cy="361315"/>
            </a:xfrm>
            <a:custGeom>
              <a:avLst/>
              <a:gdLst/>
              <a:ahLst/>
              <a:cxnLst/>
              <a:rect l="l" t="t" r="r" b="b"/>
              <a:pathLst>
                <a:path w="1743075" h="361315">
                  <a:moveTo>
                    <a:pt x="1736471" y="0"/>
                  </a:moveTo>
                  <a:lnTo>
                    <a:pt x="5969" y="0"/>
                  </a:lnTo>
                  <a:lnTo>
                    <a:pt x="0" y="6096"/>
                  </a:lnTo>
                  <a:lnTo>
                    <a:pt x="0" y="13589"/>
                  </a:lnTo>
                  <a:lnTo>
                    <a:pt x="0" y="355219"/>
                  </a:lnTo>
                  <a:lnTo>
                    <a:pt x="5969" y="361315"/>
                  </a:lnTo>
                  <a:lnTo>
                    <a:pt x="1736471" y="361315"/>
                  </a:lnTo>
                  <a:lnTo>
                    <a:pt x="1742566" y="355219"/>
                  </a:lnTo>
                  <a:lnTo>
                    <a:pt x="1742566" y="6096"/>
                  </a:lnTo>
                  <a:lnTo>
                    <a:pt x="173647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6224142" y="7443978"/>
            <a:ext cx="1743075" cy="361315"/>
          </a:xfrm>
          <a:prstGeom prst="rect">
            <a:avLst/>
          </a:prstGeom>
          <a:ln w="25145">
            <a:solidFill>
              <a:srgbClr val="221F1F"/>
            </a:solidFill>
          </a:ln>
        </p:spPr>
        <p:txBody>
          <a:bodyPr vert="horz" wrap="square" lIns="0" tIns="56515" rIns="0" bIns="0" rtlCol="0">
            <a:spAutoFit/>
          </a:bodyPr>
          <a:lstStyle/>
          <a:p>
            <a:pPr marL="645795">
              <a:lnSpc>
                <a:spcPct val="100000"/>
              </a:lnSpc>
              <a:spcBef>
                <a:spcPts val="445"/>
              </a:spcBef>
            </a:pPr>
            <a:r>
              <a:rPr sz="1600" dirty="0">
                <a:latin typeface="Malgun Gothic"/>
                <a:cs typeface="Malgun Gothic"/>
              </a:rPr>
              <a:t>Segment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spc="-50" dirty="0">
                <a:latin typeface="Malgun Gothic"/>
                <a:cs typeface="Malgun Gothic"/>
              </a:rPr>
              <a:t>2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71" name="object 7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4925" y="7487411"/>
            <a:ext cx="271081" cy="268224"/>
          </a:xfrm>
          <a:prstGeom prst="rect">
            <a:avLst/>
          </a:prstGeom>
        </p:spPr>
      </p:pic>
      <p:sp>
        <p:nvSpPr>
          <p:cNvPr id="72" name="object 72"/>
          <p:cNvSpPr txBox="1"/>
          <p:nvPr/>
        </p:nvSpPr>
        <p:spPr>
          <a:xfrm>
            <a:off x="9514458" y="2210816"/>
            <a:ext cx="818451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EC224A"/>
                </a:solidFill>
                <a:latin typeface="Malgun Gothic"/>
                <a:cs typeface="Malgun Gothic"/>
              </a:rPr>
              <a:t>Topic</a:t>
            </a:r>
            <a:r>
              <a:rPr sz="2400" spc="-2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: Kafka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안에서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메시지가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저장되는 장소, 논리적인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spc="-50" dirty="0">
                <a:latin typeface="Malgun Gothic"/>
                <a:cs typeface="Malgun Gothic"/>
              </a:rPr>
              <a:t>표 	현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7364202" y="9382545"/>
            <a:ext cx="284480" cy="2628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22</a:t>
            </a:fld>
            <a:endParaRPr sz="1400">
              <a:latin typeface="Malgun Gothic"/>
              <a:cs typeface="Malgun Gothic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514458" y="3932046"/>
            <a:ext cx="794829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EC224A"/>
                </a:solidFill>
                <a:latin typeface="Malgun Gothic"/>
                <a:cs typeface="Malgun Gothic"/>
              </a:rPr>
              <a:t>Partition</a:t>
            </a:r>
            <a:r>
              <a:rPr sz="2400" spc="-1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: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EC224A"/>
                </a:solidFill>
                <a:latin typeface="Malgun Gothic"/>
                <a:cs typeface="Malgun Gothic"/>
              </a:rPr>
              <a:t>Commit</a:t>
            </a:r>
            <a:r>
              <a:rPr sz="2400" spc="-1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solidFill>
                  <a:srgbClr val="EC224A"/>
                </a:solidFill>
                <a:latin typeface="Malgun Gothic"/>
                <a:cs typeface="Malgun Gothic"/>
              </a:rPr>
              <a:t>Log</a:t>
            </a:r>
            <a:r>
              <a:rPr sz="2400" dirty="0">
                <a:latin typeface="Malgun Gothic"/>
                <a:cs typeface="Malgun Gothic"/>
              </a:rPr>
              <a:t>,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하나의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Topic은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하나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spc="-25" dirty="0">
                <a:latin typeface="Malgun Gothic"/>
                <a:cs typeface="Malgun Gothic"/>
              </a:rPr>
              <a:t>이상의 	</a:t>
            </a:r>
            <a:r>
              <a:rPr sz="2400" dirty="0">
                <a:latin typeface="Malgun Gothic"/>
                <a:cs typeface="Malgun Gothic"/>
              </a:rPr>
              <a:t>Partition으로</a:t>
            </a:r>
            <a:r>
              <a:rPr sz="2400" spc="-3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구성,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병렬처리(Throughput</a:t>
            </a:r>
            <a:r>
              <a:rPr sz="2400" spc="-3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향상)를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spc="-25" dirty="0">
                <a:latin typeface="Malgun Gothic"/>
                <a:cs typeface="Malgun Gothic"/>
              </a:rPr>
              <a:t>위해서 	</a:t>
            </a:r>
            <a:r>
              <a:rPr sz="2400" dirty="0">
                <a:latin typeface="Malgun Gothic"/>
                <a:cs typeface="Malgun Gothic"/>
              </a:rPr>
              <a:t>다수의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Partition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spc="-25" dirty="0">
                <a:latin typeface="Malgun Gothic"/>
                <a:cs typeface="Malgun Gothic"/>
              </a:rPr>
              <a:t>사용</a:t>
            </a:r>
            <a:endParaRPr sz="2400">
              <a:latin typeface="Malgun Gothic"/>
              <a:cs typeface="Malgun Gothic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9514458" y="6553327"/>
            <a:ext cx="80321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2405" marR="5080" indent="-180340">
              <a:lnSpc>
                <a:spcPct val="100000"/>
              </a:lnSpc>
              <a:spcBef>
                <a:spcPts val="100"/>
              </a:spcBef>
              <a:buClr>
                <a:srgbClr val="000000"/>
              </a:buClr>
              <a:buFont typeface="Arial"/>
              <a:buChar char="•"/>
              <a:tabLst>
                <a:tab pos="193675" algn="l"/>
              </a:tabLst>
            </a:pPr>
            <a:r>
              <a:rPr sz="2400" dirty="0">
                <a:solidFill>
                  <a:srgbClr val="EC224A"/>
                </a:solidFill>
                <a:latin typeface="Malgun Gothic"/>
                <a:cs typeface="Malgun Gothic"/>
              </a:rPr>
              <a:t>Segment</a:t>
            </a:r>
            <a:r>
              <a:rPr sz="2400" spc="-15" dirty="0">
                <a:solidFill>
                  <a:srgbClr val="EC224A"/>
                </a:solidFill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: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메시지(데이터)가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저장되는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실제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물리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spc="-10" dirty="0">
                <a:latin typeface="Malgun Gothic"/>
                <a:cs typeface="Malgun Gothic"/>
              </a:rPr>
              <a:t>File, 	</a:t>
            </a:r>
            <a:r>
              <a:rPr sz="2400" dirty="0">
                <a:latin typeface="Malgun Gothic"/>
                <a:cs typeface="Malgun Gothic"/>
              </a:rPr>
              <a:t>Segment</a:t>
            </a:r>
            <a:r>
              <a:rPr sz="2400" spc="-2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File이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지정된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크기보다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크거나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지정된</a:t>
            </a:r>
            <a:r>
              <a:rPr sz="2400" spc="-30" dirty="0">
                <a:latin typeface="Malgun Gothic"/>
                <a:cs typeface="Malgun Gothic"/>
              </a:rPr>
              <a:t> </a:t>
            </a:r>
            <a:r>
              <a:rPr sz="2400" spc="-20" dirty="0">
                <a:latin typeface="Malgun Gothic"/>
                <a:cs typeface="Malgun Gothic"/>
              </a:rPr>
              <a:t>기간보다 	</a:t>
            </a:r>
            <a:r>
              <a:rPr sz="2400" dirty="0">
                <a:latin typeface="Malgun Gothic"/>
                <a:cs typeface="Malgun Gothic"/>
              </a:rPr>
              <a:t>오래되면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새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파일이</a:t>
            </a:r>
            <a:r>
              <a:rPr sz="2400" spc="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열리고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메시지는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새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파일에</a:t>
            </a:r>
            <a:r>
              <a:rPr sz="2400" spc="10" dirty="0">
                <a:latin typeface="Malgun Gothic"/>
                <a:cs typeface="Malgun Gothic"/>
              </a:rPr>
              <a:t> </a:t>
            </a:r>
            <a:r>
              <a:rPr sz="2400" spc="-25" dirty="0">
                <a:latin typeface="Malgun Gothic"/>
                <a:cs typeface="Malgun Gothic"/>
              </a:rPr>
              <a:t>추가됨</a:t>
            </a:r>
            <a:endParaRPr sz="2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6194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Topic,</a:t>
            </a:r>
            <a:r>
              <a:rPr sz="4400" spc="-5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Partition,</a:t>
            </a:r>
            <a:r>
              <a:rPr sz="4400" spc="-8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Segment의</a:t>
            </a:r>
            <a:r>
              <a:rPr sz="4400" spc="-70" dirty="0">
                <a:solidFill>
                  <a:srgbClr val="173360"/>
                </a:solidFill>
              </a:rPr>
              <a:t> </a:t>
            </a:r>
            <a:r>
              <a:rPr sz="4400" spc="-25" dirty="0">
                <a:solidFill>
                  <a:srgbClr val="173360"/>
                </a:solidFill>
              </a:rPr>
              <a:t>특징</a:t>
            </a:r>
            <a:endParaRPr sz="4400"/>
          </a:p>
        </p:txBody>
      </p:sp>
      <p:sp>
        <p:nvSpPr>
          <p:cNvPr id="4" name="object 4"/>
          <p:cNvSpPr txBox="1"/>
          <p:nvPr/>
        </p:nvSpPr>
        <p:spPr>
          <a:xfrm>
            <a:off x="17364202" y="9382545"/>
            <a:ext cx="284480" cy="262890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5"/>
              </a:spcBef>
            </a:pPr>
            <a:fld id="{81D60167-4931-47E6-BA6A-407CBD079E47}" type="slidenum"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23</a:t>
            </a:fld>
            <a:endParaRPr sz="14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64741" y="1850263"/>
            <a:ext cx="10913110" cy="7022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75285" algn="l"/>
              </a:tabLst>
            </a:pPr>
            <a:r>
              <a:rPr sz="2800" dirty="0">
                <a:latin typeface="Malgun Gothic"/>
                <a:cs typeface="Malgun Gothic"/>
              </a:rPr>
              <a:t>Topic</a:t>
            </a:r>
            <a:r>
              <a:rPr sz="2800" spc="-6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생성시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Partition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개수를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지정</a:t>
            </a:r>
            <a:endParaRPr sz="2800">
              <a:latin typeface="Malgun Gothic"/>
              <a:cs typeface="Malgun Gothic"/>
            </a:endParaRPr>
          </a:p>
          <a:p>
            <a:pPr marL="375285" indent="-362585">
              <a:lnSpc>
                <a:spcPct val="100000"/>
              </a:lnSpc>
              <a:spcBef>
                <a:spcPts val="3879"/>
              </a:spcBef>
              <a:buFont typeface="Arial"/>
              <a:buChar char="•"/>
              <a:tabLst>
                <a:tab pos="375285" algn="l"/>
              </a:tabLst>
            </a:pPr>
            <a:r>
              <a:rPr sz="2800" dirty="0">
                <a:latin typeface="Malgun Gothic"/>
                <a:cs typeface="Malgun Gothic"/>
              </a:rPr>
              <a:t>Partition</a:t>
            </a:r>
            <a:r>
              <a:rPr sz="2800" spc="-4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번호는</a:t>
            </a:r>
            <a:r>
              <a:rPr sz="2800" spc="-5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0</a:t>
            </a:r>
            <a:r>
              <a:rPr sz="2800" spc="-7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부터</a:t>
            </a:r>
            <a:r>
              <a:rPr sz="2800" spc="-5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시작하고</a:t>
            </a:r>
            <a:r>
              <a:rPr sz="2800" spc="-45" dirty="0">
                <a:latin typeface="Malgun Gothic"/>
                <a:cs typeface="Malgun Gothic"/>
              </a:rPr>
              <a:t> </a:t>
            </a:r>
            <a:r>
              <a:rPr sz="2800" spc="-20" dirty="0">
                <a:latin typeface="Malgun Gothic"/>
                <a:cs typeface="Malgun Gothic"/>
              </a:rPr>
              <a:t>오름차순</a:t>
            </a:r>
            <a:endParaRPr sz="2800">
              <a:latin typeface="Malgun Gothic"/>
              <a:cs typeface="Malgun Gothic"/>
            </a:endParaRPr>
          </a:p>
          <a:p>
            <a:pPr marL="375285" indent="-362585">
              <a:lnSpc>
                <a:spcPct val="100000"/>
              </a:lnSpc>
              <a:spcBef>
                <a:spcPts val="3970"/>
              </a:spcBef>
              <a:buFont typeface="Arial"/>
              <a:buChar char="•"/>
              <a:tabLst>
                <a:tab pos="375285" algn="l"/>
              </a:tabLst>
            </a:pPr>
            <a:r>
              <a:rPr sz="2800" dirty="0">
                <a:latin typeface="Malgun Gothic"/>
                <a:cs typeface="Malgun Gothic"/>
              </a:rPr>
              <a:t>Topic</a:t>
            </a:r>
            <a:r>
              <a:rPr sz="2800" spc="-5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내의</a:t>
            </a:r>
            <a:r>
              <a:rPr sz="2800" spc="-6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Partition</a:t>
            </a:r>
            <a:r>
              <a:rPr sz="2800" spc="-4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들은</a:t>
            </a:r>
            <a:r>
              <a:rPr sz="2800" spc="-6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서로</a:t>
            </a:r>
            <a:r>
              <a:rPr sz="2800" spc="-65" dirty="0">
                <a:latin typeface="Malgun Gothic"/>
                <a:cs typeface="Malgun Gothic"/>
              </a:rPr>
              <a:t> </a:t>
            </a:r>
            <a:r>
              <a:rPr sz="2800" spc="-20" dirty="0">
                <a:latin typeface="Malgun Gothic"/>
                <a:cs typeface="Malgun Gothic"/>
              </a:rPr>
              <a:t>독립적임</a:t>
            </a:r>
            <a:endParaRPr sz="2800">
              <a:latin typeface="Malgun Gothic"/>
              <a:cs typeface="Malgun Gothic"/>
            </a:endParaRPr>
          </a:p>
          <a:p>
            <a:pPr marL="375285" indent="-362585">
              <a:lnSpc>
                <a:spcPct val="100000"/>
              </a:lnSpc>
              <a:spcBef>
                <a:spcPts val="4190"/>
              </a:spcBef>
              <a:buFont typeface="Arial"/>
              <a:buChar char="•"/>
              <a:tabLst>
                <a:tab pos="375285" algn="l"/>
              </a:tabLst>
            </a:pPr>
            <a:r>
              <a:rPr sz="2800" dirty="0">
                <a:latin typeface="Malgun Gothic"/>
                <a:cs typeface="Malgun Gothic"/>
              </a:rPr>
              <a:t>Event(Message)의</a:t>
            </a:r>
            <a:r>
              <a:rPr sz="2800" spc="-10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위치를</a:t>
            </a:r>
            <a:r>
              <a:rPr sz="2800" spc="-9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나타내는</a:t>
            </a:r>
            <a:r>
              <a:rPr sz="2800" spc="-9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offset</a:t>
            </a:r>
            <a:r>
              <a:rPr sz="2800" spc="-10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이</a:t>
            </a:r>
            <a:r>
              <a:rPr sz="2800" spc="-10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존재</a:t>
            </a:r>
            <a:endParaRPr sz="2800">
              <a:latin typeface="Malgun Gothic"/>
              <a:cs typeface="Malgun Gothic"/>
            </a:endParaRPr>
          </a:p>
          <a:p>
            <a:pPr marL="375285" indent="-362585">
              <a:lnSpc>
                <a:spcPct val="100000"/>
              </a:lnSpc>
              <a:spcBef>
                <a:spcPts val="3910"/>
              </a:spcBef>
              <a:buFont typeface="Arial"/>
              <a:buChar char="•"/>
              <a:tabLst>
                <a:tab pos="375285" algn="l"/>
              </a:tabLst>
            </a:pPr>
            <a:r>
              <a:rPr sz="2800" dirty="0">
                <a:latin typeface="Malgun Gothic"/>
                <a:cs typeface="Malgun Gothic"/>
              </a:rPr>
              <a:t>Offset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값은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계속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증가하고</a:t>
            </a:r>
            <a:r>
              <a:rPr sz="2800" spc="-5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0</a:t>
            </a:r>
            <a:r>
              <a:rPr sz="2800" spc="-6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으로</a:t>
            </a:r>
            <a:r>
              <a:rPr sz="2800" spc="-5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돌아가지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않음</a:t>
            </a:r>
            <a:endParaRPr sz="2800">
              <a:latin typeface="Malgun Gothic"/>
              <a:cs typeface="Malgun Gothic"/>
            </a:endParaRPr>
          </a:p>
          <a:p>
            <a:pPr marL="375285" indent="-362585">
              <a:lnSpc>
                <a:spcPct val="100000"/>
              </a:lnSpc>
              <a:spcBef>
                <a:spcPts val="3850"/>
              </a:spcBef>
              <a:buFont typeface="Arial"/>
              <a:buChar char="•"/>
              <a:tabLst>
                <a:tab pos="375285" algn="l"/>
              </a:tabLst>
            </a:pPr>
            <a:r>
              <a:rPr sz="2800" dirty="0">
                <a:latin typeface="Malgun Gothic"/>
                <a:cs typeface="Malgun Gothic"/>
              </a:rPr>
              <a:t>Event(Message)</a:t>
            </a:r>
            <a:r>
              <a:rPr sz="2800" spc="-11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의</a:t>
            </a:r>
            <a:r>
              <a:rPr sz="2800" spc="-11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순서는</a:t>
            </a:r>
            <a:r>
              <a:rPr sz="2800" spc="-11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하나의</a:t>
            </a:r>
            <a:r>
              <a:rPr sz="2800" spc="-11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Partition내에서만</a:t>
            </a:r>
            <a:r>
              <a:rPr sz="2800" spc="-9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보장</a:t>
            </a:r>
            <a:endParaRPr sz="2800">
              <a:latin typeface="Malgun Gothic"/>
              <a:cs typeface="Malgun Gothic"/>
            </a:endParaRPr>
          </a:p>
          <a:p>
            <a:pPr marL="375285" indent="-362585">
              <a:lnSpc>
                <a:spcPct val="100000"/>
              </a:lnSpc>
              <a:spcBef>
                <a:spcPts val="4090"/>
              </a:spcBef>
              <a:buFont typeface="Arial"/>
              <a:buChar char="•"/>
              <a:tabLst>
                <a:tab pos="375285" algn="l"/>
              </a:tabLst>
            </a:pPr>
            <a:r>
              <a:rPr sz="2800" dirty="0">
                <a:latin typeface="Malgun Gothic"/>
                <a:cs typeface="Malgun Gothic"/>
              </a:rPr>
              <a:t>Partition</a:t>
            </a:r>
            <a:r>
              <a:rPr sz="2800" spc="-6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에</a:t>
            </a:r>
            <a:r>
              <a:rPr sz="2800" spc="-9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저장된</a:t>
            </a:r>
            <a:r>
              <a:rPr sz="2800" spc="-7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데이터(Message)는</a:t>
            </a:r>
            <a:r>
              <a:rPr sz="2800" spc="-8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변경이</a:t>
            </a:r>
            <a:r>
              <a:rPr sz="2800" spc="-80" dirty="0">
                <a:latin typeface="Malgun Gothic"/>
                <a:cs typeface="Malgun Gothic"/>
              </a:rPr>
              <a:t> </a:t>
            </a:r>
            <a:r>
              <a:rPr sz="2800" spc="-10" dirty="0">
                <a:latin typeface="Malgun Gothic"/>
                <a:cs typeface="Malgun Gothic"/>
              </a:rPr>
              <a:t>불가능(Immutable)</a:t>
            </a:r>
            <a:endParaRPr sz="2800">
              <a:latin typeface="Malgun Gothic"/>
              <a:cs typeface="Malgun Gothic"/>
            </a:endParaRPr>
          </a:p>
          <a:p>
            <a:pPr marL="375285" indent="-362585">
              <a:lnSpc>
                <a:spcPct val="100000"/>
              </a:lnSpc>
              <a:spcBef>
                <a:spcPts val="4325"/>
              </a:spcBef>
              <a:buFont typeface="Arial"/>
              <a:buChar char="•"/>
              <a:tabLst>
                <a:tab pos="375285" algn="l"/>
              </a:tabLst>
            </a:pPr>
            <a:r>
              <a:rPr sz="2800" dirty="0">
                <a:latin typeface="Malgun Gothic"/>
                <a:cs typeface="Malgun Gothic"/>
              </a:rPr>
              <a:t>Partition</a:t>
            </a:r>
            <a:r>
              <a:rPr sz="2800" spc="-5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에</a:t>
            </a:r>
            <a:r>
              <a:rPr sz="2800" spc="-7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추가되는</a:t>
            </a:r>
            <a:r>
              <a:rPr sz="2800" spc="-5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데이터는</a:t>
            </a:r>
            <a:r>
              <a:rPr sz="2800" spc="-5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맨</a:t>
            </a:r>
            <a:r>
              <a:rPr sz="2800" spc="-80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끝에</a:t>
            </a:r>
            <a:r>
              <a:rPr sz="2800" spc="-65" dirty="0">
                <a:latin typeface="Malgun Gothic"/>
                <a:cs typeface="Malgun Gothic"/>
              </a:rPr>
              <a:t> </a:t>
            </a:r>
            <a:r>
              <a:rPr sz="2800" dirty="0">
                <a:latin typeface="Malgun Gothic"/>
                <a:cs typeface="Malgun Gothic"/>
              </a:rPr>
              <a:t>추가하여</a:t>
            </a:r>
            <a:r>
              <a:rPr sz="2800" spc="-50" dirty="0">
                <a:latin typeface="Malgun Gothic"/>
                <a:cs typeface="Malgun Gothic"/>
              </a:rPr>
              <a:t> </a:t>
            </a:r>
            <a:r>
              <a:rPr sz="2800" spc="-25" dirty="0">
                <a:latin typeface="Malgun Gothic"/>
                <a:cs typeface="Malgun Gothic"/>
              </a:rPr>
              <a:t>저장됨</a:t>
            </a:r>
            <a:endParaRPr sz="28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Partition</a:t>
            </a:r>
            <a:r>
              <a:rPr sz="4400" spc="-14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Leadership</a:t>
            </a:r>
            <a:r>
              <a:rPr sz="4400" spc="-10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&amp;</a:t>
            </a:r>
            <a:r>
              <a:rPr sz="4400" spc="-114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Replication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577494" y="2659226"/>
            <a:ext cx="16210915" cy="7251700"/>
            <a:chOff x="577494" y="2659226"/>
            <a:chExt cx="16210915" cy="72517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29967" y="2659226"/>
              <a:ext cx="14170787" cy="725153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7600" y="6920102"/>
              <a:ext cx="15657830" cy="1377315"/>
            </a:xfrm>
            <a:custGeom>
              <a:avLst/>
              <a:gdLst/>
              <a:ahLst/>
              <a:cxnLst/>
              <a:rect l="l" t="t" r="r" b="b"/>
              <a:pathLst>
                <a:path w="15657830" h="1377315">
                  <a:moveTo>
                    <a:pt x="0" y="229489"/>
                  </a:moveTo>
                  <a:lnTo>
                    <a:pt x="4663" y="183238"/>
                  </a:lnTo>
                  <a:lnTo>
                    <a:pt x="18037" y="140160"/>
                  </a:lnTo>
                  <a:lnTo>
                    <a:pt x="39199" y="101178"/>
                  </a:lnTo>
                  <a:lnTo>
                    <a:pt x="67224" y="67214"/>
                  </a:lnTo>
                  <a:lnTo>
                    <a:pt x="101189" y="39192"/>
                  </a:lnTo>
                  <a:lnTo>
                    <a:pt x="140171" y="18034"/>
                  </a:lnTo>
                  <a:lnTo>
                    <a:pt x="183245" y="4662"/>
                  </a:lnTo>
                  <a:lnTo>
                    <a:pt x="229488" y="0"/>
                  </a:lnTo>
                  <a:lnTo>
                    <a:pt x="15428214" y="0"/>
                  </a:lnTo>
                  <a:lnTo>
                    <a:pt x="15474464" y="4662"/>
                  </a:lnTo>
                  <a:lnTo>
                    <a:pt x="15517542" y="18033"/>
                  </a:lnTo>
                  <a:lnTo>
                    <a:pt x="15556524" y="39192"/>
                  </a:lnTo>
                  <a:lnTo>
                    <a:pt x="15590488" y="67214"/>
                  </a:lnTo>
                  <a:lnTo>
                    <a:pt x="15618510" y="101178"/>
                  </a:lnTo>
                  <a:lnTo>
                    <a:pt x="15639669" y="140160"/>
                  </a:lnTo>
                  <a:lnTo>
                    <a:pt x="15653040" y="183238"/>
                  </a:lnTo>
                  <a:lnTo>
                    <a:pt x="15657703" y="229489"/>
                  </a:lnTo>
                  <a:lnTo>
                    <a:pt x="15657703" y="1147699"/>
                  </a:lnTo>
                  <a:lnTo>
                    <a:pt x="15653040" y="1193949"/>
                  </a:lnTo>
                  <a:lnTo>
                    <a:pt x="15639669" y="1237027"/>
                  </a:lnTo>
                  <a:lnTo>
                    <a:pt x="15618510" y="1276009"/>
                  </a:lnTo>
                  <a:lnTo>
                    <a:pt x="15590488" y="1309973"/>
                  </a:lnTo>
                  <a:lnTo>
                    <a:pt x="15556524" y="1337995"/>
                  </a:lnTo>
                  <a:lnTo>
                    <a:pt x="15517542" y="1359154"/>
                  </a:lnTo>
                  <a:lnTo>
                    <a:pt x="15474464" y="1372525"/>
                  </a:lnTo>
                  <a:lnTo>
                    <a:pt x="15428214" y="1377188"/>
                  </a:lnTo>
                  <a:lnTo>
                    <a:pt x="229488" y="1377188"/>
                  </a:lnTo>
                  <a:lnTo>
                    <a:pt x="183245" y="1372525"/>
                  </a:lnTo>
                  <a:lnTo>
                    <a:pt x="140171" y="1359154"/>
                  </a:lnTo>
                  <a:lnTo>
                    <a:pt x="101189" y="1337995"/>
                  </a:lnTo>
                  <a:lnTo>
                    <a:pt x="67224" y="1309973"/>
                  </a:lnTo>
                  <a:lnTo>
                    <a:pt x="39199" y="1276009"/>
                  </a:lnTo>
                  <a:lnTo>
                    <a:pt x="18037" y="1237027"/>
                  </a:lnTo>
                  <a:lnTo>
                    <a:pt x="4663" y="1193949"/>
                  </a:lnTo>
                  <a:lnTo>
                    <a:pt x="0" y="1147699"/>
                  </a:lnTo>
                  <a:lnTo>
                    <a:pt x="0" y="229489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194" y="6504558"/>
              <a:ext cx="542290" cy="548640"/>
            </a:xfrm>
            <a:custGeom>
              <a:avLst/>
              <a:gdLst/>
              <a:ahLst/>
              <a:cxnLst/>
              <a:rect l="l" t="t" r="r" b="b"/>
              <a:pathLst>
                <a:path w="542290" h="548640">
                  <a:moveTo>
                    <a:pt x="211721" y="0"/>
                  </a:moveTo>
                  <a:lnTo>
                    <a:pt x="0" y="234695"/>
                  </a:lnTo>
                  <a:lnTo>
                    <a:pt x="217944" y="431291"/>
                  </a:lnTo>
                  <a:lnTo>
                    <a:pt x="112090" y="548639"/>
                  </a:lnTo>
                  <a:lnTo>
                    <a:pt x="541756" y="510539"/>
                  </a:lnTo>
                  <a:lnTo>
                    <a:pt x="535520" y="79247"/>
                  </a:lnTo>
                  <a:lnTo>
                    <a:pt x="429666" y="196595"/>
                  </a:lnTo>
                  <a:lnTo>
                    <a:pt x="211721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0194" y="6504558"/>
              <a:ext cx="542290" cy="548640"/>
            </a:xfrm>
            <a:custGeom>
              <a:avLst/>
              <a:gdLst/>
              <a:ahLst/>
              <a:cxnLst/>
              <a:rect l="l" t="t" r="r" b="b"/>
              <a:pathLst>
                <a:path w="542290" h="548640">
                  <a:moveTo>
                    <a:pt x="211721" y="0"/>
                  </a:moveTo>
                  <a:lnTo>
                    <a:pt x="429666" y="196595"/>
                  </a:lnTo>
                  <a:lnTo>
                    <a:pt x="535520" y="79247"/>
                  </a:lnTo>
                  <a:lnTo>
                    <a:pt x="541756" y="510539"/>
                  </a:lnTo>
                  <a:lnTo>
                    <a:pt x="112090" y="548639"/>
                  </a:lnTo>
                  <a:lnTo>
                    <a:pt x="217944" y="431291"/>
                  </a:lnTo>
                  <a:lnTo>
                    <a:pt x="0" y="234695"/>
                  </a:lnTo>
                  <a:lnTo>
                    <a:pt x="211721" y="0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4540" y="1583512"/>
            <a:ext cx="1609915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algun Gothic"/>
                <a:cs typeface="Malgun Gothic"/>
              </a:rPr>
              <a:t>데이터의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안정성을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위해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데이터가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리더파티션에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기록됨과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동시에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데이터의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복제본을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다른</a:t>
            </a:r>
            <a:r>
              <a:rPr sz="2400" spc="-2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브로커(서버)에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spc="-10" dirty="0">
                <a:latin typeface="Malgun Gothic"/>
                <a:cs typeface="Malgun Gothic"/>
              </a:rPr>
              <a:t>저장합니다.</a:t>
            </a:r>
            <a:endParaRPr sz="2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Malgun Gothic"/>
                <a:cs typeface="Malgun Gothic"/>
              </a:rPr>
              <a:t>복제본의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수는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기존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3벌 복제이지만,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토픽의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중요도에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따라 설정을</a:t>
            </a:r>
            <a:r>
              <a:rPr sz="2400" spc="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통해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복제본의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수를 조정할</a:t>
            </a:r>
            <a:r>
              <a:rPr sz="2400" spc="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수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spc="-10" dirty="0">
                <a:latin typeface="Malgun Gothic"/>
                <a:cs typeface="Malgun Gothic"/>
              </a:rPr>
              <a:t>있습니다.</a:t>
            </a:r>
            <a:endParaRPr sz="2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Partition</a:t>
            </a:r>
            <a:r>
              <a:rPr sz="4400" spc="-14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Leadership</a:t>
            </a:r>
            <a:r>
              <a:rPr sz="4400" spc="-10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&amp;</a:t>
            </a:r>
            <a:r>
              <a:rPr sz="4400" spc="-114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Replication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577494" y="2651772"/>
            <a:ext cx="16210915" cy="7259955"/>
            <a:chOff x="577494" y="2651772"/>
            <a:chExt cx="16210915" cy="725995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4666" y="2651772"/>
              <a:ext cx="14218792" cy="725990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17600" y="6920102"/>
              <a:ext cx="15657830" cy="1377315"/>
            </a:xfrm>
            <a:custGeom>
              <a:avLst/>
              <a:gdLst/>
              <a:ahLst/>
              <a:cxnLst/>
              <a:rect l="l" t="t" r="r" b="b"/>
              <a:pathLst>
                <a:path w="15657830" h="1377315">
                  <a:moveTo>
                    <a:pt x="0" y="229489"/>
                  </a:moveTo>
                  <a:lnTo>
                    <a:pt x="4663" y="183238"/>
                  </a:lnTo>
                  <a:lnTo>
                    <a:pt x="18037" y="140160"/>
                  </a:lnTo>
                  <a:lnTo>
                    <a:pt x="39199" y="101178"/>
                  </a:lnTo>
                  <a:lnTo>
                    <a:pt x="67224" y="67214"/>
                  </a:lnTo>
                  <a:lnTo>
                    <a:pt x="101189" y="39192"/>
                  </a:lnTo>
                  <a:lnTo>
                    <a:pt x="140171" y="18034"/>
                  </a:lnTo>
                  <a:lnTo>
                    <a:pt x="183245" y="4662"/>
                  </a:lnTo>
                  <a:lnTo>
                    <a:pt x="229488" y="0"/>
                  </a:lnTo>
                  <a:lnTo>
                    <a:pt x="15428214" y="0"/>
                  </a:lnTo>
                  <a:lnTo>
                    <a:pt x="15474464" y="4662"/>
                  </a:lnTo>
                  <a:lnTo>
                    <a:pt x="15517542" y="18033"/>
                  </a:lnTo>
                  <a:lnTo>
                    <a:pt x="15556524" y="39192"/>
                  </a:lnTo>
                  <a:lnTo>
                    <a:pt x="15590488" y="67214"/>
                  </a:lnTo>
                  <a:lnTo>
                    <a:pt x="15618510" y="101178"/>
                  </a:lnTo>
                  <a:lnTo>
                    <a:pt x="15639669" y="140160"/>
                  </a:lnTo>
                  <a:lnTo>
                    <a:pt x="15653040" y="183238"/>
                  </a:lnTo>
                  <a:lnTo>
                    <a:pt x="15657703" y="229489"/>
                  </a:lnTo>
                  <a:lnTo>
                    <a:pt x="15657703" y="1147699"/>
                  </a:lnTo>
                  <a:lnTo>
                    <a:pt x="15653040" y="1193949"/>
                  </a:lnTo>
                  <a:lnTo>
                    <a:pt x="15639669" y="1237027"/>
                  </a:lnTo>
                  <a:lnTo>
                    <a:pt x="15618510" y="1276009"/>
                  </a:lnTo>
                  <a:lnTo>
                    <a:pt x="15590488" y="1309973"/>
                  </a:lnTo>
                  <a:lnTo>
                    <a:pt x="15556524" y="1337995"/>
                  </a:lnTo>
                  <a:lnTo>
                    <a:pt x="15517542" y="1359154"/>
                  </a:lnTo>
                  <a:lnTo>
                    <a:pt x="15474464" y="1372525"/>
                  </a:lnTo>
                  <a:lnTo>
                    <a:pt x="15428214" y="1377188"/>
                  </a:lnTo>
                  <a:lnTo>
                    <a:pt x="229488" y="1377188"/>
                  </a:lnTo>
                  <a:lnTo>
                    <a:pt x="183245" y="1372525"/>
                  </a:lnTo>
                  <a:lnTo>
                    <a:pt x="140171" y="1359154"/>
                  </a:lnTo>
                  <a:lnTo>
                    <a:pt x="101189" y="1337995"/>
                  </a:lnTo>
                  <a:lnTo>
                    <a:pt x="67224" y="1309973"/>
                  </a:lnTo>
                  <a:lnTo>
                    <a:pt x="39199" y="1276009"/>
                  </a:lnTo>
                  <a:lnTo>
                    <a:pt x="18037" y="1237027"/>
                  </a:lnTo>
                  <a:lnTo>
                    <a:pt x="4663" y="1193949"/>
                  </a:lnTo>
                  <a:lnTo>
                    <a:pt x="0" y="1147699"/>
                  </a:lnTo>
                  <a:lnTo>
                    <a:pt x="0" y="229489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90194" y="6504558"/>
              <a:ext cx="542290" cy="548640"/>
            </a:xfrm>
            <a:custGeom>
              <a:avLst/>
              <a:gdLst/>
              <a:ahLst/>
              <a:cxnLst/>
              <a:rect l="l" t="t" r="r" b="b"/>
              <a:pathLst>
                <a:path w="542290" h="548640">
                  <a:moveTo>
                    <a:pt x="211721" y="0"/>
                  </a:moveTo>
                  <a:lnTo>
                    <a:pt x="0" y="234695"/>
                  </a:lnTo>
                  <a:lnTo>
                    <a:pt x="217944" y="431291"/>
                  </a:lnTo>
                  <a:lnTo>
                    <a:pt x="112090" y="548639"/>
                  </a:lnTo>
                  <a:lnTo>
                    <a:pt x="541756" y="510539"/>
                  </a:lnTo>
                  <a:lnTo>
                    <a:pt x="535520" y="79247"/>
                  </a:lnTo>
                  <a:lnTo>
                    <a:pt x="429666" y="196595"/>
                  </a:lnTo>
                  <a:lnTo>
                    <a:pt x="211721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90194" y="6504558"/>
              <a:ext cx="542290" cy="548640"/>
            </a:xfrm>
            <a:custGeom>
              <a:avLst/>
              <a:gdLst/>
              <a:ahLst/>
              <a:cxnLst/>
              <a:rect l="l" t="t" r="r" b="b"/>
              <a:pathLst>
                <a:path w="542290" h="548640">
                  <a:moveTo>
                    <a:pt x="211721" y="0"/>
                  </a:moveTo>
                  <a:lnTo>
                    <a:pt x="429666" y="196595"/>
                  </a:lnTo>
                  <a:lnTo>
                    <a:pt x="535520" y="79247"/>
                  </a:lnTo>
                  <a:lnTo>
                    <a:pt x="541756" y="510539"/>
                  </a:lnTo>
                  <a:lnTo>
                    <a:pt x="112090" y="548639"/>
                  </a:lnTo>
                  <a:lnTo>
                    <a:pt x="217944" y="431291"/>
                  </a:lnTo>
                  <a:lnTo>
                    <a:pt x="0" y="234695"/>
                  </a:lnTo>
                  <a:lnTo>
                    <a:pt x="211721" y="0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4540" y="1583512"/>
            <a:ext cx="16181705" cy="758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algun Gothic"/>
                <a:cs typeface="Malgun Gothic"/>
              </a:rPr>
              <a:t>브로커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(서버)중 하나가</a:t>
            </a:r>
            <a:r>
              <a:rPr sz="2400" spc="-2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장애가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발생하더라도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복제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파티션(Follower)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중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하나가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리더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파티션이</a:t>
            </a:r>
            <a:r>
              <a:rPr sz="2400" spc="-1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되어서</a:t>
            </a:r>
            <a:r>
              <a:rPr sz="2400" spc="-2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정상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서비스가</a:t>
            </a:r>
            <a:r>
              <a:rPr sz="2400" spc="-10" dirty="0">
                <a:latin typeface="Malgun Gothic"/>
                <a:cs typeface="Malgun Gothic"/>
              </a:rPr>
              <a:t> </a:t>
            </a:r>
            <a:r>
              <a:rPr sz="2400" spc="-50" dirty="0">
                <a:latin typeface="Malgun Gothic"/>
                <a:cs typeface="Malgun Gothic"/>
              </a:rPr>
              <a:t>지</a:t>
            </a:r>
            <a:endParaRPr sz="2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Malgun Gothic"/>
                <a:cs typeface="Malgun Gothic"/>
              </a:rPr>
              <a:t>속되며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서비스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고가용성을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spc="-10" dirty="0">
                <a:latin typeface="Malgun Gothic"/>
                <a:cs typeface="Malgun Gothic"/>
              </a:rPr>
              <a:t>지원합니다.</a:t>
            </a:r>
            <a:endParaRPr sz="2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Producer</a:t>
            </a:r>
            <a:r>
              <a:rPr sz="4400" spc="-3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Guarantees</a:t>
            </a:r>
            <a:r>
              <a:rPr sz="4400" spc="-4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(메시지</a:t>
            </a:r>
            <a:r>
              <a:rPr sz="4400" spc="-5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전송</a:t>
            </a:r>
            <a:r>
              <a:rPr sz="4400" spc="-40" dirty="0">
                <a:solidFill>
                  <a:srgbClr val="173360"/>
                </a:solidFill>
              </a:rPr>
              <a:t> </a:t>
            </a:r>
            <a:r>
              <a:rPr sz="4400" spc="-25" dirty="0">
                <a:solidFill>
                  <a:srgbClr val="173360"/>
                </a:solidFill>
              </a:rPr>
              <a:t>보장)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51930" y="1371612"/>
            <a:ext cx="11036934" cy="856018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solidFill>
                  <a:srgbClr val="173360"/>
                </a:solidFill>
              </a:rPr>
              <a:t>Consumer</a:t>
            </a:r>
            <a:r>
              <a:rPr sz="4400" spc="-150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Groups</a:t>
            </a:r>
            <a:endParaRPr sz="44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4495" y="2019020"/>
            <a:ext cx="14793594" cy="705662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73100" y="560959"/>
            <a:ext cx="2989580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sz="4400" b="1" spc="-10" dirty="0">
                <a:solidFill>
                  <a:srgbClr val="173360"/>
                </a:solidFill>
                <a:latin typeface="Malgun Gothic"/>
                <a:cs typeface="Malgun Gothic"/>
              </a:rPr>
              <a:t>Consumer Rebalances</a:t>
            </a:r>
            <a:endParaRPr sz="44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6617" y="1048829"/>
            <a:ext cx="8752840" cy="897483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64540" y="2261361"/>
            <a:ext cx="582803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Malgun Gothic"/>
                <a:cs typeface="Malgun Gothic"/>
              </a:rPr>
              <a:t>소비자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애플리케이션이</a:t>
            </a:r>
            <a:r>
              <a:rPr sz="2400" spc="-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장애가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spc="-20" dirty="0">
                <a:latin typeface="Malgun Gothic"/>
                <a:cs typeface="Malgun Gothic"/>
              </a:rPr>
              <a:t>나더라도 </a:t>
            </a:r>
            <a:r>
              <a:rPr sz="2400" dirty="0">
                <a:latin typeface="Malgun Gothic"/>
                <a:cs typeface="Malgun Gothic"/>
              </a:rPr>
              <a:t>Rebalance를</a:t>
            </a:r>
            <a:r>
              <a:rPr sz="2400" spc="-3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통해</a:t>
            </a:r>
            <a:r>
              <a:rPr sz="2400" spc="-3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다른</a:t>
            </a:r>
            <a:r>
              <a:rPr sz="2400" spc="-4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소비자에서</a:t>
            </a:r>
            <a:r>
              <a:rPr sz="2400" spc="-25" dirty="0">
                <a:latin typeface="Malgun Gothic"/>
                <a:cs typeface="Malgun Gothic"/>
              </a:rPr>
              <a:t> 데이터 </a:t>
            </a:r>
            <a:r>
              <a:rPr sz="2400" dirty="0">
                <a:latin typeface="Malgun Gothic"/>
                <a:cs typeface="Malgun Gothic"/>
              </a:rPr>
              <a:t>를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가져가서</a:t>
            </a:r>
            <a:r>
              <a:rPr sz="2400" spc="10" dirty="0">
                <a:latin typeface="Malgun Gothic"/>
                <a:cs typeface="Malgun Gothic"/>
              </a:rPr>
              <a:t> </a:t>
            </a:r>
            <a:r>
              <a:rPr sz="2400" dirty="0">
                <a:latin typeface="Malgun Gothic"/>
                <a:cs typeface="Malgun Gothic"/>
              </a:rPr>
              <a:t>처리하도록</a:t>
            </a:r>
            <a:r>
              <a:rPr sz="2400" spc="5" dirty="0">
                <a:latin typeface="Malgun Gothic"/>
                <a:cs typeface="Malgun Gothic"/>
              </a:rPr>
              <a:t> </a:t>
            </a:r>
            <a:r>
              <a:rPr sz="2400" spc="-25" dirty="0">
                <a:latin typeface="Malgun Gothic"/>
                <a:cs typeface="Malgun Gothic"/>
              </a:rPr>
              <a:t>합니다</a:t>
            </a:r>
            <a:endParaRPr sz="2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14580"/>
            <a:ext cx="18287999" cy="89724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694177" y="3592586"/>
            <a:ext cx="12719050" cy="2830830"/>
          </a:xfrm>
          <a:prstGeom prst="rect">
            <a:avLst/>
          </a:prstGeom>
        </p:spPr>
        <p:txBody>
          <a:bodyPr vert="horz" wrap="square" lIns="0" tIns="13398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5"/>
              </a:spcBef>
            </a:pPr>
            <a:r>
              <a:rPr sz="8400" i="1" spc="-25" dirty="0">
                <a:solidFill>
                  <a:srgbClr val="FFFFFF"/>
                </a:solidFill>
                <a:latin typeface="Malgun Gothic"/>
                <a:cs typeface="Malgun Gothic"/>
              </a:rPr>
              <a:t>Inside</a:t>
            </a:r>
            <a:endParaRPr sz="84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960"/>
              </a:spcBef>
              <a:tabLst>
                <a:tab pos="9438005" algn="l"/>
              </a:tabLst>
            </a:pPr>
            <a:r>
              <a:rPr sz="8400" i="1" spc="-30" dirty="0">
                <a:solidFill>
                  <a:srgbClr val="FFFFFF"/>
                </a:solidFill>
                <a:latin typeface="Malgun Gothic"/>
                <a:cs typeface="Malgun Gothic"/>
              </a:rPr>
              <a:t>the</a:t>
            </a:r>
            <a:r>
              <a:rPr sz="8400" i="1" spc="-4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400" i="1" spc="-254" dirty="0">
                <a:solidFill>
                  <a:srgbClr val="FFFFFF"/>
                </a:solidFill>
                <a:latin typeface="Malgun Gothic"/>
                <a:cs typeface="Malgun Gothic"/>
              </a:rPr>
              <a:t>Apache</a:t>
            </a:r>
            <a:r>
              <a:rPr sz="8400" i="1" spc="-40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400" i="1" spc="-10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7950" i="1" spc="-15" baseline="25157" dirty="0">
                <a:solidFill>
                  <a:srgbClr val="FFFFFF"/>
                </a:solidFill>
                <a:latin typeface="Trebuchet MS"/>
                <a:cs typeface="Trebuchet MS"/>
              </a:rPr>
              <a:t>®</a:t>
            </a:r>
            <a:r>
              <a:rPr sz="7950" i="1" baseline="25157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400" i="1" spc="-114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8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173360"/>
                </a:solidFill>
              </a:rPr>
              <a:t>Kafka는</a:t>
            </a:r>
            <a:r>
              <a:rPr sz="4400" spc="-3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데이터</a:t>
            </a:r>
            <a:r>
              <a:rPr sz="4400" spc="-2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및</a:t>
            </a:r>
            <a:r>
              <a:rPr sz="4400" spc="-1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메타</a:t>
            </a:r>
            <a:r>
              <a:rPr sz="4400" spc="-20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데이터를</a:t>
            </a:r>
            <a:r>
              <a:rPr sz="4400" spc="-2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별도로</a:t>
            </a:r>
            <a:r>
              <a:rPr sz="4400" spc="-20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관리합니다</a:t>
            </a:r>
            <a:endParaRPr sz="4400"/>
          </a:p>
        </p:txBody>
      </p:sp>
      <p:sp>
        <p:nvSpPr>
          <p:cNvPr id="3" name="object 3"/>
          <p:cNvSpPr/>
          <p:nvPr/>
        </p:nvSpPr>
        <p:spPr>
          <a:xfrm>
            <a:off x="1000125" y="2498725"/>
            <a:ext cx="16287750" cy="6077585"/>
          </a:xfrm>
          <a:custGeom>
            <a:avLst/>
            <a:gdLst/>
            <a:ahLst/>
            <a:cxnLst/>
            <a:rect l="l" t="t" r="r" b="b"/>
            <a:pathLst>
              <a:path w="16287750" h="6077584">
                <a:moveTo>
                  <a:pt x="0" y="302386"/>
                </a:moveTo>
                <a:lnTo>
                  <a:pt x="3957" y="253337"/>
                </a:lnTo>
                <a:lnTo>
                  <a:pt x="15414" y="206808"/>
                </a:lnTo>
                <a:lnTo>
                  <a:pt x="33749" y="163422"/>
                </a:lnTo>
                <a:lnTo>
                  <a:pt x="58339" y="123800"/>
                </a:lnTo>
                <a:lnTo>
                  <a:pt x="88561" y="88566"/>
                </a:lnTo>
                <a:lnTo>
                  <a:pt x="123795" y="58342"/>
                </a:lnTo>
                <a:lnTo>
                  <a:pt x="163416" y="33751"/>
                </a:lnTo>
                <a:lnTo>
                  <a:pt x="206803" y="15415"/>
                </a:lnTo>
                <a:lnTo>
                  <a:pt x="253334" y="3957"/>
                </a:lnTo>
                <a:lnTo>
                  <a:pt x="302387" y="0"/>
                </a:lnTo>
                <a:lnTo>
                  <a:pt x="15985363" y="0"/>
                </a:lnTo>
                <a:lnTo>
                  <a:pt x="16034412" y="3957"/>
                </a:lnTo>
                <a:lnTo>
                  <a:pt x="16080941" y="15415"/>
                </a:lnTo>
                <a:lnTo>
                  <a:pt x="16124327" y="33751"/>
                </a:lnTo>
                <a:lnTo>
                  <a:pt x="16163949" y="58342"/>
                </a:lnTo>
                <a:lnTo>
                  <a:pt x="16199183" y="88566"/>
                </a:lnTo>
                <a:lnTo>
                  <a:pt x="16229407" y="123800"/>
                </a:lnTo>
                <a:lnTo>
                  <a:pt x="16253998" y="163422"/>
                </a:lnTo>
                <a:lnTo>
                  <a:pt x="16272334" y="206808"/>
                </a:lnTo>
                <a:lnTo>
                  <a:pt x="16283792" y="253337"/>
                </a:lnTo>
                <a:lnTo>
                  <a:pt x="16287750" y="302386"/>
                </a:lnTo>
                <a:lnTo>
                  <a:pt x="16287750" y="5775198"/>
                </a:lnTo>
                <a:lnTo>
                  <a:pt x="16283792" y="5824247"/>
                </a:lnTo>
                <a:lnTo>
                  <a:pt x="16272334" y="5870776"/>
                </a:lnTo>
                <a:lnTo>
                  <a:pt x="16253998" y="5914162"/>
                </a:lnTo>
                <a:lnTo>
                  <a:pt x="16229407" y="5953784"/>
                </a:lnTo>
                <a:lnTo>
                  <a:pt x="16199183" y="5989018"/>
                </a:lnTo>
                <a:lnTo>
                  <a:pt x="16163949" y="6019242"/>
                </a:lnTo>
                <a:lnTo>
                  <a:pt x="16124327" y="6043833"/>
                </a:lnTo>
                <a:lnTo>
                  <a:pt x="16080941" y="6062169"/>
                </a:lnTo>
                <a:lnTo>
                  <a:pt x="16034412" y="6073627"/>
                </a:lnTo>
                <a:lnTo>
                  <a:pt x="15985363" y="6077585"/>
                </a:lnTo>
                <a:lnTo>
                  <a:pt x="302387" y="6077585"/>
                </a:lnTo>
                <a:lnTo>
                  <a:pt x="253334" y="6073627"/>
                </a:lnTo>
                <a:lnTo>
                  <a:pt x="206803" y="6062169"/>
                </a:lnTo>
                <a:lnTo>
                  <a:pt x="163416" y="6043833"/>
                </a:lnTo>
                <a:lnTo>
                  <a:pt x="123795" y="6019242"/>
                </a:lnTo>
                <a:lnTo>
                  <a:pt x="88561" y="5989018"/>
                </a:lnTo>
                <a:lnTo>
                  <a:pt x="58339" y="5953784"/>
                </a:lnTo>
                <a:lnTo>
                  <a:pt x="33749" y="5914162"/>
                </a:lnTo>
                <a:lnTo>
                  <a:pt x="15414" y="5870776"/>
                </a:lnTo>
                <a:lnTo>
                  <a:pt x="3957" y="5824247"/>
                </a:lnTo>
                <a:lnTo>
                  <a:pt x="0" y="5775198"/>
                </a:lnTo>
                <a:lnTo>
                  <a:pt x="0" y="302386"/>
                </a:lnTo>
                <a:close/>
              </a:path>
            </a:pathLst>
          </a:custGeom>
          <a:ln w="38100">
            <a:solidFill>
              <a:srgbClr val="0074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487550" y="2622295"/>
            <a:ext cx="30695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415" dirty="0">
                <a:solidFill>
                  <a:srgbClr val="040430"/>
                </a:solidFill>
                <a:latin typeface="Calibri"/>
                <a:cs typeface="Calibri"/>
              </a:rPr>
              <a:t>Kafka</a:t>
            </a:r>
            <a:r>
              <a:rPr sz="3600" spc="145" dirty="0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sz="3600" spc="335" dirty="0">
                <a:solidFill>
                  <a:srgbClr val="040430"/>
                </a:solidFill>
                <a:latin typeface="Calibri"/>
                <a:cs typeface="Calibri"/>
              </a:rPr>
              <a:t>Cluster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2442697" y="4273803"/>
            <a:ext cx="1910714" cy="3046095"/>
            <a:chOff x="12442697" y="4273803"/>
            <a:chExt cx="1910714" cy="3046095"/>
          </a:xfrm>
        </p:grpSpPr>
        <p:sp>
          <p:nvSpPr>
            <p:cNvPr id="6" name="object 6"/>
            <p:cNvSpPr/>
            <p:nvPr/>
          </p:nvSpPr>
          <p:spPr>
            <a:xfrm>
              <a:off x="12461747" y="4292853"/>
              <a:ext cx="1872614" cy="3007995"/>
            </a:xfrm>
            <a:custGeom>
              <a:avLst/>
              <a:gdLst/>
              <a:ahLst/>
              <a:cxnLst/>
              <a:rect l="l" t="t" r="r" b="b"/>
              <a:pathLst>
                <a:path w="1872615" h="3007995">
                  <a:moveTo>
                    <a:pt x="0" y="93218"/>
                  </a:moveTo>
                  <a:lnTo>
                    <a:pt x="7332" y="56953"/>
                  </a:lnTo>
                  <a:lnTo>
                    <a:pt x="27320" y="27320"/>
                  </a:lnTo>
                  <a:lnTo>
                    <a:pt x="56953" y="7332"/>
                  </a:lnTo>
                  <a:lnTo>
                    <a:pt x="93218" y="0"/>
                  </a:lnTo>
                  <a:lnTo>
                    <a:pt x="1779142" y="0"/>
                  </a:lnTo>
                  <a:lnTo>
                    <a:pt x="1815387" y="7332"/>
                  </a:lnTo>
                  <a:lnTo>
                    <a:pt x="1844976" y="27320"/>
                  </a:lnTo>
                  <a:lnTo>
                    <a:pt x="1864921" y="56953"/>
                  </a:lnTo>
                  <a:lnTo>
                    <a:pt x="1872234" y="93218"/>
                  </a:lnTo>
                  <a:lnTo>
                    <a:pt x="1872234" y="2914904"/>
                  </a:lnTo>
                  <a:lnTo>
                    <a:pt x="1864921" y="2951148"/>
                  </a:lnTo>
                  <a:lnTo>
                    <a:pt x="1844976" y="2980737"/>
                  </a:lnTo>
                  <a:lnTo>
                    <a:pt x="1815387" y="3000682"/>
                  </a:lnTo>
                  <a:lnTo>
                    <a:pt x="1779142" y="3007995"/>
                  </a:lnTo>
                  <a:lnTo>
                    <a:pt x="93218" y="3007995"/>
                  </a:lnTo>
                  <a:lnTo>
                    <a:pt x="56953" y="3000682"/>
                  </a:lnTo>
                  <a:lnTo>
                    <a:pt x="27320" y="2980737"/>
                  </a:lnTo>
                  <a:lnTo>
                    <a:pt x="7332" y="2951148"/>
                  </a:lnTo>
                  <a:lnTo>
                    <a:pt x="0" y="2914904"/>
                  </a:lnTo>
                  <a:lnTo>
                    <a:pt x="0" y="93218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23544" y="5940297"/>
              <a:ext cx="207264" cy="440563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3330809" y="578815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80" h="743584">
                  <a:moveTo>
                    <a:pt x="474535" y="512127"/>
                  </a:moveTo>
                  <a:lnTo>
                    <a:pt x="470789" y="493649"/>
                  </a:lnTo>
                  <a:lnTo>
                    <a:pt x="463181" y="476885"/>
                  </a:lnTo>
                  <a:lnTo>
                    <a:pt x="457390" y="464108"/>
                  </a:lnTo>
                  <a:lnTo>
                    <a:pt x="435610" y="441566"/>
                  </a:lnTo>
                  <a:lnTo>
                    <a:pt x="419709" y="433324"/>
                  </a:lnTo>
                  <a:lnTo>
                    <a:pt x="419709" y="515061"/>
                  </a:lnTo>
                  <a:lnTo>
                    <a:pt x="419392" y="523214"/>
                  </a:lnTo>
                  <a:lnTo>
                    <a:pt x="417703" y="530783"/>
                  </a:lnTo>
                  <a:lnTo>
                    <a:pt x="417626" y="531126"/>
                  </a:lnTo>
                  <a:lnTo>
                    <a:pt x="414274" y="538734"/>
                  </a:lnTo>
                  <a:lnTo>
                    <a:pt x="382651" y="558800"/>
                  </a:lnTo>
                  <a:lnTo>
                    <a:pt x="379095" y="558800"/>
                  </a:lnTo>
                  <a:lnTo>
                    <a:pt x="343623" y="541286"/>
                  </a:lnTo>
                  <a:lnTo>
                    <a:pt x="337172" y="512127"/>
                  </a:lnTo>
                  <a:lnTo>
                    <a:pt x="342468" y="497255"/>
                  </a:lnTo>
                  <a:lnTo>
                    <a:pt x="353009" y="485279"/>
                  </a:lnTo>
                  <a:lnTo>
                    <a:pt x="367792" y="478155"/>
                  </a:lnTo>
                  <a:lnTo>
                    <a:pt x="371348" y="477266"/>
                  </a:lnTo>
                  <a:lnTo>
                    <a:pt x="375031" y="476885"/>
                  </a:lnTo>
                  <a:lnTo>
                    <a:pt x="378460" y="476885"/>
                  </a:lnTo>
                  <a:lnTo>
                    <a:pt x="412635" y="494309"/>
                  </a:lnTo>
                  <a:lnTo>
                    <a:pt x="419709" y="515061"/>
                  </a:lnTo>
                  <a:lnTo>
                    <a:pt x="419709" y="433324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426" y="423164"/>
                  </a:lnTo>
                  <a:lnTo>
                    <a:pt x="352298" y="425196"/>
                  </a:lnTo>
                  <a:lnTo>
                    <a:pt x="318160" y="442747"/>
                  </a:lnTo>
                  <a:lnTo>
                    <a:pt x="312381" y="449516"/>
                  </a:lnTo>
                  <a:lnTo>
                    <a:pt x="255955" y="416191"/>
                  </a:lnTo>
                  <a:lnTo>
                    <a:pt x="263652" y="378968"/>
                  </a:lnTo>
                  <a:lnTo>
                    <a:pt x="255511" y="339623"/>
                  </a:lnTo>
                  <a:lnTo>
                    <a:pt x="311492" y="299351"/>
                  </a:lnTo>
                  <a:lnTo>
                    <a:pt x="352298" y="322834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928"/>
                  </a:lnTo>
                  <a:lnTo>
                    <a:pt x="464185" y="272503"/>
                  </a:lnTo>
                  <a:lnTo>
                    <a:pt x="465137" y="269875"/>
                  </a:lnTo>
                  <a:lnTo>
                    <a:pt x="470789" y="254508"/>
                  </a:lnTo>
                  <a:lnTo>
                    <a:pt x="474395" y="236016"/>
                  </a:lnTo>
                  <a:lnTo>
                    <a:pt x="474129" y="226364"/>
                  </a:lnTo>
                  <a:lnTo>
                    <a:pt x="474027" y="222758"/>
                  </a:lnTo>
                  <a:lnTo>
                    <a:pt x="473900" y="218186"/>
                  </a:lnTo>
                  <a:lnTo>
                    <a:pt x="473875" y="217322"/>
                  </a:lnTo>
                  <a:lnTo>
                    <a:pt x="469620" y="199021"/>
                  </a:lnTo>
                  <a:lnTo>
                    <a:pt x="464477" y="187325"/>
                  </a:lnTo>
                  <a:lnTo>
                    <a:pt x="462026" y="181737"/>
                  </a:lnTo>
                  <a:lnTo>
                    <a:pt x="450634" y="165874"/>
                  </a:lnTo>
                  <a:lnTo>
                    <a:pt x="436765" y="153009"/>
                  </a:lnTo>
                  <a:lnTo>
                    <a:pt x="420814" y="143243"/>
                  </a:lnTo>
                  <a:lnTo>
                    <a:pt x="418198" y="142265"/>
                  </a:lnTo>
                  <a:lnTo>
                    <a:pt x="418198" y="231914"/>
                  </a:lnTo>
                  <a:lnTo>
                    <a:pt x="416560" y="240157"/>
                  </a:lnTo>
                  <a:lnTo>
                    <a:pt x="383540" y="269875"/>
                  </a:lnTo>
                  <a:lnTo>
                    <a:pt x="372491" y="269875"/>
                  </a:lnTo>
                  <a:lnTo>
                    <a:pt x="337870" y="241960"/>
                  </a:lnTo>
                  <a:lnTo>
                    <a:pt x="335686" y="226364"/>
                  </a:lnTo>
                  <a:lnTo>
                    <a:pt x="336677" y="218186"/>
                  </a:lnTo>
                  <a:lnTo>
                    <a:pt x="363347" y="188468"/>
                  </a:lnTo>
                  <a:lnTo>
                    <a:pt x="369951" y="187325"/>
                  </a:lnTo>
                  <a:lnTo>
                    <a:pt x="384429" y="187325"/>
                  </a:lnTo>
                  <a:lnTo>
                    <a:pt x="416534" y="215887"/>
                  </a:lnTo>
                  <a:lnTo>
                    <a:pt x="418198" y="231914"/>
                  </a:lnTo>
                  <a:lnTo>
                    <a:pt x="418198" y="142265"/>
                  </a:lnTo>
                  <a:lnTo>
                    <a:pt x="403263" y="136677"/>
                  </a:lnTo>
                  <a:lnTo>
                    <a:pt x="395097" y="134366"/>
                  </a:lnTo>
                  <a:lnTo>
                    <a:pt x="386715" y="133350"/>
                  </a:lnTo>
                  <a:lnTo>
                    <a:pt x="378333" y="133350"/>
                  </a:lnTo>
                  <a:lnTo>
                    <a:pt x="330073" y="146558"/>
                  </a:lnTo>
                  <a:lnTo>
                    <a:pt x="291325" y="186359"/>
                  </a:lnTo>
                  <a:lnTo>
                    <a:pt x="281076" y="222758"/>
                  </a:lnTo>
                  <a:lnTo>
                    <a:pt x="281355" y="231914"/>
                  </a:lnTo>
                  <a:lnTo>
                    <a:pt x="281470" y="236016"/>
                  </a:lnTo>
                  <a:lnTo>
                    <a:pt x="281597" y="240157"/>
                  </a:lnTo>
                  <a:lnTo>
                    <a:pt x="281635" y="241401"/>
                  </a:lnTo>
                  <a:lnTo>
                    <a:pt x="283959" y="251180"/>
                  </a:lnTo>
                  <a:lnTo>
                    <a:pt x="228066" y="291465"/>
                  </a:lnTo>
                  <a:lnTo>
                    <a:pt x="224739" y="286575"/>
                  </a:lnTo>
                  <a:lnTo>
                    <a:pt x="208280" y="275488"/>
                  </a:lnTo>
                  <a:lnTo>
                    <a:pt x="208280" y="378968"/>
                  </a:lnTo>
                  <a:lnTo>
                    <a:pt x="202234" y="408063"/>
                  </a:lnTo>
                  <a:lnTo>
                    <a:pt x="185813" y="432295"/>
                  </a:lnTo>
                  <a:lnTo>
                    <a:pt x="161505" y="448894"/>
                  </a:lnTo>
                  <a:lnTo>
                    <a:pt x="131826" y="455041"/>
                  </a:lnTo>
                  <a:lnTo>
                    <a:pt x="102565" y="448894"/>
                  </a:lnTo>
                  <a:lnTo>
                    <a:pt x="78206" y="432295"/>
                  </a:lnTo>
                  <a:lnTo>
                    <a:pt x="61544" y="408063"/>
                  </a:lnTo>
                  <a:lnTo>
                    <a:pt x="55372" y="378968"/>
                  </a:lnTo>
                  <a:lnTo>
                    <a:pt x="61544" y="349478"/>
                  </a:lnTo>
                  <a:lnTo>
                    <a:pt x="102565" y="309016"/>
                  </a:lnTo>
                  <a:lnTo>
                    <a:pt x="161505" y="309016"/>
                  </a:lnTo>
                  <a:lnTo>
                    <a:pt x="202234" y="349478"/>
                  </a:lnTo>
                  <a:lnTo>
                    <a:pt x="208280" y="378968"/>
                  </a:lnTo>
                  <a:lnTo>
                    <a:pt x="208280" y="275488"/>
                  </a:lnTo>
                  <a:lnTo>
                    <a:pt x="182791" y="258318"/>
                  </a:lnTo>
                  <a:lnTo>
                    <a:pt x="152908" y="252222"/>
                  </a:lnTo>
                  <a:lnTo>
                    <a:pt x="152908" y="187147"/>
                  </a:lnTo>
                  <a:lnTo>
                    <a:pt x="162166" y="185254"/>
                  </a:lnTo>
                  <a:lnTo>
                    <a:pt x="192862" y="164706"/>
                  </a:lnTo>
                  <a:lnTo>
                    <a:pt x="211315" y="137795"/>
                  </a:lnTo>
                  <a:lnTo>
                    <a:pt x="213766" y="134226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93" y="55118"/>
                  </a:lnTo>
                  <a:lnTo>
                    <a:pt x="193662" y="28219"/>
                  </a:lnTo>
                  <a:lnTo>
                    <a:pt x="166243" y="9702"/>
                  </a:lnTo>
                  <a:lnTo>
                    <a:pt x="166243" y="96901"/>
                  </a:lnTo>
                  <a:lnTo>
                    <a:pt x="163093" y="113042"/>
                  </a:lnTo>
                  <a:lnTo>
                    <a:pt x="154432" y="126022"/>
                  </a:lnTo>
                  <a:lnTo>
                    <a:pt x="141376" y="134658"/>
                  </a:lnTo>
                  <a:lnTo>
                    <a:pt x="125095" y="137795"/>
                  </a:lnTo>
                  <a:lnTo>
                    <a:pt x="108229" y="134658"/>
                  </a:lnTo>
                  <a:lnTo>
                    <a:pt x="94932" y="126022"/>
                  </a:lnTo>
                  <a:lnTo>
                    <a:pt x="86194" y="113042"/>
                  </a:lnTo>
                  <a:lnTo>
                    <a:pt x="83058" y="96901"/>
                  </a:lnTo>
                  <a:lnTo>
                    <a:pt x="86194" y="80149"/>
                  </a:lnTo>
                  <a:lnTo>
                    <a:pt x="94932" y="66916"/>
                  </a:lnTo>
                  <a:lnTo>
                    <a:pt x="108229" y="58242"/>
                  </a:lnTo>
                  <a:lnTo>
                    <a:pt x="125095" y="55118"/>
                  </a:lnTo>
                  <a:lnTo>
                    <a:pt x="140893" y="58242"/>
                  </a:lnTo>
                  <a:lnTo>
                    <a:pt x="154000" y="66916"/>
                  </a:lnTo>
                  <a:lnTo>
                    <a:pt x="162928" y="80149"/>
                  </a:lnTo>
                  <a:lnTo>
                    <a:pt x="166243" y="96901"/>
                  </a:lnTo>
                  <a:lnTo>
                    <a:pt x="166243" y="9702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95" y="7556"/>
                  </a:lnTo>
                  <a:lnTo>
                    <a:pt x="56045" y="28219"/>
                  </a:lnTo>
                  <a:lnTo>
                    <a:pt x="35267" y="58991"/>
                  </a:lnTo>
                  <a:lnTo>
                    <a:pt x="27686" y="96901"/>
                  </a:lnTo>
                  <a:lnTo>
                    <a:pt x="35267" y="134226"/>
                  </a:lnTo>
                  <a:lnTo>
                    <a:pt x="56045" y="164706"/>
                  </a:lnTo>
                  <a:lnTo>
                    <a:pt x="86995" y="185254"/>
                  </a:lnTo>
                  <a:lnTo>
                    <a:pt x="97536" y="187350"/>
                  </a:lnTo>
                  <a:lnTo>
                    <a:pt x="97536" y="254914"/>
                  </a:lnTo>
                  <a:lnTo>
                    <a:pt x="80848" y="258318"/>
                  </a:lnTo>
                  <a:lnTo>
                    <a:pt x="38900" y="286575"/>
                  </a:lnTo>
                  <a:lnTo>
                    <a:pt x="10464" y="328282"/>
                  </a:lnTo>
                  <a:lnTo>
                    <a:pt x="0" y="378968"/>
                  </a:lnTo>
                  <a:lnTo>
                    <a:pt x="10464" y="429666"/>
                  </a:lnTo>
                  <a:lnTo>
                    <a:pt x="38900" y="471373"/>
                  </a:lnTo>
                  <a:lnTo>
                    <a:pt x="80848" y="499630"/>
                  </a:lnTo>
                  <a:lnTo>
                    <a:pt x="97536" y="503047"/>
                  </a:lnTo>
                  <a:lnTo>
                    <a:pt x="97536" y="556399"/>
                  </a:lnTo>
                  <a:lnTo>
                    <a:pt x="86995" y="558482"/>
                  </a:lnTo>
                  <a:lnTo>
                    <a:pt x="56045" y="579145"/>
                  </a:lnTo>
                  <a:lnTo>
                    <a:pt x="35267" y="609917"/>
                  </a:lnTo>
                  <a:lnTo>
                    <a:pt x="27686" y="647827"/>
                  </a:lnTo>
                  <a:lnTo>
                    <a:pt x="35267" y="685088"/>
                  </a:lnTo>
                  <a:lnTo>
                    <a:pt x="56045" y="715518"/>
                  </a:lnTo>
                  <a:lnTo>
                    <a:pt x="86995" y="736053"/>
                  </a:lnTo>
                  <a:lnTo>
                    <a:pt x="125095" y="743585"/>
                  </a:lnTo>
                  <a:lnTo>
                    <a:pt x="162166" y="736053"/>
                  </a:lnTo>
                  <a:lnTo>
                    <a:pt x="192862" y="715518"/>
                  </a:lnTo>
                  <a:lnTo>
                    <a:pt x="211340" y="688594"/>
                  </a:lnTo>
                  <a:lnTo>
                    <a:pt x="213766" y="685088"/>
                  </a:lnTo>
                  <a:lnTo>
                    <a:pt x="221488" y="647827"/>
                  </a:lnTo>
                  <a:lnTo>
                    <a:pt x="214058" y="609917"/>
                  </a:lnTo>
                  <a:lnTo>
                    <a:pt x="211416" y="605917"/>
                  </a:lnTo>
                  <a:lnTo>
                    <a:pt x="193662" y="579145"/>
                  </a:lnTo>
                  <a:lnTo>
                    <a:pt x="166243" y="560628"/>
                  </a:lnTo>
                  <a:lnTo>
                    <a:pt x="166243" y="647827"/>
                  </a:lnTo>
                  <a:lnTo>
                    <a:pt x="163093" y="663956"/>
                  </a:lnTo>
                  <a:lnTo>
                    <a:pt x="154432" y="676884"/>
                  </a:lnTo>
                  <a:lnTo>
                    <a:pt x="141376" y="685482"/>
                  </a:lnTo>
                  <a:lnTo>
                    <a:pt x="125095" y="688594"/>
                  </a:lnTo>
                  <a:lnTo>
                    <a:pt x="108229" y="685482"/>
                  </a:lnTo>
                  <a:lnTo>
                    <a:pt x="94932" y="676884"/>
                  </a:lnTo>
                  <a:lnTo>
                    <a:pt x="86194" y="663956"/>
                  </a:lnTo>
                  <a:lnTo>
                    <a:pt x="83058" y="647827"/>
                  </a:lnTo>
                  <a:lnTo>
                    <a:pt x="86194" y="631050"/>
                  </a:lnTo>
                  <a:lnTo>
                    <a:pt x="94932" y="617778"/>
                  </a:lnTo>
                  <a:lnTo>
                    <a:pt x="108229" y="609066"/>
                  </a:lnTo>
                  <a:lnTo>
                    <a:pt x="125095" y="605917"/>
                  </a:lnTo>
                  <a:lnTo>
                    <a:pt x="140893" y="609066"/>
                  </a:lnTo>
                  <a:lnTo>
                    <a:pt x="154000" y="617778"/>
                  </a:lnTo>
                  <a:lnTo>
                    <a:pt x="162928" y="631050"/>
                  </a:lnTo>
                  <a:lnTo>
                    <a:pt x="166243" y="647827"/>
                  </a:lnTo>
                  <a:lnTo>
                    <a:pt x="166243" y="560628"/>
                  </a:lnTo>
                  <a:lnTo>
                    <a:pt x="163080" y="558482"/>
                  </a:lnTo>
                  <a:lnTo>
                    <a:pt x="152908" y="556463"/>
                  </a:lnTo>
                  <a:lnTo>
                    <a:pt x="152908" y="505739"/>
                  </a:lnTo>
                  <a:lnTo>
                    <a:pt x="182791" y="499630"/>
                  </a:lnTo>
                  <a:lnTo>
                    <a:pt x="224739" y="471373"/>
                  </a:lnTo>
                  <a:lnTo>
                    <a:pt x="229527" y="464337"/>
                  </a:lnTo>
                  <a:lnTo>
                    <a:pt x="285076" y="497230"/>
                  </a:lnTo>
                  <a:lnTo>
                    <a:pt x="282003" y="506298"/>
                  </a:lnTo>
                  <a:lnTo>
                    <a:pt x="284734" y="544195"/>
                  </a:lnTo>
                  <a:lnTo>
                    <a:pt x="298500" y="573392"/>
                  </a:lnTo>
                  <a:lnTo>
                    <a:pt x="320154" y="595655"/>
                  </a:lnTo>
                  <a:lnTo>
                    <a:pt x="347624" y="609828"/>
                  </a:lnTo>
                  <a:lnTo>
                    <a:pt x="378841" y="614807"/>
                  </a:lnTo>
                  <a:lnTo>
                    <a:pt x="386588" y="614807"/>
                  </a:lnTo>
                  <a:lnTo>
                    <a:pt x="395478" y="612521"/>
                  </a:lnTo>
                  <a:lnTo>
                    <a:pt x="403225" y="611505"/>
                  </a:lnTo>
                  <a:lnTo>
                    <a:pt x="450799" y="581761"/>
                  </a:lnTo>
                  <a:lnTo>
                    <a:pt x="465505" y="558800"/>
                  </a:lnTo>
                  <a:lnTo>
                    <a:pt x="470052" y="549033"/>
                  </a:lnTo>
                  <a:lnTo>
                    <a:pt x="474179" y="531126"/>
                  </a:lnTo>
                  <a:lnTo>
                    <a:pt x="474294" y="528828"/>
                  </a:lnTo>
                  <a:lnTo>
                    <a:pt x="474370" y="523214"/>
                  </a:lnTo>
                  <a:lnTo>
                    <a:pt x="474497" y="515061"/>
                  </a:lnTo>
                  <a:lnTo>
                    <a:pt x="474535" y="51212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506324" y="4368545"/>
              <a:ext cx="1783714" cy="685800"/>
            </a:xfrm>
            <a:custGeom>
              <a:avLst/>
              <a:gdLst/>
              <a:ahLst/>
              <a:cxnLst/>
              <a:rect l="l" t="t" r="r" b="b"/>
              <a:pathLst>
                <a:path w="1783715" h="685800">
                  <a:moveTo>
                    <a:pt x="1749044" y="0"/>
                  </a:moveTo>
                  <a:lnTo>
                    <a:pt x="34163" y="0"/>
                  </a:lnTo>
                  <a:lnTo>
                    <a:pt x="20841" y="2674"/>
                  </a:lnTo>
                  <a:lnTo>
                    <a:pt x="9985" y="9969"/>
                  </a:lnTo>
                  <a:lnTo>
                    <a:pt x="2676" y="20788"/>
                  </a:lnTo>
                  <a:lnTo>
                    <a:pt x="0" y="34036"/>
                  </a:lnTo>
                  <a:lnTo>
                    <a:pt x="0" y="651637"/>
                  </a:lnTo>
                  <a:lnTo>
                    <a:pt x="2676" y="664904"/>
                  </a:lnTo>
                  <a:lnTo>
                    <a:pt x="9985" y="675766"/>
                  </a:lnTo>
                  <a:lnTo>
                    <a:pt x="20841" y="683105"/>
                  </a:lnTo>
                  <a:lnTo>
                    <a:pt x="34163" y="685800"/>
                  </a:lnTo>
                  <a:lnTo>
                    <a:pt x="1749044" y="685800"/>
                  </a:lnTo>
                  <a:lnTo>
                    <a:pt x="1762311" y="683105"/>
                  </a:lnTo>
                  <a:lnTo>
                    <a:pt x="1773174" y="675767"/>
                  </a:lnTo>
                  <a:lnTo>
                    <a:pt x="1780512" y="664904"/>
                  </a:lnTo>
                  <a:lnTo>
                    <a:pt x="1783207" y="651637"/>
                  </a:lnTo>
                  <a:lnTo>
                    <a:pt x="1783207" y="34036"/>
                  </a:lnTo>
                  <a:lnTo>
                    <a:pt x="1780512" y="20788"/>
                  </a:lnTo>
                  <a:lnTo>
                    <a:pt x="1773174" y="9969"/>
                  </a:lnTo>
                  <a:lnTo>
                    <a:pt x="1762311" y="2674"/>
                  </a:lnTo>
                  <a:lnTo>
                    <a:pt x="174904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506324" y="4368545"/>
              <a:ext cx="1783714" cy="685800"/>
            </a:xfrm>
            <a:custGeom>
              <a:avLst/>
              <a:gdLst/>
              <a:ahLst/>
              <a:cxnLst/>
              <a:rect l="l" t="t" r="r" b="b"/>
              <a:pathLst>
                <a:path w="1783715" h="685800">
                  <a:moveTo>
                    <a:pt x="0" y="34036"/>
                  </a:moveTo>
                  <a:lnTo>
                    <a:pt x="2676" y="20788"/>
                  </a:lnTo>
                  <a:lnTo>
                    <a:pt x="9985" y="9969"/>
                  </a:lnTo>
                  <a:lnTo>
                    <a:pt x="20841" y="2674"/>
                  </a:lnTo>
                  <a:lnTo>
                    <a:pt x="34163" y="0"/>
                  </a:lnTo>
                  <a:lnTo>
                    <a:pt x="1749044" y="0"/>
                  </a:lnTo>
                  <a:lnTo>
                    <a:pt x="1762311" y="2674"/>
                  </a:lnTo>
                  <a:lnTo>
                    <a:pt x="1773174" y="9969"/>
                  </a:lnTo>
                  <a:lnTo>
                    <a:pt x="1780512" y="20788"/>
                  </a:lnTo>
                  <a:lnTo>
                    <a:pt x="1783207" y="34036"/>
                  </a:lnTo>
                  <a:lnTo>
                    <a:pt x="1783207" y="651637"/>
                  </a:lnTo>
                  <a:lnTo>
                    <a:pt x="1780512" y="664904"/>
                  </a:lnTo>
                  <a:lnTo>
                    <a:pt x="1773174" y="675767"/>
                  </a:lnTo>
                  <a:lnTo>
                    <a:pt x="1762311" y="683105"/>
                  </a:lnTo>
                  <a:lnTo>
                    <a:pt x="1749044" y="685800"/>
                  </a:lnTo>
                  <a:lnTo>
                    <a:pt x="34163" y="685800"/>
                  </a:lnTo>
                  <a:lnTo>
                    <a:pt x="20841" y="683105"/>
                  </a:lnTo>
                  <a:lnTo>
                    <a:pt x="9985" y="675766"/>
                  </a:lnTo>
                  <a:lnTo>
                    <a:pt x="2676" y="664904"/>
                  </a:lnTo>
                  <a:lnTo>
                    <a:pt x="0" y="651637"/>
                  </a:lnTo>
                  <a:lnTo>
                    <a:pt x="0" y="34036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2670917" y="4387088"/>
            <a:ext cx="145796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185" dirty="0">
                <a:solidFill>
                  <a:srgbClr val="040430"/>
                </a:solidFill>
                <a:latin typeface="Calibri"/>
                <a:cs typeface="Calibri"/>
              </a:rPr>
              <a:t>Controller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496800" y="6642734"/>
            <a:ext cx="1802764" cy="601980"/>
            <a:chOff x="12496800" y="6642734"/>
            <a:chExt cx="1802764" cy="601980"/>
          </a:xfrm>
        </p:grpSpPr>
        <p:sp>
          <p:nvSpPr>
            <p:cNvPr id="13" name="object 13"/>
            <p:cNvSpPr/>
            <p:nvPr/>
          </p:nvSpPr>
          <p:spPr>
            <a:xfrm>
              <a:off x="12506325" y="6652259"/>
              <a:ext cx="1783714" cy="582930"/>
            </a:xfrm>
            <a:custGeom>
              <a:avLst/>
              <a:gdLst/>
              <a:ahLst/>
              <a:cxnLst/>
              <a:rect l="l" t="t" r="r" b="b"/>
              <a:pathLst>
                <a:path w="1783715" h="582929">
                  <a:moveTo>
                    <a:pt x="1754123" y="0"/>
                  </a:moveTo>
                  <a:lnTo>
                    <a:pt x="29082" y="0"/>
                  </a:lnTo>
                  <a:lnTo>
                    <a:pt x="17734" y="2274"/>
                  </a:lnTo>
                  <a:lnTo>
                    <a:pt x="8493" y="8477"/>
                  </a:lnTo>
                  <a:lnTo>
                    <a:pt x="2276" y="17680"/>
                  </a:lnTo>
                  <a:lnTo>
                    <a:pt x="0" y="28956"/>
                  </a:lnTo>
                  <a:lnTo>
                    <a:pt x="0" y="553974"/>
                  </a:lnTo>
                  <a:lnTo>
                    <a:pt x="2276" y="565249"/>
                  </a:lnTo>
                  <a:lnTo>
                    <a:pt x="8493" y="574452"/>
                  </a:lnTo>
                  <a:lnTo>
                    <a:pt x="17734" y="580655"/>
                  </a:lnTo>
                  <a:lnTo>
                    <a:pt x="29082" y="582930"/>
                  </a:lnTo>
                  <a:lnTo>
                    <a:pt x="1754123" y="582930"/>
                  </a:lnTo>
                  <a:lnTo>
                    <a:pt x="1765419" y="580655"/>
                  </a:lnTo>
                  <a:lnTo>
                    <a:pt x="1774666" y="574452"/>
                  </a:lnTo>
                  <a:lnTo>
                    <a:pt x="1780913" y="565249"/>
                  </a:lnTo>
                  <a:lnTo>
                    <a:pt x="1783207" y="553974"/>
                  </a:lnTo>
                  <a:lnTo>
                    <a:pt x="1783207" y="28956"/>
                  </a:lnTo>
                  <a:lnTo>
                    <a:pt x="1780913" y="17680"/>
                  </a:lnTo>
                  <a:lnTo>
                    <a:pt x="1774666" y="8477"/>
                  </a:lnTo>
                  <a:lnTo>
                    <a:pt x="1765419" y="2274"/>
                  </a:lnTo>
                  <a:lnTo>
                    <a:pt x="1754123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506325" y="6652259"/>
              <a:ext cx="1783714" cy="582930"/>
            </a:xfrm>
            <a:custGeom>
              <a:avLst/>
              <a:gdLst/>
              <a:ahLst/>
              <a:cxnLst/>
              <a:rect l="l" t="t" r="r" b="b"/>
              <a:pathLst>
                <a:path w="1783715" h="582929">
                  <a:moveTo>
                    <a:pt x="0" y="28956"/>
                  </a:moveTo>
                  <a:lnTo>
                    <a:pt x="2276" y="17680"/>
                  </a:lnTo>
                  <a:lnTo>
                    <a:pt x="8493" y="8477"/>
                  </a:lnTo>
                  <a:lnTo>
                    <a:pt x="17734" y="2274"/>
                  </a:lnTo>
                  <a:lnTo>
                    <a:pt x="29082" y="0"/>
                  </a:lnTo>
                  <a:lnTo>
                    <a:pt x="1754123" y="0"/>
                  </a:lnTo>
                  <a:lnTo>
                    <a:pt x="1765419" y="2274"/>
                  </a:lnTo>
                  <a:lnTo>
                    <a:pt x="1774666" y="8477"/>
                  </a:lnTo>
                  <a:lnTo>
                    <a:pt x="1780913" y="17680"/>
                  </a:lnTo>
                  <a:lnTo>
                    <a:pt x="1783207" y="28956"/>
                  </a:lnTo>
                  <a:lnTo>
                    <a:pt x="1783207" y="553974"/>
                  </a:lnTo>
                  <a:lnTo>
                    <a:pt x="1780913" y="565249"/>
                  </a:lnTo>
                  <a:lnTo>
                    <a:pt x="1774666" y="574452"/>
                  </a:lnTo>
                  <a:lnTo>
                    <a:pt x="1765419" y="580655"/>
                  </a:lnTo>
                  <a:lnTo>
                    <a:pt x="1754123" y="582930"/>
                  </a:lnTo>
                  <a:lnTo>
                    <a:pt x="29082" y="582930"/>
                  </a:lnTo>
                  <a:lnTo>
                    <a:pt x="17734" y="580655"/>
                  </a:lnTo>
                  <a:lnTo>
                    <a:pt x="8493" y="574452"/>
                  </a:lnTo>
                  <a:lnTo>
                    <a:pt x="2276" y="565249"/>
                  </a:lnTo>
                  <a:lnTo>
                    <a:pt x="0" y="553974"/>
                  </a:lnTo>
                  <a:lnTo>
                    <a:pt x="0" y="28956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2901041" y="6703821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414525" y="3964813"/>
            <a:ext cx="15464155" cy="3749675"/>
            <a:chOff x="1414525" y="3964813"/>
            <a:chExt cx="15464155" cy="3749675"/>
          </a:xfrm>
        </p:grpSpPr>
        <p:sp>
          <p:nvSpPr>
            <p:cNvPr id="17" name="object 17"/>
            <p:cNvSpPr/>
            <p:nvPr/>
          </p:nvSpPr>
          <p:spPr>
            <a:xfrm>
              <a:off x="12084811" y="3983863"/>
              <a:ext cx="314960" cy="3605529"/>
            </a:xfrm>
            <a:custGeom>
              <a:avLst/>
              <a:gdLst/>
              <a:ahLst/>
              <a:cxnLst/>
              <a:rect l="l" t="t" r="r" b="b"/>
              <a:pathLst>
                <a:path w="314959" h="3605529">
                  <a:moveTo>
                    <a:pt x="314960" y="730758"/>
                  </a:moveTo>
                  <a:lnTo>
                    <a:pt x="5969" y="730758"/>
                  </a:lnTo>
                  <a:lnTo>
                    <a:pt x="5969" y="0"/>
                  </a:lnTo>
                </a:path>
                <a:path w="314959" h="3605529">
                  <a:moveTo>
                    <a:pt x="314960" y="2993898"/>
                  </a:moveTo>
                  <a:lnTo>
                    <a:pt x="0" y="2993898"/>
                  </a:lnTo>
                  <a:lnTo>
                    <a:pt x="0" y="3605276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9771" y="4594606"/>
              <a:ext cx="205612" cy="240157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2399771" y="4594606"/>
              <a:ext cx="205740" cy="240665"/>
            </a:xfrm>
            <a:custGeom>
              <a:avLst/>
              <a:gdLst/>
              <a:ahLst/>
              <a:cxnLst/>
              <a:rect l="l" t="t" r="r" b="b"/>
              <a:pathLst>
                <a:path w="205740" h="240664">
                  <a:moveTo>
                    <a:pt x="0" y="0"/>
                  </a:moveTo>
                  <a:lnTo>
                    <a:pt x="102870" y="0"/>
                  </a:lnTo>
                  <a:lnTo>
                    <a:pt x="142873" y="9429"/>
                  </a:lnTo>
                  <a:lnTo>
                    <a:pt x="175529" y="35147"/>
                  </a:lnTo>
                  <a:lnTo>
                    <a:pt x="197542" y="73294"/>
                  </a:lnTo>
                  <a:lnTo>
                    <a:pt x="205612" y="120015"/>
                  </a:lnTo>
                  <a:lnTo>
                    <a:pt x="197542" y="166754"/>
                  </a:lnTo>
                  <a:lnTo>
                    <a:pt x="175529" y="204946"/>
                  </a:lnTo>
                  <a:lnTo>
                    <a:pt x="142873" y="230707"/>
                  </a:lnTo>
                  <a:lnTo>
                    <a:pt x="102870" y="240157"/>
                  </a:lnTo>
                  <a:lnTo>
                    <a:pt x="0" y="24015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399771" y="6857745"/>
              <a:ext cx="205612" cy="240156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399771" y="6857745"/>
              <a:ext cx="205740" cy="240665"/>
            </a:xfrm>
            <a:custGeom>
              <a:avLst/>
              <a:gdLst/>
              <a:ahLst/>
              <a:cxnLst/>
              <a:rect l="l" t="t" r="r" b="b"/>
              <a:pathLst>
                <a:path w="205740" h="240665">
                  <a:moveTo>
                    <a:pt x="0" y="0"/>
                  </a:moveTo>
                  <a:lnTo>
                    <a:pt x="102870" y="0"/>
                  </a:lnTo>
                  <a:lnTo>
                    <a:pt x="142873" y="9429"/>
                  </a:lnTo>
                  <a:lnTo>
                    <a:pt x="175529" y="35147"/>
                  </a:lnTo>
                  <a:lnTo>
                    <a:pt x="197542" y="73294"/>
                  </a:lnTo>
                  <a:lnTo>
                    <a:pt x="205612" y="120014"/>
                  </a:lnTo>
                  <a:lnTo>
                    <a:pt x="197542" y="166754"/>
                  </a:lnTo>
                  <a:lnTo>
                    <a:pt x="175529" y="204946"/>
                  </a:lnTo>
                  <a:lnTo>
                    <a:pt x="142873" y="230707"/>
                  </a:lnTo>
                  <a:lnTo>
                    <a:pt x="102870" y="240156"/>
                  </a:lnTo>
                  <a:lnTo>
                    <a:pt x="0" y="240156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39315" y="7592059"/>
              <a:ext cx="13510260" cy="635"/>
            </a:xfrm>
            <a:custGeom>
              <a:avLst/>
              <a:gdLst/>
              <a:ahLst/>
              <a:cxnLst/>
              <a:rect l="l" t="t" r="r" b="b"/>
              <a:pathLst>
                <a:path w="13510260" h="634">
                  <a:moveTo>
                    <a:pt x="0" y="0"/>
                  </a:moveTo>
                  <a:lnTo>
                    <a:pt x="13510260" y="127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130653" y="7470266"/>
              <a:ext cx="243712" cy="24371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14525" y="7470266"/>
              <a:ext cx="243840" cy="24371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4986888" y="4292854"/>
              <a:ext cx="1872614" cy="3007995"/>
            </a:xfrm>
            <a:custGeom>
              <a:avLst/>
              <a:gdLst/>
              <a:ahLst/>
              <a:cxnLst/>
              <a:rect l="l" t="t" r="r" b="b"/>
              <a:pathLst>
                <a:path w="1872615" h="3007995">
                  <a:moveTo>
                    <a:pt x="0" y="93218"/>
                  </a:moveTo>
                  <a:lnTo>
                    <a:pt x="7312" y="56953"/>
                  </a:lnTo>
                  <a:lnTo>
                    <a:pt x="27257" y="27320"/>
                  </a:lnTo>
                  <a:lnTo>
                    <a:pt x="56846" y="7332"/>
                  </a:lnTo>
                  <a:lnTo>
                    <a:pt x="93091" y="0"/>
                  </a:lnTo>
                  <a:lnTo>
                    <a:pt x="1779143" y="0"/>
                  </a:lnTo>
                  <a:lnTo>
                    <a:pt x="1815387" y="7332"/>
                  </a:lnTo>
                  <a:lnTo>
                    <a:pt x="1844976" y="27320"/>
                  </a:lnTo>
                  <a:lnTo>
                    <a:pt x="1864921" y="56953"/>
                  </a:lnTo>
                  <a:lnTo>
                    <a:pt x="1872234" y="93218"/>
                  </a:lnTo>
                  <a:lnTo>
                    <a:pt x="1872234" y="2914904"/>
                  </a:lnTo>
                  <a:lnTo>
                    <a:pt x="1864921" y="2951148"/>
                  </a:lnTo>
                  <a:lnTo>
                    <a:pt x="1844976" y="2980737"/>
                  </a:lnTo>
                  <a:lnTo>
                    <a:pt x="1815387" y="3000682"/>
                  </a:lnTo>
                  <a:lnTo>
                    <a:pt x="1779143" y="3007995"/>
                  </a:lnTo>
                  <a:lnTo>
                    <a:pt x="93091" y="3007995"/>
                  </a:lnTo>
                  <a:lnTo>
                    <a:pt x="56846" y="3000682"/>
                  </a:lnTo>
                  <a:lnTo>
                    <a:pt x="27257" y="2980737"/>
                  </a:lnTo>
                  <a:lnTo>
                    <a:pt x="7312" y="2951148"/>
                  </a:lnTo>
                  <a:lnTo>
                    <a:pt x="0" y="2914904"/>
                  </a:lnTo>
                  <a:lnTo>
                    <a:pt x="0" y="93218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48686" y="5940298"/>
              <a:ext cx="207263" cy="44056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5855951" y="578815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80" h="743584">
                  <a:moveTo>
                    <a:pt x="474535" y="512127"/>
                  </a:moveTo>
                  <a:lnTo>
                    <a:pt x="470789" y="493649"/>
                  </a:lnTo>
                  <a:lnTo>
                    <a:pt x="463181" y="476885"/>
                  </a:lnTo>
                  <a:lnTo>
                    <a:pt x="457390" y="464108"/>
                  </a:lnTo>
                  <a:lnTo>
                    <a:pt x="435610" y="441566"/>
                  </a:lnTo>
                  <a:lnTo>
                    <a:pt x="419696" y="433311"/>
                  </a:lnTo>
                  <a:lnTo>
                    <a:pt x="419696" y="515061"/>
                  </a:lnTo>
                  <a:lnTo>
                    <a:pt x="419354" y="523214"/>
                  </a:lnTo>
                  <a:lnTo>
                    <a:pt x="397573" y="555028"/>
                  </a:lnTo>
                  <a:lnTo>
                    <a:pt x="382651" y="558800"/>
                  </a:lnTo>
                  <a:lnTo>
                    <a:pt x="378968" y="558800"/>
                  </a:lnTo>
                  <a:lnTo>
                    <a:pt x="343598" y="541286"/>
                  </a:lnTo>
                  <a:lnTo>
                    <a:pt x="337146" y="512127"/>
                  </a:lnTo>
                  <a:lnTo>
                    <a:pt x="342417" y="497255"/>
                  </a:lnTo>
                  <a:lnTo>
                    <a:pt x="352958" y="485279"/>
                  </a:lnTo>
                  <a:lnTo>
                    <a:pt x="367792" y="478155"/>
                  </a:lnTo>
                  <a:lnTo>
                    <a:pt x="371348" y="477266"/>
                  </a:lnTo>
                  <a:lnTo>
                    <a:pt x="374904" y="476885"/>
                  </a:lnTo>
                  <a:lnTo>
                    <a:pt x="378460" y="476885"/>
                  </a:lnTo>
                  <a:lnTo>
                    <a:pt x="412635" y="494309"/>
                  </a:lnTo>
                  <a:lnTo>
                    <a:pt x="419696" y="515061"/>
                  </a:lnTo>
                  <a:lnTo>
                    <a:pt x="419696" y="433311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47"/>
                  </a:lnTo>
                  <a:lnTo>
                    <a:pt x="312356" y="449503"/>
                  </a:lnTo>
                  <a:lnTo>
                    <a:pt x="255854" y="416140"/>
                  </a:lnTo>
                  <a:lnTo>
                    <a:pt x="263525" y="378968"/>
                  </a:lnTo>
                  <a:lnTo>
                    <a:pt x="255409" y="339623"/>
                  </a:lnTo>
                  <a:lnTo>
                    <a:pt x="311480" y="299351"/>
                  </a:lnTo>
                  <a:lnTo>
                    <a:pt x="352171" y="322834"/>
                  </a:lnTo>
                  <a:lnTo>
                    <a:pt x="368935" y="324993"/>
                  </a:lnTo>
                  <a:lnTo>
                    <a:pt x="376555" y="324993"/>
                  </a:lnTo>
                  <a:lnTo>
                    <a:pt x="425323" y="312928"/>
                  </a:lnTo>
                  <a:lnTo>
                    <a:pt x="464159" y="272503"/>
                  </a:lnTo>
                  <a:lnTo>
                    <a:pt x="465124" y="269875"/>
                  </a:lnTo>
                  <a:lnTo>
                    <a:pt x="470789" y="254508"/>
                  </a:lnTo>
                  <a:lnTo>
                    <a:pt x="474370" y="236016"/>
                  </a:lnTo>
                  <a:lnTo>
                    <a:pt x="473837" y="218186"/>
                  </a:lnTo>
                  <a:lnTo>
                    <a:pt x="473811" y="217322"/>
                  </a:lnTo>
                  <a:lnTo>
                    <a:pt x="450532" y="165874"/>
                  </a:lnTo>
                  <a:lnTo>
                    <a:pt x="418147" y="142252"/>
                  </a:lnTo>
                  <a:lnTo>
                    <a:pt x="418147" y="231914"/>
                  </a:lnTo>
                  <a:lnTo>
                    <a:pt x="416560" y="240157"/>
                  </a:lnTo>
                  <a:lnTo>
                    <a:pt x="390779" y="268224"/>
                  </a:lnTo>
                  <a:lnTo>
                    <a:pt x="383540" y="269875"/>
                  </a:lnTo>
                  <a:lnTo>
                    <a:pt x="372491" y="269875"/>
                  </a:lnTo>
                  <a:lnTo>
                    <a:pt x="337743" y="241960"/>
                  </a:lnTo>
                  <a:lnTo>
                    <a:pt x="335610" y="226364"/>
                  </a:lnTo>
                  <a:lnTo>
                    <a:pt x="336677" y="218186"/>
                  </a:lnTo>
                  <a:lnTo>
                    <a:pt x="363347" y="188468"/>
                  </a:lnTo>
                  <a:lnTo>
                    <a:pt x="369951" y="187325"/>
                  </a:lnTo>
                  <a:lnTo>
                    <a:pt x="384302" y="187325"/>
                  </a:lnTo>
                  <a:lnTo>
                    <a:pt x="416458" y="215887"/>
                  </a:lnTo>
                  <a:lnTo>
                    <a:pt x="418147" y="231914"/>
                  </a:lnTo>
                  <a:lnTo>
                    <a:pt x="418147" y="142252"/>
                  </a:lnTo>
                  <a:lnTo>
                    <a:pt x="403263" y="136677"/>
                  </a:lnTo>
                  <a:lnTo>
                    <a:pt x="394970" y="134366"/>
                  </a:lnTo>
                  <a:lnTo>
                    <a:pt x="386715" y="133350"/>
                  </a:lnTo>
                  <a:lnTo>
                    <a:pt x="378333" y="133350"/>
                  </a:lnTo>
                  <a:lnTo>
                    <a:pt x="330073" y="146558"/>
                  </a:lnTo>
                  <a:lnTo>
                    <a:pt x="291325" y="186359"/>
                  </a:lnTo>
                  <a:lnTo>
                    <a:pt x="281063" y="222758"/>
                  </a:lnTo>
                  <a:lnTo>
                    <a:pt x="281317" y="231914"/>
                  </a:lnTo>
                  <a:lnTo>
                    <a:pt x="281432" y="236016"/>
                  </a:lnTo>
                  <a:lnTo>
                    <a:pt x="281546" y="240157"/>
                  </a:lnTo>
                  <a:lnTo>
                    <a:pt x="281584" y="241401"/>
                  </a:lnTo>
                  <a:lnTo>
                    <a:pt x="283908" y="251218"/>
                  </a:lnTo>
                  <a:lnTo>
                    <a:pt x="228015" y="291503"/>
                  </a:lnTo>
                  <a:lnTo>
                    <a:pt x="224675" y="286575"/>
                  </a:lnTo>
                  <a:lnTo>
                    <a:pt x="208153" y="275437"/>
                  </a:lnTo>
                  <a:lnTo>
                    <a:pt x="208153" y="378968"/>
                  </a:lnTo>
                  <a:lnTo>
                    <a:pt x="202133" y="408063"/>
                  </a:lnTo>
                  <a:lnTo>
                    <a:pt x="185750" y="432295"/>
                  </a:lnTo>
                  <a:lnTo>
                    <a:pt x="161480" y="448894"/>
                  </a:lnTo>
                  <a:lnTo>
                    <a:pt x="131826" y="455041"/>
                  </a:lnTo>
                  <a:lnTo>
                    <a:pt x="102565" y="448894"/>
                  </a:lnTo>
                  <a:lnTo>
                    <a:pt x="78206" y="432295"/>
                  </a:lnTo>
                  <a:lnTo>
                    <a:pt x="61544" y="408063"/>
                  </a:lnTo>
                  <a:lnTo>
                    <a:pt x="55372" y="378968"/>
                  </a:lnTo>
                  <a:lnTo>
                    <a:pt x="61544" y="349478"/>
                  </a:lnTo>
                  <a:lnTo>
                    <a:pt x="78206" y="325335"/>
                  </a:lnTo>
                  <a:lnTo>
                    <a:pt x="102565" y="309016"/>
                  </a:lnTo>
                  <a:lnTo>
                    <a:pt x="131826" y="303022"/>
                  </a:lnTo>
                  <a:lnTo>
                    <a:pt x="161480" y="309016"/>
                  </a:lnTo>
                  <a:lnTo>
                    <a:pt x="185750" y="325335"/>
                  </a:lnTo>
                  <a:lnTo>
                    <a:pt x="202133" y="349478"/>
                  </a:lnTo>
                  <a:lnTo>
                    <a:pt x="208153" y="378968"/>
                  </a:lnTo>
                  <a:lnTo>
                    <a:pt x="208153" y="275437"/>
                  </a:lnTo>
                  <a:lnTo>
                    <a:pt x="182778" y="258318"/>
                  </a:lnTo>
                  <a:lnTo>
                    <a:pt x="152781" y="252196"/>
                  </a:lnTo>
                  <a:lnTo>
                    <a:pt x="152781" y="187159"/>
                  </a:lnTo>
                  <a:lnTo>
                    <a:pt x="162115" y="185254"/>
                  </a:lnTo>
                  <a:lnTo>
                    <a:pt x="192811" y="164706"/>
                  </a:lnTo>
                  <a:lnTo>
                    <a:pt x="211289" y="137795"/>
                  </a:lnTo>
                  <a:lnTo>
                    <a:pt x="213741" y="134226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93" y="55118"/>
                  </a:lnTo>
                  <a:lnTo>
                    <a:pt x="193675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42"/>
                  </a:lnTo>
                  <a:lnTo>
                    <a:pt x="154317" y="126022"/>
                  </a:lnTo>
                  <a:lnTo>
                    <a:pt x="141300" y="134658"/>
                  </a:lnTo>
                  <a:lnTo>
                    <a:pt x="125095" y="137795"/>
                  </a:lnTo>
                  <a:lnTo>
                    <a:pt x="108229" y="134658"/>
                  </a:lnTo>
                  <a:lnTo>
                    <a:pt x="94932" y="126022"/>
                  </a:lnTo>
                  <a:lnTo>
                    <a:pt x="86194" y="113042"/>
                  </a:lnTo>
                  <a:lnTo>
                    <a:pt x="83058" y="96901"/>
                  </a:lnTo>
                  <a:lnTo>
                    <a:pt x="86194" y="80149"/>
                  </a:lnTo>
                  <a:lnTo>
                    <a:pt x="94932" y="66916"/>
                  </a:lnTo>
                  <a:lnTo>
                    <a:pt x="108229" y="58242"/>
                  </a:lnTo>
                  <a:lnTo>
                    <a:pt x="125095" y="55118"/>
                  </a:lnTo>
                  <a:lnTo>
                    <a:pt x="140817" y="58242"/>
                  </a:lnTo>
                  <a:lnTo>
                    <a:pt x="153885" y="66916"/>
                  </a:lnTo>
                  <a:lnTo>
                    <a:pt x="162814" y="80149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59" y="96901"/>
                  </a:lnTo>
                  <a:lnTo>
                    <a:pt x="35166" y="134226"/>
                  </a:lnTo>
                  <a:lnTo>
                    <a:pt x="55981" y="164706"/>
                  </a:lnTo>
                  <a:lnTo>
                    <a:pt x="86969" y="185254"/>
                  </a:lnTo>
                  <a:lnTo>
                    <a:pt x="97536" y="187350"/>
                  </a:lnTo>
                  <a:lnTo>
                    <a:pt x="97536" y="254914"/>
                  </a:lnTo>
                  <a:lnTo>
                    <a:pt x="80848" y="258318"/>
                  </a:lnTo>
                  <a:lnTo>
                    <a:pt x="38900" y="286575"/>
                  </a:lnTo>
                  <a:lnTo>
                    <a:pt x="10464" y="328282"/>
                  </a:lnTo>
                  <a:lnTo>
                    <a:pt x="0" y="378968"/>
                  </a:lnTo>
                  <a:lnTo>
                    <a:pt x="10464" y="429666"/>
                  </a:lnTo>
                  <a:lnTo>
                    <a:pt x="38900" y="471373"/>
                  </a:lnTo>
                  <a:lnTo>
                    <a:pt x="80848" y="499630"/>
                  </a:lnTo>
                  <a:lnTo>
                    <a:pt x="97536" y="503047"/>
                  </a:lnTo>
                  <a:lnTo>
                    <a:pt x="97536" y="556399"/>
                  </a:lnTo>
                  <a:lnTo>
                    <a:pt x="86969" y="558482"/>
                  </a:lnTo>
                  <a:lnTo>
                    <a:pt x="55981" y="579145"/>
                  </a:lnTo>
                  <a:lnTo>
                    <a:pt x="35166" y="609917"/>
                  </a:lnTo>
                  <a:lnTo>
                    <a:pt x="27559" y="647827"/>
                  </a:lnTo>
                  <a:lnTo>
                    <a:pt x="35166" y="685088"/>
                  </a:lnTo>
                  <a:lnTo>
                    <a:pt x="55981" y="715518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18"/>
                  </a:lnTo>
                  <a:lnTo>
                    <a:pt x="211328" y="688594"/>
                  </a:lnTo>
                  <a:lnTo>
                    <a:pt x="213741" y="685088"/>
                  </a:lnTo>
                  <a:lnTo>
                    <a:pt x="221488" y="647827"/>
                  </a:lnTo>
                  <a:lnTo>
                    <a:pt x="214058" y="609917"/>
                  </a:lnTo>
                  <a:lnTo>
                    <a:pt x="211416" y="605917"/>
                  </a:lnTo>
                  <a:lnTo>
                    <a:pt x="193675" y="579145"/>
                  </a:lnTo>
                  <a:lnTo>
                    <a:pt x="166116" y="560539"/>
                  </a:lnTo>
                  <a:lnTo>
                    <a:pt x="166116" y="647827"/>
                  </a:lnTo>
                  <a:lnTo>
                    <a:pt x="162966" y="663956"/>
                  </a:lnTo>
                  <a:lnTo>
                    <a:pt x="154317" y="676884"/>
                  </a:lnTo>
                  <a:lnTo>
                    <a:pt x="141300" y="685482"/>
                  </a:lnTo>
                  <a:lnTo>
                    <a:pt x="125095" y="688594"/>
                  </a:lnTo>
                  <a:lnTo>
                    <a:pt x="108229" y="685482"/>
                  </a:lnTo>
                  <a:lnTo>
                    <a:pt x="94932" y="676884"/>
                  </a:lnTo>
                  <a:lnTo>
                    <a:pt x="86194" y="663956"/>
                  </a:lnTo>
                  <a:lnTo>
                    <a:pt x="83058" y="647827"/>
                  </a:lnTo>
                  <a:lnTo>
                    <a:pt x="86194" y="631050"/>
                  </a:lnTo>
                  <a:lnTo>
                    <a:pt x="94932" y="617778"/>
                  </a:lnTo>
                  <a:lnTo>
                    <a:pt x="108229" y="609066"/>
                  </a:lnTo>
                  <a:lnTo>
                    <a:pt x="125095" y="605917"/>
                  </a:lnTo>
                  <a:lnTo>
                    <a:pt x="140817" y="609066"/>
                  </a:lnTo>
                  <a:lnTo>
                    <a:pt x="153885" y="617778"/>
                  </a:lnTo>
                  <a:lnTo>
                    <a:pt x="162814" y="631050"/>
                  </a:lnTo>
                  <a:lnTo>
                    <a:pt x="166116" y="647827"/>
                  </a:lnTo>
                  <a:lnTo>
                    <a:pt x="166116" y="560539"/>
                  </a:lnTo>
                  <a:lnTo>
                    <a:pt x="163080" y="558482"/>
                  </a:lnTo>
                  <a:lnTo>
                    <a:pt x="152781" y="556437"/>
                  </a:lnTo>
                  <a:lnTo>
                    <a:pt x="152781" y="505764"/>
                  </a:lnTo>
                  <a:lnTo>
                    <a:pt x="182778" y="499630"/>
                  </a:lnTo>
                  <a:lnTo>
                    <a:pt x="224675" y="471373"/>
                  </a:lnTo>
                  <a:lnTo>
                    <a:pt x="229450" y="464350"/>
                  </a:lnTo>
                  <a:lnTo>
                    <a:pt x="285064" y="497230"/>
                  </a:lnTo>
                  <a:lnTo>
                    <a:pt x="281990" y="506298"/>
                  </a:lnTo>
                  <a:lnTo>
                    <a:pt x="284734" y="544195"/>
                  </a:lnTo>
                  <a:lnTo>
                    <a:pt x="298488" y="573392"/>
                  </a:lnTo>
                  <a:lnTo>
                    <a:pt x="320116" y="595655"/>
                  </a:lnTo>
                  <a:lnTo>
                    <a:pt x="347573" y="609828"/>
                  </a:lnTo>
                  <a:lnTo>
                    <a:pt x="378841" y="614807"/>
                  </a:lnTo>
                  <a:lnTo>
                    <a:pt x="386588" y="614807"/>
                  </a:lnTo>
                  <a:lnTo>
                    <a:pt x="395351" y="612521"/>
                  </a:lnTo>
                  <a:lnTo>
                    <a:pt x="403225" y="611505"/>
                  </a:lnTo>
                  <a:lnTo>
                    <a:pt x="450684" y="581761"/>
                  </a:lnTo>
                  <a:lnTo>
                    <a:pt x="465404" y="558800"/>
                  </a:lnTo>
                  <a:lnTo>
                    <a:pt x="470001" y="549033"/>
                  </a:lnTo>
                  <a:lnTo>
                    <a:pt x="474167" y="531126"/>
                  </a:lnTo>
                  <a:lnTo>
                    <a:pt x="474268" y="528828"/>
                  </a:lnTo>
                  <a:lnTo>
                    <a:pt x="474484" y="515061"/>
                  </a:lnTo>
                  <a:lnTo>
                    <a:pt x="474535" y="51212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5031465" y="4368546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80" h="685800">
                  <a:moveTo>
                    <a:pt x="1749044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651637"/>
                  </a:lnTo>
                  <a:lnTo>
                    <a:pt x="2674" y="664904"/>
                  </a:lnTo>
                  <a:lnTo>
                    <a:pt x="9969" y="675766"/>
                  </a:lnTo>
                  <a:lnTo>
                    <a:pt x="20788" y="683105"/>
                  </a:lnTo>
                  <a:lnTo>
                    <a:pt x="34036" y="685800"/>
                  </a:lnTo>
                  <a:lnTo>
                    <a:pt x="1749044" y="685800"/>
                  </a:lnTo>
                  <a:lnTo>
                    <a:pt x="1762291" y="683105"/>
                  </a:lnTo>
                  <a:lnTo>
                    <a:pt x="1773110" y="675767"/>
                  </a:lnTo>
                  <a:lnTo>
                    <a:pt x="1780405" y="664904"/>
                  </a:lnTo>
                  <a:lnTo>
                    <a:pt x="1783080" y="651637"/>
                  </a:lnTo>
                  <a:lnTo>
                    <a:pt x="1783080" y="34036"/>
                  </a:lnTo>
                  <a:lnTo>
                    <a:pt x="1780405" y="20788"/>
                  </a:lnTo>
                  <a:lnTo>
                    <a:pt x="1773110" y="9969"/>
                  </a:lnTo>
                  <a:lnTo>
                    <a:pt x="1762291" y="2674"/>
                  </a:lnTo>
                  <a:lnTo>
                    <a:pt x="174904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5031465" y="4368546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80" h="685800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1749044" y="0"/>
                  </a:lnTo>
                  <a:lnTo>
                    <a:pt x="1762291" y="2674"/>
                  </a:lnTo>
                  <a:lnTo>
                    <a:pt x="1773110" y="9969"/>
                  </a:lnTo>
                  <a:lnTo>
                    <a:pt x="1780405" y="20788"/>
                  </a:lnTo>
                  <a:lnTo>
                    <a:pt x="1783080" y="34036"/>
                  </a:lnTo>
                  <a:lnTo>
                    <a:pt x="1783080" y="651637"/>
                  </a:lnTo>
                  <a:lnTo>
                    <a:pt x="1780405" y="664904"/>
                  </a:lnTo>
                  <a:lnTo>
                    <a:pt x="1773110" y="675767"/>
                  </a:lnTo>
                  <a:lnTo>
                    <a:pt x="1762291" y="683105"/>
                  </a:lnTo>
                  <a:lnTo>
                    <a:pt x="1749044" y="685800"/>
                  </a:lnTo>
                  <a:lnTo>
                    <a:pt x="34036" y="685800"/>
                  </a:lnTo>
                  <a:lnTo>
                    <a:pt x="20788" y="683105"/>
                  </a:lnTo>
                  <a:lnTo>
                    <a:pt x="9969" y="675766"/>
                  </a:lnTo>
                  <a:lnTo>
                    <a:pt x="2674" y="664904"/>
                  </a:lnTo>
                  <a:lnTo>
                    <a:pt x="0" y="651637"/>
                  </a:lnTo>
                  <a:lnTo>
                    <a:pt x="0" y="34036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5196185" y="4387088"/>
            <a:ext cx="145796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185" dirty="0">
                <a:solidFill>
                  <a:srgbClr val="040430"/>
                </a:solidFill>
                <a:latin typeface="Calibri"/>
                <a:cs typeface="Calibri"/>
              </a:rPr>
              <a:t>Controller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5021940" y="6642734"/>
            <a:ext cx="1802130" cy="601980"/>
            <a:chOff x="15021940" y="6642734"/>
            <a:chExt cx="1802130" cy="601980"/>
          </a:xfrm>
        </p:grpSpPr>
        <p:sp>
          <p:nvSpPr>
            <p:cNvPr id="32" name="object 32"/>
            <p:cNvSpPr/>
            <p:nvPr/>
          </p:nvSpPr>
          <p:spPr>
            <a:xfrm>
              <a:off x="15031465" y="6652259"/>
              <a:ext cx="1783080" cy="582930"/>
            </a:xfrm>
            <a:custGeom>
              <a:avLst/>
              <a:gdLst/>
              <a:ahLst/>
              <a:cxnLst/>
              <a:rect l="l" t="t" r="r" b="b"/>
              <a:pathLst>
                <a:path w="1783080" h="582929">
                  <a:moveTo>
                    <a:pt x="1754124" y="0"/>
                  </a:moveTo>
                  <a:lnTo>
                    <a:pt x="28955" y="0"/>
                  </a:lnTo>
                  <a:lnTo>
                    <a:pt x="17680" y="2274"/>
                  </a:lnTo>
                  <a:lnTo>
                    <a:pt x="8477" y="8477"/>
                  </a:lnTo>
                  <a:lnTo>
                    <a:pt x="2274" y="17680"/>
                  </a:lnTo>
                  <a:lnTo>
                    <a:pt x="0" y="28956"/>
                  </a:lnTo>
                  <a:lnTo>
                    <a:pt x="0" y="553974"/>
                  </a:lnTo>
                  <a:lnTo>
                    <a:pt x="2274" y="565249"/>
                  </a:lnTo>
                  <a:lnTo>
                    <a:pt x="8477" y="574452"/>
                  </a:lnTo>
                  <a:lnTo>
                    <a:pt x="17680" y="580655"/>
                  </a:lnTo>
                  <a:lnTo>
                    <a:pt x="28955" y="582930"/>
                  </a:lnTo>
                  <a:lnTo>
                    <a:pt x="1754124" y="582930"/>
                  </a:lnTo>
                  <a:lnTo>
                    <a:pt x="1765399" y="580655"/>
                  </a:lnTo>
                  <a:lnTo>
                    <a:pt x="1774602" y="574452"/>
                  </a:lnTo>
                  <a:lnTo>
                    <a:pt x="1780805" y="565249"/>
                  </a:lnTo>
                  <a:lnTo>
                    <a:pt x="1783080" y="553974"/>
                  </a:lnTo>
                  <a:lnTo>
                    <a:pt x="1783080" y="28956"/>
                  </a:lnTo>
                  <a:lnTo>
                    <a:pt x="1780805" y="17680"/>
                  </a:lnTo>
                  <a:lnTo>
                    <a:pt x="1774602" y="8477"/>
                  </a:lnTo>
                  <a:lnTo>
                    <a:pt x="1765399" y="2274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5031465" y="6652259"/>
              <a:ext cx="1783080" cy="582930"/>
            </a:xfrm>
            <a:custGeom>
              <a:avLst/>
              <a:gdLst/>
              <a:ahLst/>
              <a:cxnLst/>
              <a:rect l="l" t="t" r="r" b="b"/>
              <a:pathLst>
                <a:path w="1783080" h="582929">
                  <a:moveTo>
                    <a:pt x="0" y="28956"/>
                  </a:moveTo>
                  <a:lnTo>
                    <a:pt x="2274" y="17680"/>
                  </a:lnTo>
                  <a:lnTo>
                    <a:pt x="8477" y="8477"/>
                  </a:lnTo>
                  <a:lnTo>
                    <a:pt x="17680" y="2274"/>
                  </a:lnTo>
                  <a:lnTo>
                    <a:pt x="28955" y="0"/>
                  </a:lnTo>
                  <a:lnTo>
                    <a:pt x="1754124" y="0"/>
                  </a:lnTo>
                  <a:lnTo>
                    <a:pt x="1765399" y="2274"/>
                  </a:lnTo>
                  <a:lnTo>
                    <a:pt x="1774602" y="8477"/>
                  </a:lnTo>
                  <a:lnTo>
                    <a:pt x="1780805" y="17680"/>
                  </a:lnTo>
                  <a:lnTo>
                    <a:pt x="1783080" y="28956"/>
                  </a:lnTo>
                  <a:lnTo>
                    <a:pt x="1783080" y="553974"/>
                  </a:lnTo>
                  <a:lnTo>
                    <a:pt x="1780805" y="565249"/>
                  </a:lnTo>
                  <a:lnTo>
                    <a:pt x="1774602" y="574452"/>
                  </a:lnTo>
                  <a:lnTo>
                    <a:pt x="1765399" y="580655"/>
                  </a:lnTo>
                  <a:lnTo>
                    <a:pt x="1754124" y="582930"/>
                  </a:lnTo>
                  <a:lnTo>
                    <a:pt x="28955" y="582930"/>
                  </a:lnTo>
                  <a:lnTo>
                    <a:pt x="17680" y="580655"/>
                  </a:lnTo>
                  <a:lnTo>
                    <a:pt x="8477" y="574452"/>
                  </a:lnTo>
                  <a:lnTo>
                    <a:pt x="2274" y="565249"/>
                  </a:lnTo>
                  <a:lnTo>
                    <a:pt x="0" y="553974"/>
                  </a:lnTo>
                  <a:lnTo>
                    <a:pt x="0" y="28956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5426309" y="6703821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376551" y="3965955"/>
            <a:ext cx="12763500" cy="3646170"/>
            <a:chOff x="2376551" y="3965955"/>
            <a:chExt cx="12763500" cy="3646170"/>
          </a:xfrm>
        </p:grpSpPr>
        <p:sp>
          <p:nvSpPr>
            <p:cNvPr id="36" name="object 36"/>
            <p:cNvSpPr/>
            <p:nvPr/>
          </p:nvSpPr>
          <p:spPr>
            <a:xfrm>
              <a:off x="14599539" y="3985005"/>
              <a:ext cx="325755" cy="3608070"/>
            </a:xfrm>
            <a:custGeom>
              <a:avLst/>
              <a:gdLst/>
              <a:ahLst/>
              <a:cxnLst/>
              <a:rect l="l" t="t" r="r" b="b"/>
              <a:pathLst>
                <a:path w="325755" h="3608070">
                  <a:moveTo>
                    <a:pt x="325374" y="729615"/>
                  </a:moveTo>
                  <a:lnTo>
                    <a:pt x="0" y="729615"/>
                  </a:lnTo>
                  <a:lnTo>
                    <a:pt x="0" y="0"/>
                  </a:lnTo>
                </a:path>
                <a:path w="325755" h="3608070">
                  <a:moveTo>
                    <a:pt x="325374" y="2992755"/>
                  </a:moveTo>
                  <a:lnTo>
                    <a:pt x="10541" y="2992755"/>
                  </a:lnTo>
                  <a:lnTo>
                    <a:pt x="10541" y="3607562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24913" y="4594605"/>
              <a:ext cx="205613" cy="240157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14924913" y="4594605"/>
              <a:ext cx="205740" cy="240665"/>
            </a:xfrm>
            <a:custGeom>
              <a:avLst/>
              <a:gdLst/>
              <a:ahLst/>
              <a:cxnLst/>
              <a:rect l="l" t="t" r="r" b="b"/>
              <a:pathLst>
                <a:path w="205740" h="240664">
                  <a:moveTo>
                    <a:pt x="0" y="0"/>
                  </a:moveTo>
                  <a:lnTo>
                    <a:pt x="102742" y="0"/>
                  </a:lnTo>
                  <a:lnTo>
                    <a:pt x="142765" y="9429"/>
                  </a:lnTo>
                  <a:lnTo>
                    <a:pt x="175466" y="35147"/>
                  </a:lnTo>
                  <a:lnTo>
                    <a:pt x="197522" y="73294"/>
                  </a:lnTo>
                  <a:lnTo>
                    <a:pt x="205613" y="120015"/>
                  </a:lnTo>
                  <a:lnTo>
                    <a:pt x="197522" y="166754"/>
                  </a:lnTo>
                  <a:lnTo>
                    <a:pt x="175466" y="204946"/>
                  </a:lnTo>
                  <a:lnTo>
                    <a:pt x="142765" y="230707"/>
                  </a:lnTo>
                  <a:lnTo>
                    <a:pt x="102742" y="240157"/>
                  </a:lnTo>
                  <a:lnTo>
                    <a:pt x="0" y="240157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924913" y="6857745"/>
              <a:ext cx="205613" cy="24015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4924913" y="6857745"/>
              <a:ext cx="205740" cy="240665"/>
            </a:xfrm>
            <a:custGeom>
              <a:avLst/>
              <a:gdLst/>
              <a:ahLst/>
              <a:cxnLst/>
              <a:rect l="l" t="t" r="r" b="b"/>
              <a:pathLst>
                <a:path w="205740" h="240665">
                  <a:moveTo>
                    <a:pt x="0" y="0"/>
                  </a:moveTo>
                  <a:lnTo>
                    <a:pt x="102742" y="0"/>
                  </a:lnTo>
                  <a:lnTo>
                    <a:pt x="142765" y="9429"/>
                  </a:lnTo>
                  <a:lnTo>
                    <a:pt x="175466" y="35147"/>
                  </a:lnTo>
                  <a:lnTo>
                    <a:pt x="197522" y="73294"/>
                  </a:lnTo>
                  <a:lnTo>
                    <a:pt x="205613" y="120014"/>
                  </a:lnTo>
                  <a:lnTo>
                    <a:pt x="197522" y="166754"/>
                  </a:lnTo>
                  <a:lnTo>
                    <a:pt x="175466" y="204946"/>
                  </a:lnTo>
                  <a:lnTo>
                    <a:pt x="142765" y="230707"/>
                  </a:lnTo>
                  <a:lnTo>
                    <a:pt x="102742" y="240156"/>
                  </a:lnTo>
                  <a:lnTo>
                    <a:pt x="0" y="24015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395601" y="4292853"/>
              <a:ext cx="1872614" cy="3007995"/>
            </a:xfrm>
            <a:custGeom>
              <a:avLst/>
              <a:gdLst/>
              <a:ahLst/>
              <a:cxnLst/>
              <a:rect l="l" t="t" r="r" b="b"/>
              <a:pathLst>
                <a:path w="1872614" h="3007995">
                  <a:moveTo>
                    <a:pt x="0" y="93218"/>
                  </a:moveTo>
                  <a:lnTo>
                    <a:pt x="7312" y="56953"/>
                  </a:lnTo>
                  <a:lnTo>
                    <a:pt x="27257" y="27320"/>
                  </a:lnTo>
                  <a:lnTo>
                    <a:pt x="56846" y="7332"/>
                  </a:lnTo>
                  <a:lnTo>
                    <a:pt x="93091" y="0"/>
                  </a:lnTo>
                  <a:lnTo>
                    <a:pt x="1779143" y="0"/>
                  </a:lnTo>
                  <a:lnTo>
                    <a:pt x="1815387" y="7332"/>
                  </a:lnTo>
                  <a:lnTo>
                    <a:pt x="1844976" y="27320"/>
                  </a:lnTo>
                  <a:lnTo>
                    <a:pt x="1864921" y="56953"/>
                  </a:lnTo>
                  <a:lnTo>
                    <a:pt x="1872234" y="93218"/>
                  </a:lnTo>
                  <a:lnTo>
                    <a:pt x="1872234" y="2914904"/>
                  </a:lnTo>
                  <a:lnTo>
                    <a:pt x="1864921" y="2951148"/>
                  </a:lnTo>
                  <a:lnTo>
                    <a:pt x="1844976" y="2980737"/>
                  </a:lnTo>
                  <a:lnTo>
                    <a:pt x="1815387" y="3000682"/>
                  </a:lnTo>
                  <a:lnTo>
                    <a:pt x="1779143" y="3007995"/>
                  </a:lnTo>
                  <a:lnTo>
                    <a:pt x="93091" y="3007995"/>
                  </a:lnTo>
                  <a:lnTo>
                    <a:pt x="56846" y="3000682"/>
                  </a:lnTo>
                  <a:lnTo>
                    <a:pt x="27257" y="2980737"/>
                  </a:lnTo>
                  <a:lnTo>
                    <a:pt x="7312" y="2951148"/>
                  </a:lnTo>
                  <a:lnTo>
                    <a:pt x="0" y="2914904"/>
                  </a:lnTo>
                  <a:lnTo>
                    <a:pt x="0" y="93218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057398" y="5940298"/>
              <a:ext cx="207263" cy="44056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264662" y="578815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4">
                  <a:moveTo>
                    <a:pt x="474535" y="512127"/>
                  </a:moveTo>
                  <a:lnTo>
                    <a:pt x="470789" y="493649"/>
                  </a:lnTo>
                  <a:lnTo>
                    <a:pt x="463181" y="476885"/>
                  </a:lnTo>
                  <a:lnTo>
                    <a:pt x="457390" y="464108"/>
                  </a:lnTo>
                  <a:lnTo>
                    <a:pt x="435610" y="441566"/>
                  </a:lnTo>
                  <a:lnTo>
                    <a:pt x="419696" y="433311"/>
                  </a:lnTo>
                  <a:lnTo>
                    <a:pt x="419696" y="515061"/>
                  </a:lnTo>
                  <a:lnTo>
                    <a:pt x="419354" y="523214"/>
                  </a:lnTo>
                  <a:lnTo>
                    <a:pt x="417652" y="530783"/>
                  </a:lnTo>
                  <a:lnTo>
                    <a:pt x="417576" y="531126"/>
                  </a:lnTo>
                  <a:lnTo>
                    <a:pt x="414274" y="538734"/>
                  </a:lnTo>
                  <a:lnTo>
                    <a:pt x="382651" y="558800"/>
                  </a:lnTo>
                  <a:lnTo>
                    <a:pt x="378968" y="558800"/>
                  </a:lnTo>
                  <a:lnTo>
                    <a:pt x="343598" y="541286"/>
                  </a:lnTo>
                  <a:lnTo>
                    <a:pt x="337146" y="512127"/>
                  </a:lnTo>
                  <a:lnTo>
                    <a:pt x="342417" y="497255"/>
                  </a:lnTo>
                  <a:lnTo>
                    <a:pt x="352958" y="485279"/>
                  </a:lnTo>
                  <a:lnTo>
                    <a:pt x="367792" y="478155"/>
                  </a:lnTo>
                  <a:lnTo>
                    <a:pt x="371348" y="477266"/>
                  </a:lnTo>
                  <a:lnTo>
                    <a:pt x="374904" y="476885"/>
                  </a:lnTo>
                  <a:lnTo>
                    <a:pt x="378460" y="476885"/>
                  </a:lnTo>
                  <a:lnTo>
                    <a:pt x="412635" y="494309"/>
                  </a:lnTo>
                  <a:lnTo>
                    <a:pt x="419696" y="515061"/>
                  </a:lnTo>
                  <a:lnTo>
                    <a:pt x="419696" y="433311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47"/>
                  </a:lnTo>
                  <a:lnTo>
                    <a:pt x="312356" y="449503"/>
                  </a:lnTo>
                  <a:lnTo>
                    <a:pt x="255854" y="416140"/>
                  </a:lnTo>
                  <a:lnTo>
                    <a:pt x="263525" y="378968"/>
                  </a:lnTo>
                  <a:lnTo>
                    <a:pt x="255409" y="339623"/>
                  </a:lnTo>
                  <a:lnTo>
                    <a:pt x="311480" y="299351"/>
                  </a:lnTo>
                  <a:lnTo>
                    <a:pt x="352171" y="322834"/>
                  </a:lnTo>
                  <a:lnTo>
                    <a:pt x="368935" y="324993"/>
                  </a:lnTo>
                  <a:lnTo>
                    <a:pt x="376555" y="324993"/>
                  </a:lnTo>
                  <a:lnTo>
                    <a:pt x="425323" y="312928"/>
                  </a:lnTo>
                  <a:lnTo>
                    <a:pt x="464159" y="272503"/>
                  </a:lnTo>
                  <a:lnTo>
                    <a:pt x="465124" y="269875"/>
                  </a:lnTo>
                  <a:lnTo>
                    <a:pt x="470789" y="254508"/>
                  </a:lnTo>
                  <a:lnTo>
                    <a:pt x="474370" y="236016"/>
                  </a:lnTo>
                  <a:lnTo>
                    <a:pt x="473837" y="218186"/>
                  </a:lnTo>
                  <a:lnTo>
                    <a:pt x="473811" y="217322"/>
                  </a:lnTo>
                  <a:lnTo>
                    <a:pt x="450532" y="165874"/>
                  </a:lnTo>
                  <a:lnTo>
                    <a:pt x="418147" y="142252"/>
                  </a:lnTo>
                  <a:lnTo>
                    <a:pt x="418147" y="231914"/>
                  </a:lnTo>
                  <a:lnTo>
                    <a:pt x="416560" y="240157"/>
                  </a:lnTo>
                  <a:lnTo>
                    <a:pt x="390779" y="268224"/>
                  </a:lnTo>
                  <a:lnTo>
                    <a:pt x="383540" y="269875"/>
                  </a:lnTo>
                  <a:lnTo>
                    <a:pt x="372491" y="269875"/>
                  </a:lnTo>
                  <a:lnTo>
                    <a:pt x="337756" y="241960"/>
                  </a:lnTo>
                  <a:lnTo>
                    <a:pt x="335673" y="226364"/>
                  </a:lnTo>
                  <a:lnTo>
                    <a:pt x="336677" y="218186"/>
                  </a:lnTo>
                  <a:lnTo>
                    <a:pt x="363347" y="188468"/>
                  </a:lnTo>
                  <a:lnTo>
                    <a:pt x="369951" y="187325"/>
                  </a:lnTo>
                  <a:lnTo>
                    <a:pt x="384302" y="187325"/>
                  </a:lnTo>
                  <a:lnTo>
                    <a:pt x="416458" y="215887"/>
                  </a:lnTo>
                  <a:lnTo>
                    <a:pt x="418147" y="231914"/>
                  </a:lnTo>
                  <a:lnTo>
                    <a:pt x="418147" y="142252"/>
                  </a:lnTo>
                  <a:lnTo>
                    <a:pt x="403263" y="136677"/>
                  </a:lnTo>
                  <a:lnTo>
                    <a:pt x="394970" y="134366"/>
                  </a:lnTo>
                  <a:lnTo>
                    <a:pt x="386715" y="133350"/>
                  </a:lnTo>
                  <a:lnTo>
                    <a:pt x="378333" y="133350"/>
                  </a:lnTo>
                  <a:lnTo>
                    <a:pt x="330073" y="146558"/>
                  </a:lnTo>
                  <a:lnTo>
                    <a:pt x="291325" y="186359"/>
                  </a:lnTo>
                  <a:lnTo>
                    <a:pt x="281063" y="222758"/>
                  </a:lnTo>
                  <a:lnTo>
                    <a:pt x="281317" y="231914"/>
                  </a:lnTo>
                  <a:lnTo>
                    <a:pt x="281432" y="236016"/>
                  </a:lnTo>
                  <a:lnTo>
                    <a:pt x="281546" y="240157"/>
                  </a:lnTo>
                  <a:lnTo>
                    <a:pt x="281584" y="241401"/>
                  </a:lnTo>
                  <a:lnTo>
                    <a:pt x="283908" y="251206"/>
                  </a:lnTo>
                  <a:lnTo>
                    <a:pt x="228015" y="291490"/>
                  </a:lnTo>
                  <a:lnTo>
                    <a:pt x="224675" y="286575"/>
                  </a:lnTo>
                  <a:lnTo>
                    <a:pt x="208153" y="275437"/>
                  </a:lnTo>
                  <a:lnTo>
                    <a:pt x="208153" y="378968"/>
                  </a:lnTo>
                  <a:lnTo>
                    <a:pt x="202133" y="408063"/>
                  </a:lnTo>
                  <a:lnTo>
                    <a:pt x="185750" y="432295"/>
                  </a:lnTo>
                  <a:lnTo>
                    <a:pt x="161480" y="448894"/>
                  </a:lnTo>
                  <a:lnTo>
                    <a:pt x="131826" y="455041"/>
                  </a:lnTo>
                  <a:lnTo>
                    <a:pt x="102565" y="448894"/>
                  </a:lnTo>
                  <a:lnTo>
                    <a:pt x="78206" y="432295"/>
                  </a:lnTo>
                  <a:lnTo>
                    <a:pt x="61544" y="408063"/>
                  </a:lnTo>
                  <a:lnTo>
                    <a:pt x="55372" y="378968"/>
                  </a:lnTo>
                  <a:lnTo>
                    <a:pt x="61544" y="349478"/>
                  </a:lnTo>
                  <a:lnTo>
                    <a:pt x="78206" y="325335"/>
                  </a:lnTo>
                  <a:lnTo>
                    <a:pt x="102565" y="309016"/>
                  </a:lnTo>
                  <a:lnTo>
                    <a:pt x="131826" y="303022"/>
                  </a:lnTo>
                  <a:lnTo>
                    <a:pt x="161480" y="309016"/>
                  </a:lnTo>
                  <a:lnTo>
                    <a:pt x="185750" y="325335"/>
                  </a:lnTo>
                  <a:lnTo>
                    <a:pt x="202133" y="349478"/>
                  </a:lnTo>
                  <a:lnTo>
                    <a:pt x="208153" y="378968"/>
                  </a:lnTo>
                  <a:lnTo>
                    <a:pt x="208153" y="275437"/>
                  </a:lnTo>
                  <a:lnTo>
                    <a:pt x="182778" y="258318"/>
                  </a:lnTo>
                  <a:lnTo>
                    <a:pt x="152781" y="252196"/>
                  </a:lnTo>
                  <a:lnTo>
                    <a:pt x="152781" y="187159"/>
                  </a:lnTo>
                  <a:lnTo>
                    <a:pt x="162115" y="185254"/>
                  </a:lnTo>
                  <a:lnTo>
                    <a:pt x="192811" y="164706"/>
                  </a:lnTo>
                  <a:lnTo>
                    <a:pt x="211289" y="137795"/>
                  </a:lnTo>
                  <a:lnTo>
                    <a:pt x="213741" y="134226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93" y="55118"/>
                  </a:lnTo>
                  <a:lnTo>
                    <a:pt x="193675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42"/>
                  </a:lnTo>
                  <a:lnTo>
                    <a:pt x="154317" y="126022"/>
                  </a:lnTo>
                  <a:lnTo>
                    <a:pt x="141300" y="134658"/>
                  </a:lnTo>
                  <a:lnTo>
                    <a:pt x="125095" y="137795"/>
                  </a:lnTo>
                  <a:lnTo>
                    <a:pt x="108229" y="134658"/>
                  </a:lnTo>
                  <a:lnTo>
                    <a:pt x="94932" y="126022"/>
                  </a:lnTo>
                  <a:lnTo>
                    <a:pt x="86194" y="113042"/>
                  </a:lnTo>
                  <a:lnTo>
                    <a:pt x="83058" y="96901"/>
                  </a:lnTo>
                  <a:lnTo>
                    <a:pt x="86194" y="80149"/>
                  </a:lnTo>
                  <a:lnTo>
                    <a:pt x="94932" y="66916"/>
                  </a:lnTo>
                  <a:lnTo>
                    <a:pt x="108229" y="58242"/>
                  </a:lnTo>
                  <a:lnTo>
                    <a:pt x="125095" y="55118"/>
                  </a:lnTo>
                  <a:lnTo>
                    <a:pt x="140817" y="58242"/>
                  </a:lnTo>
                  <a:lnTo>
                    <a:pt x="153885" y="66916"/>
                  </a:lnTo>
                  <a:lnTo>
                    <a:pt x="162814" y="80149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59" y="96901"/>
                  </a:lnTo>
                  <a:lnTo>
                    <a:pt x="35166" y="134226"/>
                  </a:lnTo>
                  <a:lnTo>
                    <a:pt x="55981" y="164706"/>
                  </a:lnTo>
                  <a:lnTo>
                    <a:pt x="86969" y="185254"/>
                  </a:lnTo>
                  <a:lnTo>
                    <a:pt x="97536" y="187350"/>
                  </a:lnTo>
                  <a:lnTo>
                    <a:pt x="97536" y="254914"/>
                  </a:lnTo>
                  <a:lnTo>
                    <a:pt x="80848" y="258318"/>
                  </a:lnTo>
                  <a:lnTo>
                    <a:pt x="38900" y="286575"/>
                  </a:lnTo>
                  <a:lnTo>
                    <a:pt x="10464" y="328282"/>
                  </a:lnTo>
                  <a:lnTo>
                    <a:pt x="0" y="378968"/>
                  </a:lnTo>
                  <a:lnTo>
                    <a:pt x="10464" y="429666"/>
                  </a:lnTo>
                  <a:lnTo>
                    <a:pt x="38900" y="471373"/>
                  </a:lnTo>
                  <a:lnTo>
                    <a:pt x="80848" y="499630"/>
                  </a:lnTo>
                  <a:lnTo>
                    <a:pt x="97536" y="503047"/>
                  </a:lnTo>
                  <a:lnTo>
                    <a:pt x="97536" y="556399"/>
                  </a:lnTo>
                  <a:lnTo>
                    <a:pt x="86969" y="558482"/>
                  </a:lnTo>
                  <a:lnTo>
                    <a:pt x="55981" y="579145"/>
                  </a:lnTo>
                  <a:lnTo>
                    <a:pt x="35166" y="609917"/>
                  </a:lnTo>
                  <a:lnTo>
                    <a:pt x="27559" y="647827"/>
                  </a:lnTo>
                  <a:lnTo>
                    <a:pt x="35166" y="685088"/>
                  </a:lnTo>
                  <a:lnTo>
                    <a:pt x="55981" y="715518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18"/>
                  </a:lnTo>
                  <a:lnTo>
                    <a:pt x="211328" y="688594"/>
                  </a:lnTo>
                  <a:lnTo>
                    <a:pt x="213741" y="685088"/>
                  </a:lnTo>
                  <a:lnTo>
                    <a:pt x="221488" y="647827"/>
                  </a:lnTo>
                  <a:lnTo>
                    <a:pt x="214058" y="609917"/>
                  </a:lnTo>
                  <a:lnTo>
                    <a:pt x="211416" y="605917"/>
                  </a:lnTo>
                  <a:lnTo>
                    <a:pt x="193675" y="579145"/>
                  </a:lnTo>
                  <a:lnTo>
                    <a:pt x="166116" y="560539"/>
                  </a:lnTo>
                  <a:lnTo>
                    <a:pt x="166116" y="647827"/>
                  </a:lnTo>
                  <a:lnTo>
                    <a:pt x="162966" y="663956"/>
                  </a:lnTo>
                  <a:lnTo>
                    <a:pt x="154317" y="676884"/>
                  </a:lnTo>
                  <a:lnTo>
                    <a:pt x="141300" y="685482"/>
                  </a:lnTo>
                  <a:lnTo>
                    <a:pt x="125095" y="688594"/>
                  </a:lnTo>
                  <a:lnTo>
                    <a:pt x="108229" y="685482"/>
                  </a:lnTo>
                  <a:lnTo>
                    <a:pt x="94932" y="676884"/>
                  </a:lnTo>
                  <a:lnTo>
                    <a:pt x="86194" y="663956"/>
                  </a:lnTo>
                  <a:lnTo>
                    <a:pt x="83058" y="647827"/>
                  </a:lnTo>
                  <a:lnTo>
                    <a:pt x="86194" y="631050"/>
                  </a:lnTo>
                  <a:lnTo>
                    <a:pt x="94919" y="617778"/>
                  </a:lnTo>
                  <a:lnTo>
                    <a:pt x="108229" y="609066"/>
                  </a:lnTo>
                  <a:lnTo>
                    <a:pt x="125095" y="605917"/>
                  </a:lnTo>
                  <a:lnTo>
                    <a:pt x="140817" y="609066"/>
                  </a:lnTo>
                  <a:lnTo>
                    <a:pt x="153885" y="617778"/>
                  </a:lnTo>
                  <a:lnTo>
                    <a:pt x="162814" y="631050"/>
                  </a:lnTo>
                  <a:lnTo>
                    <a:pt x="166116" y="647827"/>
                  </a:lnTo>
                  <a:lnTo>
                    <a:pt x="166116" y="560539"/>
                  </a:lnTo>
                  <a:lnTo>
                    <a:pt x="163080" y="558482"/>
                  </a:lnTo>
                  <a:lnTo>
                    <a:pt x="152781" y="556437"/>
                  </a:lnTo>
                  <a:lnTo>
                    <a:pt x="152781" y="505764"/>
                  </a:lnTo>
                  <a:lnTo>
                    <a:pt x="182778" y="499630"/>
                  </a:lnTo>
                  <a:lnTo>
                    <a:pt x="224675" y="471373"/>
                  </a:lnTo>
                  <a:lnTo>
                    <a:pt x="229450" y="464350"/>
                  </a:lnTo>
                  <a:lnTo>
                    <a:pt x="285064" y="497230"/>
                  </a:lnTo>
                  <a:lnTo>
                    <a:pt x="281990" y="506298"/>
                  </a:lnTo>
                  <a:lnTo>
                    <a:pt x="284734" y="544195"/>
                  </a:lnTo>
                  <a:lnTo>
                    <a:pt x="298488" y="573392"/>
                  </a:lnTo>
                  <a:lnTo>
                    <a:pt x="320116" y="595655"/>
                  </a:lnTo>
                  <a:lnTo>
                    <a:pt x="347573" y="609828"/>
                  </a:lnTo>
                  <a:lnTo>
                    <a:pt x="378841" y="614807"/>
                  </a:lnTo>
                  <a:lnTo>
                    <a:pt x="386588" y="614807"/>
                  </a:lnTo>
                  <a:lnTo>
                    <a:pt x="395351" y="612521"/>
                  </a:lnTo>
                  <a:lnTo>
                    <a:pt x="403225" y="611505"/>
                  </a:lnTo>
                  <a:lnTo>
                    <a:pt x="450684" y="581761"/>
                  </a:lnTo>
                  <a:lnTo>
                    <a:pt x="465404" y="558800"/>
                  </a:lnTo>
                  <a:lnTo>
                    <a:pt x="470001" y="549033"/>
                  </a:lnTo>
                  <a:lnTo>
                    <a:pt x="474167" y="531126"/>
                  </a:lnTo>
                  <a:lnTo>
                    <a:pt x="474268" y="528828"/>
                  </a:lnTo>
                  <a:lnTo>
                    <a:pt x="474484" y="515061"/>
                  </a:lnTo>
                  <a:lnTo>
                    <a:pt x="474535" y="51212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40178" y="6652260"/>
              <a:ext cx="1783080" cy="582930"/>
            </a:xfrm>
            <a:custGeom>
              <a:avLst/>
              <a:gdLst/>
              <a:ahLst/>
              <a:cxnLst/>
              <a:rect l="l" t="t" r="r" b="b"/>
              <a:pathLst>
                <a:path w="1783079" h="582929">
                  <a:moveTo>
                    <a:pt x="1754124" y="0"/>
                  </a:moveTo>
                  <a:lnTo>
                    <a:pt x="28956" y="0"/>
                  </a:lnTo>
                  <a:lnTo>
                    <a:pt x="17680" y="2274"/>
                  </a:lnTo>
                  <a:lnTo>
                    <a:pt x="8477" y="8477"/>
                  </a:lnTo>
                  <a:lnTo>
                    <a:pt x="2274" y="17680"/>
                  </a:lnTo>
                  <a:lnTo>
                    <a:pt x="0" y="28956"/>
                  </a:lnTo>
                  <a:lnTo>
                    <a:pt x="0" y="553974"/>
                  </a:lnTo>
                  <a:lnTo>
                    <a:pt x="2274" y="565249"/>
                  </a:lnTo>
                  <a:lnTo>
                    <a:pt x="8477" y="574452"/>
                  </a:lnTo>
                  <a:lnTo>
                    <a:pt x="17680" y="580655"/>
                  </a:lnTo>
                  <a:lnTo>
                    <a:pt x="28956" y="582930"/>
                  </a:lnTo>
                  <a:lnTo>
                    <a:pt x="1754124" y="582930"/>
                  </a:lnTo>
                  <a:lnTo>
                    <a:pt x="1765399" y="580655"/>
                  </a:lnTo>
                  <a:lnTo>
                    <a:pt x="1774602" y="574452"/>
                  </a:lnTo>
                  <a:lnTo>
                    <a:pt x="1780805" y="565249"/>
                  </a:lnTo>
                  <a:lnTo>
                    <a:pt x="1783080" y="553974"/>
                  </a:lnTo>
                  <a:lnTo>
                    <a:pt x="1783080" y="28956"/>
                  </a:lnTo>
                  <a:lnTo>
                    <a:pt x="1780805" y="17680"/>
                  </a:lnTo>
                  <a:lnTo>
                    <a:pt x="1774602" y="8477"/>
                  </a:lnTo>
                  <a:lnTo>
                    <a:pt x="1765399" y="2274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440178" y="6652260"/>
              <a:ext cx="1783080" cy="582930"/>
            </a:xfrm>
            <a:custGeom>
              <a:avLst/>
              <a:gdLst/>
              <a:ahLst/>
              <a:cxnLst/>
              <a:rect l="l" t="t" r="r" b="b"/>
              <a:pathLst>
                <a:path w="1783079" h="582929">
                  <a:moveTo>
                    <a:pt x="0" y="28956"/>
                  </a:moveTo>
                  <a:lnTo>
                    <a:pt x="2274" y="17680"/>
                  </a:lnTo>
                  <a:lnTo>
                    <a:pt x="8477" y="8477"/>
                  </a:lnTo>
                  <a:lnTo>
                    <a:pt x="17680" y="2274"/>
                  </a:lnTo>
                  <a:lnTo>
                    <a:pt x="28956" y="0"/>
                  </a:lnTo>
                  <a:lnTo>
                    <a:pt x="1754124" y="0"/>
                  </a:lnTo>
                  <a:lnTo>
                    <a:pt x="1765399" y="2274"/>
                  </a:lnTo>
                  <a:lnTo>
                    <a:pt x="1774602" y="8477"/>
                  </a:lnTo>
                  <a:lnTo>
                    <a:pt x="1780805" y="17680"/>
                  </a:lnTo>
                  <a:lnTo>
                    <a:pt x="1783080" y="28956"/>
                  </a:lnTo>
                  <a:lnTo>
                    <a:pt x="1783080" y="553974"/>
                  </a:lnTo>
                  <a:lnTo>
                    <a:pt x="1780805" y="565249"/>
                  </a:lnTo>
                  <a:lnTo>
                    <a:pt x="1774602" y="574452"/>
                  </a:lnTo>
                  <a:lnTo>
                    <a:pt x="1765399" y="580655"/>
                  </a:lnTo>
                  <a:lnTo>
                    <a:pt x="1754124" y="582930"/>
                  </a:lnTo>
                  <a:lnTo>
                    <a:pt x="28956" y="582930"/>
                  </a:lnTo>
                  <a:lnTo>
                    <a:pt x="17680" y="580655"/>
                  </a:lnTo>
                  <a:lnTo>
                    <a:pt x="8477" y="574452"/>
                  </a:lnTo>
                  <a:lnTo>
                    <a:pt x="2274" y="565249"/>
                  </a:lnTo>
                  <a:lnTo>
                    <a:pt x="0" y="553974"/>
                  </a:lnTo>
                  <a:lnTo>
                    <a:pt x="0" y="28956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834132" y="6703821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414525" y="1467611"/>
            <a:ext cx="15459710" cy="6137275"/>
            <a:chOff x="1414525" y="1467611"/>
            <a:chExt cx="15459710" cy="6137275"/>
          </a:xfrm>
        </p:grpSpPr>
        <p:sp>
          <p:nvSpPr>
            <p:cNvPr id="48" name="object 48"/>
            <p:cNvSpPr/>
            <p:nvPr/>
          </p:nvSpPr>
          <p:spPr>
            <a:xfrm>
              <a:off x="2019299" y="6977760"/>
              <a:ext cx="314325" cy="608330"/>
            </a:xfrm>
            <a:custGeom>
              <a:avLst/>
              <a:gdLst/>
              <a:ahLst/>
              <a:cxnLst/>
              <a:rect l="l" t="t" r="r" b="b"/>
              <a:pathLst>
                <a:path w="314325" h="608329">
                  <a:moveTo>
                    <a:pt x="314325" y="0"/>
                  </a:moveTo>
                  <a:lnTo>
                    <a:pt x="0" y="0"/>
                  </a:lnTo>
                  <a:lnTo>
                    <a:pt x="0" y="607821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33625" y="6857746"/>
              <a:ext cx="205612" cy="240156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333625" y="6857746"/>
              <a:ext cx="205740" cy="240665"/>
            </a:xfrm>
            <a:custGeom>
              <a:avLst/>
              <a:gdLst/>
              <a:ahLst/>
              <a:cxnLst/>
              <a:rect l="l" t="t" r="r" b="b"/>
              <a:pathLst>
                <a:path w="205739" h="240665">
                  <a:moveTo>
                    <a:pt x="0" y="0"/>
                  </a:moveTo>
                  <a:lnTo>
                    <a:pt x="102743" y="0"/>
                  </a:lnTo>
                  <a:lnTo>
                    <a:pt x="142765" y="9429"/>
                  </a:lnTo>
                  <a:lnTo>
                    <a:pt x="175466" y="35147"/>
                  </a:lnTo>
                  <a:lnTo>
                    <a:pt x="197522" y="73294"/>
                  </a:lnTo>
                  <a:lnTo>
                    <a:pt x="205612" y="120014"/>
                  </a:lnTo>
                  <a:lnTo>
                    <a:pt x="197522" y="166754"/>
                  </a:lnTo>
                  <a:lnTo>
                    <a:pt x="175466" y="204946"/>
                  </a:lnTo>
                  <a:lnTo>
                    <a:pt x="142765" y="230707"/>
                  </a:lnTo>
                  <a:lnTo>
                    <a:pt x="102743" y="240156"/>
                  </a:lnTo>
                  <a:lnTo>
                    <a:pt x="0" y="240156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39188" y="3990975"/>
              <a:ext cx="13510894" cy="635"/>
            </a:xfrm>
            <a:custGeom>
              <a:avLst/>
              <a:gdLst/>
              <a:ahLst/>
              <a:cxnLst/>
              <a:rect l="l" t="t" r="r" b="b"/>
              <a:pathLst>
                <a:path w="13510894" h="635">
                  <a:moveTo>
                    <a:pt x="0" y="0"/>
                  </a:moveTo>
                  <a:lnTo>
                    <a:pt x="13510387" y="253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130653" y="3869182"/>
              <a:ext cx="243712" cy="243839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14525" y="3869182"/>
              <a:ext cx="243712" cy="243839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28959" y="1467611"/>
              <a:ext cx="6144767" cy="240626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775947" y="1498091"/>
              <a:ext cx="4546092" cy="235610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1023092" y="1570481"/>
              <a:ext cx="5574665" cy="1837055"/>
            </a:xfrm>
            <a:custGeom>
              <a:avLst/>
              <a:gdLst/>
              <a:ahLst/>
              <a:cxnLst/>
              <a:rect l="l" t="t" r="r" b="b"/>
              <a:pathLst>
                <a:path w="5574665" h="1837054">
                  <a:moveTo>
                    <a:pt x="5276723" y="0"/>
                  </a:moveTo>
                  <a:lnTo>
                    <a:pt x="1360804" y="0"/>
                  </a:lnTo>
                  <a:lnTo>
                    <a:pt x="1312539" y="3894"/>
                  </a:lnTo>
                  <a:lnTo>
                    <a:pt x="1266752" y="15169"/>
                  </a:lnTo>
                  <a:lnTo>
                    <a:pt x="1224058" y="33213"/>
                  </a:lnTo>
                  <a:lnTo>
                    <a:pt x="1185069" y="57412"/>
                  </a:lnTo>
                  <a:lnTo>
                    <a:pt x="1150397" y="87153"/>
                  </a:lnTo>
                  <a:lnTo>
                    <a:pt x="1120656" y="121825"/>
                  </a:lnTo>
                  <a:lnTo>
                    <a:pt x="1096457" y="160814"/>
                  </a:lnTo>
                  <a:lnTo>
                    <a:pt x="1078413" y="203508"/>
                  </a:lnTo>
                  <a:lnTo>
                    <a:pt x="1067138" y="249295"/>
                  </a:lnTo>
                  <a:lnTo>
                    <a:pt x="1063243" y="297561"/>
                  </a:lnTo>
                  <a:lnTo>
                    <a:pt x="1063243" y="1041526"/>
                  </a:lnTo>
                  <a:lnTo>
                    <a:pt x="0" y="1836547"/>
                  </a:lnTo>
                  <a:lnTo>
                    <a:pt x="1063243" y="1487804"/>
                  </a:lnTo>
                  <a:lnTo>
                    <a:pt x="5574284" y="1487804"/>
                  </a:lnTo>
                  <a:lnTo>
                    <a:pt x="5574284" y="297561"/>
                  </a:lnTo>
                  <a:lnTo>
                    <a:pt x="5570389" y="249295"/>
                  </a:lnTo>
                  <a:lnTo>
                    <a:pt x="5559114" y="203508"/>
                  </a:lnTo>
                  <a:lnTo>
                    <a:pt x="5541070" y="160814"/>
                  </a:lnTo>
                  <a:lnTo>
                    <a:pt x="5516871" y="121825"/>
                  </a:lnTo>
                  <a:lnTo>
                    <a:pt x="5487130" y="87153"/>
                  </a:lnTo>
                  <a:lnTo>
                    <a:pt x="5452458" y="57412"/>
                  </a:lnTo>
                  <a:lnTo>
                    <a:pt x="5413469" y="33213"/>
                  </a:lnTo>
                  <a:lnTo>
                    <a:pt x="5370775" y="15169"/>
                  </a:lnTo>
                  <a:lnTo>
                    <a:pt x="5324988" y="3894"/>
                  </a:lnTo>
                  <a:lnTo>
                    <a:pt x="5276723" y="0"/>
                  </a:lnTo>
                  <a:close/>
                </a:path>
                <a:path w="5574665" h="1837054">
                  <a:moveTo>
                    <a:pt x="5574284" y="1487804"/>
                  </a:moveTo>
                  <a:lnTo>
                    <a:pt x="1063243" y="1487804"/>
                  </a:lnTo>
                  <a:lnTo>
                    <a:pt x="1067138" y="1536070"/>
                  </a:lnTo>
                  <a:lnTo>
                    <a:pt x="1078413" y="1581857"/>
                  </a:lnTo>
                  <a:lnTo>
                    <a:pt x="1096457" y="1624551"/>
                  </a:lnTo>
                  <a:lnTo>
                    <a:pt x="1120656" y="1663540"/>
                  </a:lnTo>
                  <a:lnTo>
                    <a:pt x="1150397" y="1698212"/>
                  </a:lnTo>
                  <a:lnTo>
                    <a:pt x="1185069" y="1727953"/>
                  </a:lnTo>
                  <a:lnTo>
                    <a:pt x="1224058" y="1752152"/>
                  </a:lnTo>
                  <a:lnTo>
                    <a:pt x="1266752" y="1770196"/>
                  </a:lnTo>
                  <a:lnTo>
                    <a:pt x="1312539" y="1781471"/>
                  </a:lnTo>
                  <a:lnTo>
                    <a:pt x="1360804" y="1785366"/>
                  </a:lnTo>
                  <a:lnTo>
                    <a:pt x="5276723" y="1785366"/>
                  </a:lnTo>
                  <a:lnTo>
                    <a:pt x="5324988" y="1781471"/>
                  </a:lnTo>
                  <a:lnTo>
                    <a:pt x="5370775" y="1770196"/>
                  </a:lnTo>
                  <a:lnTo>
                    <a:pt x="5413469" y="1752152"/>
                  </a:lnTo>
                  <a:lnTo>
                    <a:pt x="5452458" y="1727953"/>
                  </a:lnTo>
                  <a:lnTo>
                    <a:pt x="5487130" y="1698212"/>
                  </a:lnTo>
                  <a:lnTo>
                    <a:pt x="5516871" y="1663540"/>
                  </a:lnTo>
                  <a:lnTo>
                    <a:pt x="5541070" y="1624551"/>
                  </a:lnTo>
                  <a:lnTo>
                    <a:pt x="5559114" y="1581857"/>
                  </a:lnTo>
                  <a:lnTo>
                    <a:pt x="5570389" y="1536070"/>
                  </a:lnTo>
                  <a:lnTo>
                    <a:pt x="5574284" y="148780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12230481" y="1620417"/>
            <a:ext cx="3656329" cy="81534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Control</a:t>
            </a:r>
            <a:r>
              <a:rPr sz="225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Plane를</a:t>
            </a:r>
            <a:r>
              <a:rPr sz="225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위한</a:t>
            </a:r>
            <a:endParaRPr sz="2250">
              <a:latin typeface="Malgun Gothic"/>
              <a:cs typeface="Malgun Gothic"/>
            </a:endParaRPr>
          </a:p>
          <a:p>
            <a:pPr marL="113030">
              <a:lnSpc>
                <a:spcPct val="100000"/>
              </a:lnSpc>
              <a:spcBef>
                <a:spcPts val="409"/>
              </a:spcBef>
            </a:pP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KRaft</a:t>
            </a:r>
            <a:r>
              <a:rPr sz="22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Consensus</a:t>
            </a:r>
            <a:r>
              <a:rPr sz="225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protocol</a:t>
            </a:r>
            <a:endParaRPr sz="2250">
              <a:latin typeface="Malgun Gothic"/>
              <a:cs typeface="Malgun Gothic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2230481" y="2418371"/>
            <a:ext cx="3224530" cy="806450"/>
          </a:xfrm>
          <a:prstGeom prst="rect">
            <a:avLst/>
          </a:prstGeom>
        </p:spPr>
        <p:txBody>
          <a:bodyPr vert="horz" wrap="square" lIns="0" tIns="55879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9"/>
              </a:spcBef>
              <a:buSzPct val="102222"/>
              <a:buFont typeface="Arial"/>
              <a:buChar char="•"/>
              <a:tabLst>
                <a:tab pos="354965" algn="l"/>
              </a:tabLst>
            </a:pP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Old:</a:t>
            </a:r>
            <a:r>
              <a:rPr sz="225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algun Gothic"/>
                <a:cs typeface="Malgun Gothic"/>
              </a:rPr>
              <a:t>Zookeeper</a:t>
            </a:r>
            <a:endParaRPr sz="2250">
              <a:latin typeface="Malgun Gothic"/>
              <a:cs typeface="Malgun Gothic"/>
            </a:endParaRPr>
          </a:p>
          <a:p>
            <a:pPr marL="354965" indent="-342265">
              <a:lnSpc>
                <a:spcPct val="100000"/>
              </a:lnSpc>
              <a:spcBef>
                <a:spcPts val="395"/>
              </a:spcBef>
              <a:buSzPct val="102222"/>
              <a:buFont typeface="Arial"/>
              <a:buChar char="•"/>
              <a:tabLst>
                <a:tab pos="354965" algn="l"/>
              </a:tabLst>
            </a:pP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New:</a:t>
            </a:r>
            <a:r>
              <a:rPr sz="225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dirty="0">
                <a:solidFill>
                  <a:srgbClr val="FFFFFF"/>
                </a:solidFill>
                <a:latin typeface="Malgun Gothic"/>
                <a:cs typeface="Malgun Gothic"/>
              </a:rPr>
              <a:t>KRaft</a:t>
            </a:r>
            <a:r>
              <a:rPr sz="225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spc="-10" dirty="0">
                <a:solidFill>
                  <a:srgbClr val="FFFFFF"/>
                </a:solidFill>
                <a:latin typeface="Malgun Gothic"/>
                <a:cs typeface="Malgun Gothic"/>
              </a:rPr>
              <a:t>Controller</a:t>
            </a:r>
            <a:endParaRPr sz="2250">
              <a:latin typeface="Malgun Gothic"/>
              <a:cs typeface="Malgun Gothic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0698480" y="7872933"/>
            <a:ext cx="5657215" cy="1680845"/>
            <a:chOff x="10698480" y="7872933"/>
            <a:chExt cx="5657215" cy="1680845"/>
          </a:xfrm>
        </p:grpSpPr>
        <p:pic>
          <p:nvPicPr>
            <p:cNvPr id="60" name="object 6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98480" y="7872933"/>
              <a:ext cx="5657087" cy="1680845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1573256" y="7961338"/>
              <a:ext cx="4663440" cy="1568069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10991850" y="7976362"/>
              <a:ext cx="5087620" cy="1111250"/>
            </a:xfrm>
            <a:custGeom>
              <a:avLst/>
              <a:gdLst/>
              <a:ahLst/>
              <a:cxnLst/>
              <a:rect l="l" t="t" r="r" b="b"/>
              <a:pathLst>
                <a:path w="5087619" h="1111250">
                  <a:moveTo>
                    <a:pt x="0" y="129921"/>
                  </a:moveTo>
                  <a:lnTo>
                    <a:pt x="855852" y="462915"/>
                  </a:lnTo>
                  <a:lnTo>
                    <a:pt x="855852" y="925830"/>
                  </a:lnTo>
                  <a:lnTo>
                    <a:pt x="862469" y="975047"/>
                  </a:lnTo>
                  <a:lnTo>
                    <a:pt x="881140" y="1019283"/>
                  </a:lnTo>
                  <a:lnTo>
                    <a:pt x="910097" y="1056770"/>
                  </a:lnTo>
                  <a:lnTo>
                    <a:pt x="947575" y="1085737"/>
                  </a:lnTo>
                  <a:lnTo>
                    <a:pt x="991804" y="1104414"/>
                  </a:lnTo>
                  <a:lnTo>
                    <a:pt x="1041019" y="1111034"/>
                  </a:lnTo>
                  <a:lnTo>
                    <a:pt x="4902073" y="1111034"/>
                  </a:lnTo>
                  <a:lnTo>
                    <a:pt x="4951287" y="1104414"/>
                  </a:lnTo>
                  <a:lnTo>
                    <a:pt x="4995516" y="1085737"/>
                  </a:lnTo>
                  <a:lnTo>
                    <a:pt x="5032994" y="1056770"/>
                  </a:lnTo>
                  <a:lnTo>
                    <a:pt x="5061951" y="1019283"/>
                  </a:lnTo>
                  <a:lnTo>
                    <a:pt x="5080622" y="975047"/>
                  </a:lnTo>
                  <a:lnTo>
                    <a:pt x="5087238" y="925830"/>
                  </a:lnTo>
                  <a:lnTo>
                    <a:pt x="5087238" y="185166"/>
                  </a:lnTo>
                  <a:lnTo>
                    <a:pt x="855852" y="185166"/>
                  </a:lnTo>
                  <a:lnTo>
                    <a:pt x="0" y="129921"/>
                  </a:lnTo>
                  <a:close/>
                </a:path>
                <a:path w="5087619" h="1111250">
                  <a:moveTo>
                    <a:pt x="4902073" y="0"/>
                  </a:moveTo>
                  <a:lnTo>
                    <a:pt x="1041019" y="0"/>
                  </a:lnTo>
                  <a:lnTo>
                    <a:pt x="991804" y="6616"/>
                  </a:lnTo>
                  <a:lnTo>
                    <a:pt x="947575" y="25287"/>
                  </a:lnTo>
                  <a:lnTo>
                    <a:pt x="910097" y="54244"/>
                  </a:lnTo>
                  <a:lnTo>
                    <a:pt x="881140" y="91722"/>
                  </a:lnTo>
                  <a:lnTo>
                    <a:pt x="862469" y="135951"/>
                  </a:lnTo>
                  <a:lnTo>
                    <a:pt x="855852" y="185166"/>
                  </a:lnTo>
                  <a:lnTo>
                    <a:pt x="5087238" y="185166"/>
                  </a:lnTo>
                  <a:lnTo>
                    <a:pt x="5080622" y="135951"/>
                  </a:lnTo>
                  <a:lnTo>
                    <a:pt x="5061951" y="91722"/>
                  </a:lnTo>
                  <a:lnTo>
                    <a:pt x="5032994" y="54244"/>
                  </a:lnTo>
                  <a:lnTo>
                    <a:pt x="4995516" y="25287"/>
                  </a:lnTo>
                  <a:lnTo>
                    <a:pt x="4951287" y="6616"/>
                  </a:lnTo>
                  <a:lnTo>
                    <a:pt x="490207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8439150" y="3333368"/>
            <a:ext cx="237363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65" dirty="0">
                <a:solidFill>
                  <a:srgbClr val="040430"/>
                </a:solidFill>
                <a:latin typeface="Calibri"/>
                <a:cs typeface="Calibri"/>
              </a:rPr>
              <a:t>Control</a:t>
            </a:r>
            <a:r>
              <a:rPr sz="2700" spc="125" dirty="0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sz="2700" spc="305" dirty="0">
                <a:solidFill>
                  <a:srgbClr val="040430"/>
                </a:solidFill>
                <a:latin typeface="Calibri"/>
                <a:cs typeface="Calibri"/>
              </a:rPr>
              <a:t>Plane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664702" y="7769732"/>
            <a:ext cx="7138034" cy="112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060"/>
              </a:lnSpc>
              <a:spcBef>
                <a:spcPts val="100"/>
              </a:spcBef>
            </a:pPr>
            <a:r>
              <a:rPr sz="2700" spc="330" dirty="0">
                <a:solidFill>
                  <a:srgbClr val="040430"/>
                </a:solidFill>
                <a:latin typeface="Calibri"/>
                <a:cs typeface="Calibri"/>
              </a:rPr>
              <a:t>Data</a:t>
            </a:r>
            <a:r>
              <a:rPr sz="2700" spc="110" dirty="0">
                <a:solidFill>
                  <a:srgbClr val="040430"/>
                </a:solidFill>
                <a:latin typeface="Calibri"/>
                <a:cs typeface="Calibri"/>
              </a:rPr>
              <a:t> </a:t>
            </a:r>
            <a:r>
              <a:rPr sz="2700" spc="315" dirty="0">
                <a:solidFill>
                  <a:srgbClr val="040430"/>
                </a:solidFill>
                <a:latin typeface="Calibri"/>
                <a:cs typeface="Calibri"/>
              </a:rPr>
              <a:t>Plane</a:t>
            </a:r>
            <a:endParaRPr sz="2700">
              <a:latin typeface="Calibri"/>
              <a:cs typeface="Calibri"/>
            </a:endParaRPr>
          </a:p>
          <a:p>
            <a:pPr marL="3375025">
              <a:lnSpc>
                <a:spcPts val="2520"/>
              </a:lnSpc>
            </a:pP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클라이언트</a:t>
            </a:r>
            <a:r>
              <a:rPr sz="225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요청</a:t>
            </a:r>
            <a:r>
              <a:rPr sz="225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처리</a:t>
            </a:r>
            <a:r>
              <a:rPr sz="225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+</a:t>
            </a:r>
            <a:r>
              <a:rPr sz="225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spc="-25" dirty="0">
                <a:solidFill>
                  <a:srgbClr val="FFFFFF"/>
                </a:solidFill>
                <a:latin typeface="Malgun Gothic"/>
                <a:cs typeface="Malgun Gothic"/>
              </a:rPr>
              <a:t>데이</a:t>
            </a:r>
            <a:endParaRPr sz="2250">
              <a:latin typeface="Malgun Gothic"/>
              <a:cs typeface="Malgun Gothic"/>
            </a:endParaRPr>
          </a:p>
          <a:p>
            <a:pPr marL="3375025">
              <a:lnSpc>
                <a:spcPct val="100000"/>
              </a:lnSpc>
              <a:spcBef>
                <a:spcPts val="405"/>
              </a:spcBef>
            </a:pPr>
            <a:r>
              <a:rPr sz="2250" b="1" dirty="0">
                <a:solidFill>
                  <a:srgbClr val="FFFFFF"/>
                </a:solidFill>
                <a:latin typeface="Malgun Gothic"/>
                <a:cs typeface="Malgun Gothic"/>
              </a:rPr>
              <a:t>터</a:t>
            </a:r>
            <a:r>
              <a:rPr sz="225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250" b="1" spc="-25" dirty="0">
                <a:solidFill>
                  <a:srgbClr val="FFFFFF"/>
                </a:solidFill>
                <a:latin typeface="Malgun Gothic"/>
                <a:cs typeface="Malgun Gothic"/>
              </a:rPr>
              <a:t>복제</a:t>
            </a:r>
            <a:endParaRPr sz="2250">
              <a:latin typeface="Malgun Gothic"/>
              <a:cs typeface="Malgun Gothic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9928732" y="4273803"/>
            <a:ext cx="1910714" cy="3046095"/>
            <a:chOff x="9928732" y="4273803"/>
            <a:chExt cx="1910714" cy="3046095"/>
          </a:xfrm>
        </p:grpSpPr>
        <p:sp>
          <p:nvSpPr>
            <p:cNvPr id="66" name="object 66"/>
            <p:cNvSpPr/>
            <p:nvPr/>
          </p:nvSpPr>
          <p:spPr>
            <a:xfrm>
              <a:off x="9947782" y="4292853"/>
              <a:ext cx="1872614" cy="3007995"/>
            </a:xfrm>
            <a:custGeom>
              <a:avLst/>
              <a:gdLst/>
              <a:ahLst/>
              <a:cxnLst/>
              <a:rect l="l" t="t" r="r" b="b"/>
              <a:pathLst>
                <a:path w="1872615" h="3007995">
                  <a:moveTo>
                    <a:pt x="0" y="93218"/>
                  </a:moveTo>
                  <a:lnTo>
                    <a:pt x="7312" y="56953"/>
                  </a:lnTo>
                  <a:lnTo>
                    <a:pt x="27257" y="27320"/>
                  </a:lnTo>
                  <a:lnTo>
                    <a:pt x="56846" y="7332"/>
                  </a:lnTo>
                  <a:lnTo>
                    <a:pt x="93091" y="0"/>
                  </a:lnTo>
                  <a:lnTo>
                    <a:pt x="1779016" y="0"/>
                  </a:lnTo>
                  <a:lnTo>
                    <a:pt x="1815260" y="7332"/>
                  </a:lnTo>
                  <a:lnTo>
                    <a:pt x="1844849" y="27320"/>
                  </a:lnTo>
                  <a:lnTo>
                    <a:pt x="1864794" y="56953"/>
                  </a:lnTo>
                  <a:lnTo>
                    <a:pt x="1872107" y="93218"/>
                  </a:lnTo>
                  <a:lnTo>
                    <a:pt x="1872107" y="2914904"/>
                  </a:lnTo>
                  <a:lnTo>
                    <a:pt x="1864794" y="2951148"/>
                  </a:lnTo>
                  <a:lnTo>
                    <a:pt x="1844849" y="2980737"/>
                  </a:lnTo>
                  <a:lnTo>
                    <a:pt x="1815260" y="3000682"/>
                  </a:lnTo>
                  <a:lnTo>
                    <a:pt x="1779016" y="3007995"/>
                  </a:lnTo>
                  <a:lnTo>
                    <a:pt x="93091" y="3007995"/>
                  </a:lnTo>
                  <a:lnTo>
                    <a:pt x="56846" y="3000682"/>
                  </a:lnTo>
                  <a:lnTo>
                    <a:pt x="27257" y="2980737"/>
                  </a:lnTo>
                  <a:lnTo>
                    <a:pt x="7312" y="2951148"/>
                  </a:lnTo>
                  <a:lnTo>
                    <a:pt x="0" y="2914904"/>
                  </a:lnTo>
                  <a:lnTo>
                    <a:pt x="0" y="93218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09579" y="5940297"/>
              <a:ext cx="207137" cy="44056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10816717" y="578815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4">
                  <a:moveTo>
                    <a:pt x="474535" y="512127"/>
                  </a:moveTo>
                  <a:lnTo>
                    <a:pt x="457403" y="464108"/>
                  </a:lnTo>
                  <a:lnTo>
                    <a:pt x="419773" y="433336"/>
                  </a:lnTo>
                  <a:lnTo>
                    <a:pt x="419773" y="515061"/>
                  </a:lnTo>
                  <a:lnTo>
                    <a:pt x="419455" y="523214"/>
                  </a:lnTo>
                  <a:lnTo>
                    <a:pt x="417766" y="530783"/>
                  </a:lnTo>
                  <a:lnTo>
                    <a:pt x="417690" y="531126"/>
                  </a:lnTo>
                  <a:lnTo>
                    <a:pt x="414401" y="538734"/>
                  </a:lnTo>
                  <a:lnTo>
                    <a:pt x="382778" y="558800"/>
                  </a:lnTo>
                  <a:lnTo>
                    <a:pt x="379095" y="558800"/>
                  </a:lnTo>
                  <a:lnTo>
                    <a:pt x="343623" y="541286"/>
                  </a:lnTo>
                  <a:lnTo>
                    <a:pt x="337172" y="512127"/>
                  </a:lnTo>
                  <a:lnTo>
                    <a:pt x="342468" y="497255"/>
                  </a:lnTo>
                  <a:lnTo>
                    <a:pt x="353009" y="485279"/>
                  </a:lnTo>
                  <a:lnTo>
                    <a:pt x="367792" y="478155"/>
                  </a:lnTo>
                  <a:lnTo>
                    <a:pt x="371348" y="477266"/>
                  </a:lnTo>
                  <a:lnTo>
                    <a:pt x="375031" y="476885"/>
                  </a:lnTo>
                  <a:lnTo>
                    <a:pt x="378587" y="476885"/>
                  </a:lnTo>
                  <a:lnTo>
                    <a:pt x="412635" y="494309"/>
                  </a:lnTo>
                  <a:lnTo>
                    <a:pt x="419773" y="515061"/>
                  </a:lnTo>
                  <a:lnTo>
                    <a:pt x="419773" y="433336"/>
                  </a:lnTo>
                  <a:lnTo>
                    <a:pt x="40797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426" y="423164"/>
                  </a:lnTo>
                  <a:lnTo>
                    <a:pt x="352298" y="425196"/>
                  </a:lnTo>
                  <a:lnTo>
                    <a:pt x="318160" y="442747"/>
                  </a:lnTo>
                  <a:lnTo>
                    <a:pt x="312420" y="449465"/>
                  </a:lnTo>
                  <a:lnTo>
                    <a:pt x="255955" y="416179"/>
                  </a:lnTo>
                  <a:lnTo>
                    <a:pt x="263652" y="378968"/>
                  </a:lnTo>
                  <a:lnTo>
                    <a:pt x="255511" y="339623"/>
                  </a:lnTo>
                  <a:lnTo>
                    <a:pt x="311518" y="299339"/>
                  </a:lnTo>
                  <a:lnTo>
                    <a:pt x="352298" y="322834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928"/>
                  </a:lnTo>
                  <a:lnTo>
                    <a:pt x="464185" y="272503"/>
                  </a:lnTo>
                  <a:lnTo>
                    <a:pt x="465137" y="269875"/>
                  </a:lnTo>
                  <a:lnTo>
                    <a:pt x="470789" y="254508"/>
                  </a:lnTo>
                  <a:lnTo>
                    <a:pt x="474395" y="236016"/>
                  </a:lnTo>
                  <a:lnTo>
                    <a:pt x="474129" y="226364"/>
                  </a:lnTo>
                  <a:lnTo>
                    <a:pt x="474027" y="222758"/>
                  </a:lnTo>
                  <a:lnTo>
                    <a:pt x="473900" y="218186"/>
                  </a:lnTo>
                  <a:lnTo>
                    <a:pt x="473875" y="217322"/>
                  </a:lnTo>
                  <a:lnTo>
                    <a:pt x="469620" y="199021"/>
                  </a:lnTo>
                  <a:lnTo>
                    <a:pt x="464477" y="187325"/>
                  </a:lnTo>
                  <a:lnTo>
                    <a:pt x="462026" y="181737"/>
                  </a:lnTo>
                  <a:lnTo>
                    <a:pt x="450634" y="165874"/>
                  </a:lnTo>
                  <a:lnTo>
                    <a:pt x="436765" y="153009"/>
                  </a:lnTo>
                  <a:lnTo>
                    <a:pt x="420814" y="143243"/>
                  </a:lnTo>
                  <a:lnTo>
                    <a:pt x="418198" y="142265"/>
                  </a:lnTo>
                  <a:lnTo>
                    <a:pt x="418198" y="231914"/>
                  </a:lnTo>
                  <a:lnTo>
                    <a:pt x="416560" y="240157"/>
                  </a:lnTo>
                  <a:lnTo>
                    <a:pt x="383540" y="269875"/>
                  </a:lnTo>
                  <a:lnTo>
                    <a:pt x="372618" y="269875"/>
                  </a:lnTo>
                  <a:lnTo>
                    <a:pt x="337870" y="241960"/>
                  </a:lnTo>
                  <a:lnTo>
                    <a:pt x="335737" y="226364"/>
                  </a:lnTo>
                  <a:lnTo>
                    <a:pt x="336804" y="218186"/>
                  </a:lnTo>
                  <a:lnTo>
                    <a:pt x="363347" y="188468"/>
                  </a:lnTo>
                  <a:lnTo>
                    <a:pt x="369951" y="187325"/>
                  </a:lnTo>
                  <a:lnTo>
                    <a:pt x="384429" y="187325"/>
                  </a:lnTo>
                  <a:lnTo>
                    <a:pt x="416534" y="215887"/>
                  </a:lnTo>
                  <a:lnTo>
                    <a:pt x="418198" y="231914"/>
                  </a:lnTo>
                  <a:lnTo>
                    <a:pt x="418198" y="142265"/>
                  </a:lnTo>
                  <a:lnTo>
                    <a:pt x="403263" y="136677"/>
                  </a:lnTo>
                  <a:lnTo>
                    <a:pt x="395097" y="134366"/>
                  </a:lnTo>
                  <a:lnTo>
                    <a:pt x="386715" y="133350"/>
                  </a:lnTo>
                  <a:lnTo>
                    <a:pt x="378333" y="133350"/>
                  </a:lnTo>
                  <a:lnTo>
                    <a:pt x="330200" y="146558"/>
                  </a:lnTo>
                  <a:lnTo>
                    <a:pt x="291338" y="186359"/>
                  </a:lnTo>
                  <a:lnTo>
                    <a:pt x="281139" y="222758"/>
                  </a:lnTo>
                  <a:lnTo>
                    <a:pt x="281406" y="231914"/>
                  </a:lnTo>
                  <a:lnTo>
                    <a:pt x="281533" y="236016"/>
                  </a:lnTo>
                  <a:lnTo>
                    <a:pt x="281660" y="240157"/>
                  </a:lnTo>
                  <a:lnTo>
                    <a:pt x="281698" y="241401"/>
                  </a:lnTo>
                  <a:lnTo>
                    <a:pt x="284010" y="251142"/>
                  </a:lnTo>
                  <a:lnTo>
                    <a:pt x="228066" y="291465"/>
                  </a:lnTo>
                  <a:lnTo>
                    <a:pt x="224739" y="286575"/>
                  </a:lnTo>
                  <a:lnTo>
                    <a:pt x="208280" y="275488"/>
                  </a:lnTo>
                  <a:lnTo>
                    <a:pt x="208280" y="378968"/>
                  </a:lnTo>
                  <a:lnTo>
                    <a:pt x="202234" y="408063"/>
                  </a:lnTo>
                  <a:lnTo>
                    <a:pt x="185813" y="432295"/>
                  </a:lnTo>
                  <a:lnTo>
                    <a:pt x="161505" y="448894"/>
                  </a:lnTo>
                  <a:lnTo>
                    <a:pt x="131826" y="455041"/>
                  </a:lnTo>
                  <a:lnTo>
                    <a:pt x="102565" y="448894"/>
                  </a:lnTo>
                  <a:lnTo>
                    <a:pt x="78206" y="432295"/>
                  </a:lnTo>
                  <a:lnTo>
                    <a:pt x="61544" y="408063"/>
                  </a:lnTo>
                  <a:lnTo>
                    <a:pt x="55372" y="378968"/>
                  </a:lnTo>
                  <a:lnTo>
                    <a:pt x="61544" y="349478"/>
                  </a:lnTo>
                  <a:lnTo>
                    <a:pt x="78206" y="325335"/>
                  </a:lnTo>
                  <a:lnTo>
                    <a:pt x="102565" y="309016"/>
                  </a:lnTo>
                  <a:lnTo>
                    <a:pt x="131826" y="303022"/>
                  </a:lnTo>
                  <a:lnTo>
                    <a:pt x="161505" y="309016"/>
                  </a:lnTo>
                  <a:lnTo>
                    <a:pt x="185813" y="325335"/>
                  </a:lnTo>
                  <a:lnTo>
                    <a:pt x="202234" y="349478"/>
                  </a:lnTo>
                  <a:lnTo>
                    <a:pt x="208280" y="378968"/>
                  </a:lnTo>
                  <a:lnTo>
                    <a:pt x="208280" y="275488"/>
                  </a:lnTo>
                  <a:lnTo>
                    <a:pt x="182791" y="258318"/>
                  </a:lnTo>
                  <a:lnTo>
                    <a:pt x="152908" y="252222"/>
                  </a:lnTo>
                  <a:lnTo>
                    <a:pt x="152908" y="187159"/>
                  </a:lnTo>
                  <a:lnTo>
                    <a:pt x="162242" y="185254"/>
                  </a:lnTo>
                  <a:lnTo>
                    <a:pt x="192938" y="164706"/>
                  </a:lnTo>
                  <a:lnTo>
                    <a:pt x="211416" y="137795"/>
                  </a:lnTo>
                  <a:lnTo>
                    <a:pt x="213868" y="134226"/>
                  </a:lnTo>
                  <a:lnTo>
                    <a:pt x="221615" y="96901"/>
                  </a:lnTo>
                  <a:lnTo>
                    <a:pt x="214172" y="58991"/>
                  </a:lnTo>
                  <a:lnTo>
                    <a:pt x="211607" y="55118"/>
                  </a:lnTo>
                  <a:lnTo>
                    <a:pt x="193751" y="28219"/>
                  </a:lnTo>
                  <a:lnTo>
                    <a:pt x="166243" y="9652"/>
                  </a:lnTo>
                  <a:lnTo>
                    <a:pt x="166243" y="96901"/>
                  </a:lnTo>
                  <a:lnTo>
                    <a:pt x="163093" y="113042"/>
                  </a:lnTo>
                  <a:lnTo>
                    <a:pt x="154444" y="126022"/>
                  </a:lnTo>
                  <a:lnTo>
                    <a:pt x="141427" y="134658"/>
                  </a:lnTo>
                  <a:lnTo>
                    <a:pt x="125222" y="137795"/>
                  </a:lnTo>
                  <a:lnTo>
                    <a:pt x="108343" y="134658"/>
                  </a:lnTo>
                  <a:lnTo>
                    <a:pt x="94996" y="126022"/>
                  </a:lnTo>
                  <a:lnTo>
                    <a:pt x="86207" y="113042"/>
                  </a:lnTo>
                  <a:lnTo>
                    <a:pt x="83058" y="96901"/>
                  </a:lnTo>
                  <a:lnTo>
                    <a:pt x="86207" y="80149"/>
                  </a:lnTo>
                  <a:lnTo>
                    <a:pt x="94983" y="66916"/>
                  </a:lnTo>
                  <a:lnTo>
                    <a:pt x="108343" y="58242"/>
                  </a:lnTo>
                  <a:lnTo>
                    <a:pt x="125222" y="55118"/>
                  </a:lnTo>
                  <a:lnTo>
                    <a:pt x="140944" y="58242"/>
                  </a:lnTo>
                  <a:lnTo>
                    <a:pt x="154012" y="66916"/>
                  </a:lnTo>
                  <a:lnTo>
                    <a:pt x="162941" y="80149"/>
                  </a:lnTo>
                  <a:lnTo>
                    <a:pt x="166243" y="96901"/>
                  </a:lnTo>
                  <a:lnTo>
                    <a:pt x="166243" y="9652"/>
                  </a:lnTo>
                  <a:lnTo>
                    <a:pt x="163156" y="7556"/>
                  </a:lnTo>
                  <a:lnTo>
                    <a:pt x="125222" y="0"/>
                  </a:lnTo>
                  <a:lnTo>
                    <a:pt x="87045" y="7556"/>
                  </a:lnTo>
                  <a:lnTo>
                    <a:pt x="56070" y="28219"/>
                  </a:lnTo>
                  <a:lnTo>
                    <a:pt x="35280" y="58991"/>
                  </a:lnTo>
                  <a:lnTo>
                    <a:pt x="27686" y="96901"/>
                  </a:lnTo>
                  <a:lnTo>
                    <a:pt x="35280" y="134226"/>
                  </a:lnTo>
                  <a:lnTo>
                    <a:pt x="56070" y="164706"/>
                  </a:lnTo>
                  <a:lnTo>
                    <a:pt x="87045" y="185254"/>
                  </a:lnTo>
                  <a:lnTo>
                    <a:pt x="97536" y="187325"/>
                  </a:lnTo>
                  <a:lnTo>
                    <a:pt x="97536" y="254914"/>
                  </a:lnTo>
                  <a:lnTo>
                    <a:pt x="80848" y="258318"/>
                  </a:lnTo>
                  <a:lnTo>
                    <a:pt x="38900" y="286575"/>
                  </a:lnTo>
                  <a:lnTo>
                    <a:pt x="10464" y="328282"/>
                  </a:lnTo>
                  <a:lnTo>
                    <a:pt x="0" y="378968"/>
                  </a:lnTo>
                  <a:lnTo>
                    <a:pt x="10464" y="429666"/>
                  </a:lnTo>
                  <a:lnTo>
                    <a:pt x="38900" y="471373"/>
                  </a:lnTo>
                  <a:lnTo>
                    <a:pt x="80848" y="499630"/>
                  </a:lnTo>
                  <a:lnTo>
                    <a:pt x="97536" y="503047"/>
                  </a:lnTo>
                  <a:lnTo>
                    <a:pt x="97536" y="556412"/>
                  </a:lnTo>
                  <a:lnTo>
                    <a:pt x="87045" y="558482"/>
                  </a:lnTo>
                  <a:lnTo>
                    <a:pt x="56070" y="579145"/>
                  </a:lnTo>
                  <a:lnTo>
                    <a:pt x="35280" y="609917"/>
                  </a:lnTo>
                  <a:lnTo>
                    <a:pt x="27686" y="647827"/>
                  </a:lnTo>
                  <a:lnTo>
                    <a:pt x="35280" y="685088"/>
                  </a:lnTo>
                  <a:lnTo>
                    <a:pt x="56070" y="715518"/>
                  </a:lnTo>
                  <a:lnTo>
                    <a:pt x="87045" y="736053"/>
                  </a:lnTo>
                  <a:lnTo>
                    <a:pt x="125222" y="743585"/>
                  </a:lnTo>
                  <a:lnTo>
                    <a:pt x="162242" y="736053"/>
                  </a:lnTo>
                  <a:lnTo>
                    <a:pt x="192938" y="715518"/>
                  </a:lnTo>
                  <a:lnTo>
                    <a:pt x="211455" y="688594"/>
                  </a:lnTo>
                  <a:lnTo>
                    <a:pt x="213868" y="685088"/>
                  </a:lnTo>
                  <a:lnTo>
                    <a:pt x="221615" y="647827"/>
                  </a:lnTo>
                  <a:lnTo>
                    <a:pt x="214172" y="609917"/>
                  </a:lnTo>
                  <a:lnTo>
                    <a:pt x="211518" y="605917"/>
                  </a:lnTo>
                  <a:lnTo>
                    <a:pt x="193751" y="579145"/>
                  </a:lnTo>
                  <a:lnTo>
                    <a:pt x="166243" y="560578"/>
                  </a:lnTo>
                  <a:lnTo>
                    <a:pt x="166243" y="647827"/>
                  </a:lnTo>
                  <a:lnTo>
                    <a:pt x="163093" y="663956"/>
                  </a:lnTo>
                  <a:lnTo>
                    <a:pt x="154444" y="676884"/>
                  </a:lnTo>
                  <a:lnTo>
                    <a:pt x="141427" y="685482"/>
                  </a:lnTo>
                  <a:lnTo>
                    <a:pt x="125222" y="688594"/>
                  </a:lnTo>
                  <a:lnTo>
                    <a:pt x="108343" y="685482"/>
                  </a:lnTo>
                  <a:lnTo>
                    <a:pt x="94996" y="676884"/>
                  </a:lnTo>
                  <a:lnTo>
                    <a:pt x="86207" y="663956"/>
                  </a:lnTo>
                  <a:lnTo>
                    <a:pt x="83058" y="647827"/>
                  </a:lnTo>
                  <a:lnTo>
                    <a:pt x="86207" y="631050"/>
                  </a:lnTo>
                  <a:lnTo>
                    <a:pt x="94983" y="617778"/>
                  </a:lnTo>
                  <a:lnTo>
                    <a:pt x="108343" y="609066"/>
                  </a:lnTo>
                  <a:lnTo>
                    <a:pt x="125222" y="605917"/>
                  </a:lnTo>
                  <a:lnTo>
                    <a:pt x="140944" y="609066"/>
                  </a:lnTo>
                  <a:lnTo>
                    <a:pt x="154012" y="617778"/>
                  </a:lnTo>
                  <a:lnTo>
                    <a:pt x="162941" y="631050"/>
                  </a:lnTo>
                  <a:lnTo>
                    <a:pt x="166243" y="647827"/>
                  </a:lnTo>
                  <a:lnTo>
                    <a:pt x="166243" y="560578"/>
                  </a:lnTo>
                  <a:lnTo>
                    <a:pt x="163156" y="558482"/>
                  </a:lnTo>
                  <a:lnTo>
                    <a:pt x="152908" y="556450"/>
                  </a:lnTo>
                  <a:lnTo>
                    <a:pt x="152908" y="505739"/>
                  </a:lnTo>
                  <a:lnTo>
                    <a:pt x="182791" y="499630"/>
                  </a:lnTo>
                  <a:lnTo>
                    <a:pt x="224739" y="471373"/>
                  </a:lnTo>
                  <a:lnTo>
                    <a:pt x="229514" y="464350"/>
                  </a:lnTo>
                  <a:lnTo>
                    <a:pt x="285038" y="497332"/>
                  </a:lnTo>
                  <a:lnTo>
                    <a:pt x="282003" y="506298"/>
                  </a:lnTo>
                  <a:lnTo>
                    <a:pt x="284734" y="544195"/>
                  </a:lnTo>
                  <a:lnTo>
                    <a:pt x="298500" y="573392"/>
                  </a:lnTo>
                  <a:lnTo>
                    <a:pt x="320167" y="595655"/>
                  </a:lnTo>
                  <a:lnTo>
                    <a:pt x="347624" y="609828"/>
                  </a:lnTo>
                  <a:lnTo>
                    <a:pt x="378841" y="614807"/>
                  </a:lnTo>
                  <a:lnTo>
                    <a:pt x="386588" y="614807"/>
                  </a:lnTo>
                  <a:lnTo>
                    <a:pt x="395478" y="612521"/>
                  </a:lnTo>
                  <a:lnTo>
                    <a:pt x="403225" y="611505"/>
                  </a:lnTo>
                  <a:lnTo>
                    <a:pt x="450799" y="581761"/>
                  </a:lnTo>
                  <a:lnTo>
                    <a:pt x="465505" y="558800"/>
                  </a:lnTo>
                  <a:lnTo>
                    <a:pt x="470052" y="549033"/>
                  </a:lnTo>
                  <a:lnTo>
                    <a:pt x="474179" y="531126"/>
                  </a:lnTo>
                  <a:lnTo>
                    <a:pt x="474294" y="528828"/>
                  </a:lnTo>
                  <a:lnTo>
                    <a:pt x="474370" y="523214"/>
                  </a:lnTo>
                  <a:lnTo>
                    <a:pt x="474497" y="515061"/>
                  </a:lnTo>
                  <a:lnTo>
                    <a:pt x="474535" y="51212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9992232" y="6652259"/>
              <a:ext cx="1783714" cy="582930"/>
            </a:xfrm>
            <a:custGeom>
              <a:avLst/>
              <a:gdLst/>
              <a:ahLst/>
              <a:cxnLst/>
              <a:rect l="l" t="t" r="r" b="b"/>
              <a:pathLst>
                <a:path w="1783715" h="582929">
                  <a:moveTo>
                    <a:pt x="1754124" y="0"/>
                  </a:moveTo>
                  <a:lnTo>
                    <a:pt x="29083" y="0"/>
                  </a:lnTo>
                  <a:lnTo>
                    <a:pt x="17787" y="2274"/>
                  </a:lnTo>
                  <a:lnTo>
                    <a:pt x="8540" y="8477"/>
                  </a:lnTo>
                  <a:lnTo>
                    <a:pt x="2293" y="17680"/>
                  </a:lnTo>
                  <a:lnTo>
                    <a:pt x="0" y="28956"/>
                  </a:lnTo>
                  <a:lnTo>
                    <a:pt x="0" y="553974"/>
                  </a:lnTo>
                  <a:lnTo>
                    <a:pt x="2293" y="565249"/>
                  </a:lnTo>
                  <a:lnTo>
                    <a:pt x="8540" y="574452"/>
                  </a:lnTo>
                  <a:lnTo>
                    <a:pt x="17787" y="580655"/>
                  </a:lnTo>
                  <a:lnTo>
                    <a:pt x="29083" y="582930"/>
                  </a:lnTo>
                  <a:lnTo>
                    <a:pt x="1754124" y="582930"/>
                  </a:lnTo>
                  <a:lnTo>
                    <a:pt x="1765419" y="580655"/>
                  </a:lnTo>
                  <a:lnTo>
                    <a:pt x="1774666" y="574452"/>
                  </a:lnTo>
                  <a:lnTo>
                    <a:pt x="1780913" y="565249"/>
                  </a:lnTo>
                  <a:lnTo>
                    <a:pt x="1783207" y="553974"/>
                  </a:lnTo>
                  <a:lnTo>
                    <a:pt x="1783207" y="28956"/>
                  </a:lnTo>
                  <a:lnTo>
                    <a:pt x="1780913" y="17680"/>
                  </a:lnTo>
                  <a:lnTo>
                    <a:pt x="1774666" y="8477"/>
                  </a:lnTo>
                  <a:lnTo>
                    <a:pt x="1765419" y="2274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9992232" y="6652259"/>
              <a:ext cx="1783714" cy="582930"/>
            </a:xfrm>
            <a:custGeom>
              <a:avLst/>
              <a:gdLst/>
              <a:ahLst/>
              <a:cxnLst/>
              <a:rect l="l" t="t" r="r" b="b"/>
              <a:pathLst>
                <a:path w="1783715" h="582929">
                  <a:moveTo>
                    <a:pt x="0" y="28956"/>
                  </a:moveTo>
                  <a:lnTo>
                    <a:pt x="2293" y="17680"/>
                  </a:lnTo>
                  <a:lnTo>
                    <a:pt x="8540" y="8477"/>
                  </a:lnTo>
                  <a:lnTo>
                    <a:pt x="17787" y="2274"/>
                  </a:lnTo>
                  <a:lnTo>
                    <a:pt x="29083" y="0"/>
                  </a:lnTo>
                  <a:lnTo>
                    <a:pt x="1754124" y="0"/>
                  </a:lnTo>
                  <a:lnTo>
                    <a:pt x="1765419" y="2274"/>
                  </a:lnTo>
                  <a:lnTo>
                    <a:pt x="1774666" y="8477"/>
                  </a:lnTo>
                  <a:lnTo>
                    <a:pt x="1780913" y="17680"/>
                  </a:lnTo>
                  <a:lnTo>
                    <a:pt x="1783207" y="28956"/>
                  </a:lnTo>
                  <a:lnTo>
                    <a:pt x="1783207" y="553974"/>
                  </a:lnTo>
                  <a:lnTo>
                    <a:pt x="1780913" y="565249"/>
                  </a:lnTo>
                  <a:lnTo>
                    <a:pt x="1774666" y="574452"/>
                  </a:lnTo>
                  <a:lnTo>
                    <a:pt x="1765419" y="580655"/>
                  </a:lnTo>
                  <a:lnTo>
                    <a:pt x="1754124" y="582930"/>
                  </a:lnTo>
                  <a:lnTo>
                    <a:pt x="29083" y="582930"/>
                  </a:lnTo>
                  <a:lnTo>
                    <a:pt x="17787" y="580655"/>
                  </a:lnTo>
                  <a:lnTo>
                    <a:pt x="8540" y="574452"/>
                  </a:lnTo>
                  <a:lnTo>
                    <a:pt x="2293" y="565249"/>
                  </a:lnTo>
                  <a:lnTo>
                    <a:pt x="0" y="553974"/>
                  </a:lnTo>
                  <a:lnTo>
                    <a:pt x="0" y="28956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10386821" y="6703821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892675" y="4273803"/>
            <a:ext cx="5208270" cy="3331210"/>
            <a:chOff x="4892675" y="4273803"/>
            <a:chExt cx="5208270" cy="3331210"/>
          </a:xfrm>
        </p:grpSpPr>
        <p:sp>
          <p:nvSpPr>
            <p:cNvPr id="73" name="object 73"/>
            <p:cNvSpPr/>
            <p:nvPr/>
          </p:nvSpPr>
          <p:spPr>
            <a:xfrm>
              <a:off x="9565513" y="6977760"/>
              <a:ext cx="320675" cy="608330"/>
            </a:xfrm>
            <a:custGeom>
              <a:avLst/>
              <a:gdLst/>
              <a:ahLst/>
              <a:cxnLst/>
              <a:rect l="l" t="t" r="r" b="b"/>
              <a:pathLst>
                <a:path w="320675" h="608329">
                  <a:moveTo>
                    <a:pt x="320166" y="0"/>
                  </a:moveTo>
                  <a:lnTo>
                    <a:pt x="0" y="0"/>
                  </a:lnTo>
                  <a:lnTo>
                    <a:pt x="0" y="607821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885679" y="6857745"/>
              <a:ext cx="205613" cy="240156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9885679" y="6857745"/>
              <a:ext cx="205740" cy="240665"/>
            </a:xfrm>
            <a:custGeom>
              <a:avLst/>
              <a:gdLst/>
              <a:ahLst/>
              <a:cxnLst/>
              <a:rect l="l" t="t" r="r" b="b"/>
              <a:pathLst>
                <a:path w="205740" h="240665">
                  <a:moveTo>
                    <a:pt x="0" y="0"/>
                  </a:moveTo>
                  <a:lnTo>
                    <a:pt x="102870" y="0"/>
                  </a:lnTo>
                  <a:lnTo>
                    <a:pt x="142873" y="9429"/>
                  </a:lnTo>
                  <a:lnTo>
                    <a:pt x="175529" y="35147"/>
                  </a:lnTo>
                  <a:lnTo>
                    <a:pt x="197542" y="73294"/>
                  </a:lnTo>
                  <a:lnTo>
                    <a:pt x="205613" y="120014"/>
                  </a:lnTo>
                  <a:lnTo>
                    <a:pt x="197542" y="166754"/>
                  </a:lnTo>
                  <a:lnTo>
                    <a:pt x="175529" y="204946"/>
                  </a:lnTo>
                  <a:lnTo>
                    <a:pt x="142873" y="230707"/>
                  </a:lnTo>
                  <a:lnTo>
                    <a:pt x="102870" y="240156"/>
                  </a:lnTo>
                  <a:lnTo>
                    <a:pt x="0" y="24015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4911725" y="4292853"/>
              <a:ext cx="1872614" cy="3007995"/>
            </a:xfrm>
            <a:custGeom>
              <a:avLst/>
              <a:gdLst/>
              <a:ahLst/>
              <a:cxnLst/>
              <a:rect l="l" t="t" r="r" b="b"/>
              <a:pathLst>
                <a:path w="1872615" h="3007995">
                  <a:moveTo>
                    <a:pt x="0" y="93218"/>
                  </a:moveTo>
                  <a:lnTo>
                    <a:pt x="7312" y="56953"/>
                  </a:lnTo>
                  <a:lnTo>
                    <a:pt x="27257" y="27320"/>
                  </a:lnTo>
                  <a:lnTo>
                    <a:pt x="56846" y="7332"/>
                  </a:lnTo>
                  <a:lnTo>
                    <a:pt x="93090" y="0"/>
                  </a:lnTo>
                  <a:lnTo>
                    <a:pt x="1779016" y="0"/>
                  </a:lnTo>
                  <a:lnTo>
                    <a:pt x="1815280" y="7332"/>
                  </a:lnTo>
                  <a:lnTo>
                    <a:pt x="1844913" y="27320"/>
                  </a:lnTo>
                  <a:lnTo>
                    <a:pt x="1864901" y="56953"/>
                  </a:lnTo>
                  <a:lnTo>
                    <a:pt x="1872233" y="93218"/>
                  </a:lnTo>
                  <a:lnTo>
                    <a:pt x="1872233" y="2914904"/>
                  </a:lnTo>
                  <a:lnTo>
                    <a:pt x="1864901" y="2951148"/>
                  </a:lnTo>
                  <a:lnTo>
                    <a:pt x="1844913" y="2980737"/>
                  </a:lnTo>
                  <a:lnTo>
                    <a:pt x="1815280" y="3000682"/>
                  </a:lnTo>
                  <a:lnTo>
                    <a:pt x="1779016" y="3007995"/>
                  </a:lnTo>
                  <a:lnTo>
                    <a:pt x="93090" y="3007995"/>
                  </a:lnTo>
                  <a:lnTo>
                    <a:pt x="56846" y="3000682"/>
                  </a:lnTo>
                  <a:lnTo>
                    <a:pt x="27257" y="2980737"/>
                  </a:lnTo>
                  <a:lnTo>
                    <a:pt x="7312" y="2951148"/>
                  </a:lnTo>
                  <a:lnTo>
                    <a:pt x="0" y="2914904"/>
                  </a:lnTo>
                  <a:lnTo>
                    <a:pt x="0" y="93218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7" name="object 7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573522" y="5940297"/>
              <a:ext cx="207263" cy="440563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780786" y="578815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4">
                  <a:moveTo>
                    <a:pt x="474484" y="512127"/>
                  </a:moveTo>
                  <a:lnTo>
                    <a:pt x="470789" y="493649"/>
                  </a:lnTo>
                  <a:lnTo>
                    <a:pt x="463181" y="476885"/>
                  </a:lnTo>
                  <a:lnTo>
                    <a:pt x="457390" y="464108"/>
                  </a:lnTo>
                  <a:lnTo>
                    <a:pt x="435610" y="441566"/>
                  </a:lnTo>
                  <a:lnTo>
                    <a:pt x="419646" y="433285"/>
                  </a:lnTo>
                  <a:lnTo>
                    <a:pt x="419646" y="515061"/>
                  </a:lnTo>
                  <a:lnTo>
                    <a:pt x="419328" y="523214"/>
                  </a:lnTo>
                  <a:lnTo>
                    <a:pt x="417639" y="530783"/>
                  </a:lnTo>
                  <a:lnTo>
                    <a:pt x="417563" y="531126"/>
                  </a:lnTo>
                  <a:lnTo>
                    <a:pt x="414274" y="538734"/>
                  </a:lnTo>
                  <a:lnTo>
                    <a:pt x="382651" y="558800"/>
                  </a:lnTo>
                  <a:lnTo>
                    <a:pt x="378968" y="558800"/>
                  </a:lnTo>
                  <a:lnTo>
                    <a:pt x="343547" y="541286"/>
                  </a:lnTo>
                  <a:lnTo>
                    <a:pt x="337019" y="512356"/>
                  </a:lnTo>
                  <a:lnTo>
                    <a:pt x="342366" y="497255"/>
                  </a:lnTo>
                  <a:lnTo>
                    <a:pt x="352945" y="485279"/>
                  </a:lnTo>
                  <a:lnTo>
                    <a:pt x="367792" y="478155"/>
                  </a:lnTo>
                  <a:lnTo>
                    <a:pt x="371221" y="477266"/>
                  </a:lnTo>
                  <a:lnTo>
                    <a:pt x="374904" y="476885"/>
                  </a:lnTo>
                  <a:lnTo>
                    <a:pt x="378460" y="476885"/>
                  </a:lnTo>
                  <a:lnTo>
                    <a:pt x="412508" y="494309"/>
                  </a:lnTo>
                  <a:lnTo>
                    <a:pt x="419646" y="515061"/>
                  </a:lnTo>
                  <a:lnTo>
                    <a:pt x="419646" y="433285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47"/>
                  </a:lnTo>
                  <a:lnTo>
                    <a:pt x="312356" y="449503"/>
                  </a:lnTo>
                  <a:lnTo>
                    <a:pt x="255854" y="416140"/>
                  </a:lnTo>
                  <a:lnTo>
                    <a:pt x="263525" y="378968"/>
                  </a:lnTo>
                  <a:lnTo>
                    <a:pt x="255397" y="339610"/>
                  </a:lnTo>
                  <a:lnTo>
                    <a:pt x="311416" y="299313"/>
                  </a:lnTo>
                  <a:lnTo>
                    <a:pt x="352171" y="322834"/>
                  </a:lnTo>
                  <a:lnTo>
                    <a:pt x="368808" y="324993"/>
                  </a:lnTo>
                  <a:lnTo>
                    <a:pt x="376555" y="324993"/>
                  </a:lnTo>
                  <a:lnTo>
                    <a:pt x="425323" y="312928"/>
                  </a:lnTo>
                  <a:lnTo>
                    <a:pt x="464159" y="272503"/>
                  </a:lnTo>
                  <a:lnTo>
                    <a:pt x="465124" y="269875"/>
                  </a:lnTo>
                  <a:lnTo>
                    <a:pt x="470789" y="254508"/>
                  </a:lnTo>
                  <a:lnTo>
                    <a:pt x="474319" y="236016"/>
                  </a:lnTo>
                  <a:lnTo>
                    <a:pt x="473798" y="218186"/>
                  </a:lnTo>
                  <a:lnTo>
                    <a:pt x="473773" y="217322"/>
                  </a:lnTo>
                  <a:lnTo>
                    <a:pt x="469493" y="199021"/>
                  </a:lnTo>
                  <a:lnTo>
                    <a:pt x="464350" y="187325"/>
                  </a:lnTo>
                  <a:lnTo>
                    <a:pt x="461899" y="181737"/>
                  </a:lnTo>
                  <a:lnTo>
                    <a:pt x="450532" y="165874"/>
                  </a:lnTo>
                  <a:lnTo>
                    <a:pt x="436702" y="153009"/>
                  </a:lnTo>
                  <a:lnTo>
                    <a:pt x="420801" y="143243"/>
                  </a:lnTo>
                  <a:lnTo>
                    <a:pt x="418071" y="142227"/>
                  </a:lnTo>
                  <a:lnTo>
                    <a:pt x="418071" y="231914"/>
                  </a:lnTo>
                  <a:lnTo>
                    <a:pt x="416433" y="240157"/>
                  </a:lnTo>
                  <a:lnTo>
                    <a:pt x="383413" y="269875"/>
                  </a:lnTo>
                  <a:lnTo>
                    <a:pt x="372491" y="269875"/>
                  </a:lnTo>
                  <a:lnTo>
                    <a:pt x="337743" y="241960"/>
                  </a:lnTo>
                  <a:lnTo>
                    <a:pt x="335610" y="226364"/>
                  </a:lnTo>
                  <a:lnTo>
                    <a:pt x="336677" y="218186"/>
                  </a:lnTo>
                  <a:lnTo>
                    <a:pt x="363220" y="188468"/>
                  </a:lnTo>
                  <a:lnTo>
                    <a:pt x="369824" y="187325"/>
                  </a:lnTo>
                  <a:lnTo>
                    <a:pt x="384302" y="187325"/>
                  </a:lnTo>
                  <a:lnTo>
                    <a:pt x="416407" y="215887"/>
                  </a:lnTo>
                  <a:lnTo>
                    <a:pt x="418071" y="231914"/>
                  </a:lnTo>
                  <a:lnTo>
                    <a:pt x="418071" y="142227"/>
                  </a:lnTo>
                  <a:lnTo>
                    <a:pt x="403263" y="136677"/>
                  </a:lnTo>
                  <a:lnTo>
                    <a:pt x="394970" y="134366"/>
                  </a:lnTo>
                  <a:lnTo>
                    <a:pt x="386588" y="133350"/>
                  </a:lnTo>
                  <a:lnTo>
                    <a:pt x="378206" y="133350"/>
                  </a:lnTo>
                  <a:lnTo>
                    <a:pt x="330073" y="146558"/>
                  </a:lnTo>
                  <a:lnTo>
                    <a:pt x="291223" y="186359"/>
                  </a:lnTo>
                  <a:lnTo>
                    <a:pt x="281012" y="222758"/>
                  </a:lnTo>
                  <a:lnTo>
                    <a:pt x="281279" y="231914"/>
                  </a:lnTo>
                  <a:lnTo>
                    <a:pt x="281406" y="236016"/>
                  </a:lnTo>
                  <a:lnTo>
                    <a:pt x="281533" y="240157"/>
                  </a:lnTo>
                  <a:lnTo>
                    <a:pt x="281571" y="241401"/>
                  </a:lnTo>
                  <a:lnTo>
                    <a:pt x="283895" y="251218"/>
                  </a:lnTo>
                  <a:lnTo>
                    <a:pt x="228015" y="291503"/>
                  </a:lnTo>
                  <a:lnTo>
                    <a:pt x="224675" y="286575"/>
                  </a:lnTo>
                  <a:lnTo>
                    <a:pt x="208153" y="275437"/>
                  </a:lnTo>
                  <a:lnTo>
                    <a:pt x="208153" y="378968"/>
                  </a:lnTo>
                  <a:lnTo>
                    <a:pt x="202133" y="408063"/>
                  </a:lnTo>
                  <a:lnTo>
                    <a:pt x="185750" y="432295"/>
                  </a:lnTo>
                  <a:lnTo>
                    <a:pt x="161480" y="448894"/>
                  </a:lnTo>
                  <a:lnTo>
                    <a:pt x="131826" y="455041"/>
                  </a:lnTo>
                  <a:lnTo>
                    <a:pt x="102552" y="448894"/>
                  </a:lnTo>
                  <a:lnTo>
                    <a:pt x="78143" y="432295"/>
                  </a:lnTo>
                  <a:lnTo>
                    <a:pt x="61429" y="408063"/>
                  </a:lnTo>
                  <a:lnTo>
                    <a:pt x="55245" y="378968"/>
                  </a:lnTo>
                  <a:lnTo>
                    <a:pt x="61429" y="349478"/>
                  </a:lnTo>
                  <a:lnTo>
                    <a:pt x="78143" y="325335"/>
                  </a:lnTo>
                  <a:lnTo>
                    <a:pt x="102552" y="309016"/>
                  </a:lnTo>
                  <a:lnTo>
                    <a:pt x="131826" y="303022"/>
                  </a:lnTo>
                  <a:lnTo>
                    <a:pt x="161480" y="309016"/>
                  </a:lnTo>
                  <a:lnTo>
                    <a:pt x="185750" y="325335"/>
                  </a:lnTo>
                  <a:lnTo>
                    <a:pt x="202133" y="349478"/>
                  </a:lnTo>
                  <a:lnTo>
                    <a:pt x="208153" y="378968"/>
                  </a:lnTo>
                  <a:lnTo>
                    <a:pt x="208153" y="275437"/>
                  </a:lnTo>
                  <a:lnTo>
                    <a:pt x="182778" y="258318"/>
                  </a:lnTo>
                  <a:lnTo>
                    <a:pt x="152781" y="252196"/>
                  </a:lnTo>
                  <a:lnTo>
                    <a:pt x="152781" y="187159"/>
                  </a:lnTo>
                  <a:lnTo>
                    <a:pt x="162115" y="185254"/>
                  </a:lnTo>
                  <a:lnTo>
                    <a:pt x="192811" y="164706"/>
                  </a:lnTo>
                  <a:lnTo>
                    <a:pt x="211289" y="137795"/>
                  </a:lnTo>
                  <a:lnTo>
                    <a:pt x="213741" y="134226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93" y="55118"/>
                  </a:lnTo>
                  <a:lnTo>
                    <a:pt x="193675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42"/>
                  </a:lnTo>
                  <a:lnTo>
                    <a:pt x="154317" y="126022"/>
                  </a:lnTo>
                  <a:lnTo>
                    <a:pt x="141300" y="134658"/>
                  </a:lnTo>
                  <a:lnTo>
                    <a:pt x="125095" y="137795"/>
                  </a:lnTo>
                  <a:lnTo>
                    <a:pt x="108229" y="134658"/>
                  </a:lnTo>
                  <a:lnTo>
                    <a:pt x="94932" y="126022"/>
                  </a:lnTo>
                  <a:lnTo>
                    <a:pt x="86194" y="113042"/>
                  </a:lnTo>
                  <a:lnTo>
                    <a:pt x="83058" y="96901"/>
                  </a:lnTo>
                  <a:lnTo>
                    <a:pt x="86194" y="80149"/>
                  </a:lnTo>
                  <a:lnTo>
                    <a:pt x="94932" y="66916"/>
                  </a:lnTo>
                  <a:lnTo>
                    <a:pt x="108229" y="58242"/>
                  </a:lnTo>
                  <a:lnTo>
                    <a:pt x="125095" y="55118"/>
                  </a:lnTo>
                  <a:lnTo>
                    <a:pt x="140817" y="58242"/>
                  </a:lnTo>
                  <a:lnTo>
                    <a:pt x="153885" y="66916"/>
                  </a:lnTo>
                  <a:lnTo>
                    <a:pt x="162801" y="80149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59" y="96901"/>
                  </a:lnTo>
                  <a:lnTo>
                    <a:pt x="35166" y="134226"/>
                  </a:lnTo>
                  <a:lnTo>
                    <a:pt x="55981" y="164706"/>
                  </a:lnTo>
                  <a:lnTo>
                    <a:pt x="86969" y="185254"/>
                  </a:lnTo>
                  <a:lnTo>
                    <a:pt x="97409" y="187325"/>
                  </a:lnTo>
                  <a:lnTo>
                    <a:pt x="97409" y="254939"/>
                  </a:lnTo>
                  <a:lnTo>
                    <a:pt x="80848" y="258318"/>
                  </a:lnTo>
                  <a:lnTo>
                    <a:pt x="38900" y="286575"/>
                  </a:lnTo>
                  <a:lnTo>
                    <a:pt x="10464" y="328282"/>
                  </a:lnTo>
                  <a:lnTo>
                    <a:pt x="0" y="378968"/>
                  </a:lnTo>
                  <a:lnTo>
                    <a:pt x="10464" y="429666"/>
                  </a:lnTo>
                  <a:lnTo>
                    <a:pt x="38900" y="471373"/>
                  </a:lnTo>
                  <a:lnTo>
                    <a:pt x="80848" y="499630"/>
                  </a:lnTo>
                  <a:lnTo>
                    <a:pt x="97409" y="503021"/>
                  </a:lnTo>
                  <a:lnTo>
                    <a:pt x="97409" y="556425"/>
                  </a:lnTo>
                  <a:lnTo>
                    <a:pt x="86969" y="558482"/>
                  </a:lnTo>
                  <a:lnTo>
                    <a:pt x="55981" y="579145"/>
                  </a:lnTo>
                  <a:lnTo>
                    <a:pt x="35166" y="609917"/>
                  </a:lnTo>
                  <a:lnTo>
                    <a:pt x="27559" y="647827"/>
                  </a:lnTo>
                  <a:lnTo>
                    <a:pt x="35166" y="685088"/>
                  </a:lnTo>
                  <a:lnTo>
                    <a:pt x="55981" y="715518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18"/>
                  </a:lnTo>
                  <a:lnTo>
                    <a:pt x="211328" y="688594"/>
                  </a:lnTo>
                  <a:lnTo>
                    <a:pt x="213741" y="685088"/>
                  </a:lnTo>
                  <a:lnTo>
                    <a:pt x="221488" y="647827"/>
                  </a:lnTo>
                  <a:lnTo>
                    <a:pt x="214058" y="609917"/>
                  </a:lnTo>
                  <a:lnTo>
                    <a:pt x="211416" y="605917"/>
                  </a:lnTo>
                  <a:lnTo>
                    <a:pt x="193675" y="579145"/>
                  </a:lnTo>
                  <a:lnTo>
                    <a:pt x="166116" y="560539"/>
                  </a:lnTo>
                  <a:lnTo>
                    <a:pt x="166116" y="647827"/>
                  </a:lnTo>
                  <a:lnTo>
                    <a:pt x="162966" y="663956"/>
                  </a:lnTo>
                  <a:lnTo>
                    <a:pt x="154317" y="676884"/>
                  </a:lnTo>
                  <a:lnTo>
                    <a:pt x="141300" y="685482"/>
                  </a:lnTo>
                  <a:lnTo>
                    <a:pt x="125095" y="688594"/>
                  </a:lnTo>
                  <a:lnTo>
                    <a:pt x="108229" y="685482"/>
                  </a:lnTo>
                  <a:lnTo>
                    <a:pt x="94932" y="676884"/>
                  </a:lnTo>
                  <a:lnTo>
                    <a:pt x="86194" y="663956"/>
                  </a:lnTo>
                  <a:lnTo>
                    <a:pt x="83058" y="647827"/>
                  </a:lnTo>
                  <a:lnTo>
                    <a:pt x="86194" y="631050"/>
                  </a:lnTo>
                  <a:lnTo>
                    <a:pt x="94932" y="617778"/>
                  </a:lnTo>
                  <a:lnTo>
                    <a:pt x="108229" y="609066"/>
                  </a:lnTo>
                  <a:lnTo>
                    <a:pt x="125095" y="605917"/>
                  </a:lnTo>
                  <a:lnTo>
                    <a:pt x="140817" y="609066"/>
                  </a:lnTo>
                  <a:lnTo>
                    <a:pt x="153885" y="617778"/>
                  </a:lnTo>
                  <a:lnTo>
                    <a:pt x="162801" y="631050"/>
                  </a:lnTo>
                  <a:lnTo>
                    <a:pt x="166116" y="647827"/>
                  </a:lnTo>
                  <a:lnTo>
                    <a:pt x="166116" y="560539"/>
                  </a:lnTo>
                  <a:lnTo>
                    <a:pt x="163080" y="558482"/>
                  </a:lnTo>
                  <a:lnTo>
                    <a:pt x="152781" y="556437"/>
                  </a:lnTo>
                  <a:lnTo>
                    <a:pt x="152781" y="505764"/>
                  </a:lnTo>
                  <a:lnTo>
                    <a:pt x="182778" y="499630"/>
                  </a:lnTo>
                  <a:lnTo>
                    <a:pt x="224675" y="471373"/>
                  </a:lnTo>
                  <a:lnTo>
                    <a:pt x="229450" y="464350"/>
                  </a:lnTo>
                  <a:lnTo>
                    <a:pt x="285026" y="497205"/>
                  </a:lnTo>
                  <a:lnTo>
                    <a:pt x="281940" y="506298"/>
                  </a:lnTo>
                  <a:lnTo>
                    <a:pt x="284607" y="544195"/>
                  </a:lnTo>
                  <a:lnTo>
                    <a:pt x="298373" y="573392"/>
                  </a:lnTo>
                  <a:lnTo>
                    <a:pt x="320052" y="595655"/>
                  </a:lnTo>
                  <a:lnTo>
                    <a:pt x="347560" y="609828"/>
                  </a:lnTo>
                  <a:lnTo>
                    <a:pt x="378841" y="614807"/>
                  </a:lnTo>
                  <a:lnTo>
                    <a:pt x="386588" y="614807"/>
                  </a:lnTo>
                  <a:lnTo>
                    <a:pt x="395351" y="612521"/>
                  </a:lnTo>
                  <a:lnTo>
                    <a:pt x="403225" y="611505"/>
                  </a:lnTo>
                  <a:lnTo>
                    <a:pt x="450672" y="581761"/>
                  </a:lnTo>
                  <a:lnTo>
                    <a:pt x="465404" y="558800"/>
                  </a:lnTo>
                  <a:lnTo>
                    <a:pt x="469976" y="549033"/>
                  </a:lnTo>
                  <a:lnTo>
                    <a:pt x="474116" y="531126"/>
                  </a:lnTo>
                  <a:lnTo>
                    <a:pt x="474230" y="528828"/>
                  </a:lnTo>
                  <a:lnTo>
                    <a:pt x="474306" y="523214"/>
                  </a:lnTo>
                  <a:lnTo>
                    <a:pt x="474433" y="515061"/>
                  </a:lnTo>
                  <a:lnTo>
                    <a:pt x="474484" y="51212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4956302" y="4368545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1748917" y="0"/>
                  </a:moveTo>
                  <a:lnTo>
                    <a:pt x="34036" y="0"/>
                  </a:lnTo>
                  <a:lnTo>
                    <a:pt x="20788" y="2674"/>
                  </a:lnTo>
                  <a:lnTo>
                    <a:pt x="9969" y="9969"/>
                  </a:lnTo>
                  <a:lnTo>
                    <a:pt x="2674" y="20788"/>
                  </a:lnTo>
                  <a:lnTo>
                    <a:pt x="0" y="34036"/>
                  </a:lnTo>
                  <a:lnTo>
                    <a:pt x="0" y="651637"/>
                  </a:lnTo>
                  <a:lnTo>
                    <a:pt x="2674" y="664904"/>
                  </a:lnTo>
                  <a:lnTo>
                    <a:pt x="9969" y="675766"/>
                  </a:lnTo>
                  <a:lnTo>
                    <a:pt x="20788" y="683105"/>
                  </a:lnTo>
                  <a:lnTo>
                    <a:pt x="34036" y="685800"/>
                  </a:lnTo>
                  <a:lnTo>
                    <a:pt x="1748917" y="685800"/>
                  </a:lnTo>
                  <a:lnTo>
                    <a:pt x="1762238" y="683105"/>
                  </a:lnTo>
                  <a:lnTo>
                    <a:pt x="1773094" y="675767"/>
                  </a:lnTo>
                  <a:lnTo>
                    <a:pt x="1780403" y="664904"/>
                  </a:lnTo>
                  <a:lnTo>
                    <a:pt x="1783079" y="651637"/>
                  </a:lnTo>
                  <a:lnTo>
                    <a:pt x="1783079" y="34036"/>
                  </a:lnTo>
                  <a:lnTo>
                    <a:pt x="1780403" y="20788"/>
                  </a:lnTo>
                  <a:lnTo>
                    <a:pt x="1773094" y="9969"/>
                  </a:lnTo>
                  <a:lnTo>
                    <a:pt x="1762238" y="2674"/>
                  </a:lnTo>
                  <a:lnTo>
                    <a:pt x="1748917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4956302" y="4368545"/>
              <a:ext cx="1783080" cy="685800"/>
            </a:xfrm>
            <a:custGeom>
              <a:avLst/>
              <a:gdLst/>
              <a:ahLst/>
              <a:cxnLst/>
              <a:rect l="l" t="t" r="r" b="b"/>
              <a:pathLst>
                <a:path w="1783079" h="685800">
                  <a:moveTo>
                    <a:pt x="0" y="34036"/>
                  </a:moveTo>
                  <a:lnTo>
                    <a:pt x="2674" y="20788"/>
                  </a:lnTo>
                  <a:lnTo>
                    <a:pt x="9969" y="9969"/>
                  </a:lnTo>
                  <a:lnTo>
                    <a:pt x="20788" y="2674"/>
                  </a:lnTo>
                  <a:lnTo>
                    <a:pt x="34036" y="0"/>
                  </a:lnTo>
                  <a:lnTo>
                    <a:pt x="1748917" y="0"/>
                  </a:lnTo>
                  <a:lnTo>
                    <a:pt x="1762238" y="2674"/>
                  </a:lnTo>
                  <a:lnTo>
                    <a:pt x="1773094" y="9969"/>
                  </a:lnTo>
                  <a:lnTo>
                    <a:pt x="1780403" y="20788"/>
                  </a:lnTo>
                  <a:lnTo>
                    <a:pt x="1783079" y="34036"/>
                  </a:lnTo>
                  <a:lnTo>
                    <a:pt x="1783079" y="651637"/>
                  </a:lnTo>
                  <a:lnTo>
                    <a:pt x="1780403" y="664904"/>
                  </a:lnTo>
                  <a:lnTo>
                    <a:pt x="1773094" y="675767"/>
                  </a:lnTo>
                  <a:lnTo>
                    <a:pt x="1762238" y="683105"/>
                  </a:lnTo>
                  <a:lnTo>
                    <a:pt x="1748917" y="685800"/>
                  </a:lnTo>
                  <a:lnTo>
                    <a:pt x="34036" y="685800"/>
                  </a:lnTo>
                  <a:lnTo>
                    <a:pt x="20788" y="683105"/>
                  </a:lnTo>
                  <a:lnTo>
                    <a:pt x="9969" y="675766"/>
                  </a:lnTo>
                  <a:lnTo>
                    <a:pt x="2674" y="664904"/>
                  </a:lnTo>
                  <a:lnTo>
                    <a:pt x="0" y="651637"/>
                  </a:lnTo>
                  <a:lnTo>
                    <a:pt x="0" y="34036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5120385" y="4387088"/>
            <a:ext cx="145796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185" dirty="0">
                <a:solidFill>
                  <a:srgbClr val="040430"/>
                </a:solidFill>
                <a:latin typeface="Calibri"/>
                <a:cs typeface="Calibri"/>
              </a:rPr>
              <a:t>Controller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420614" y="4733035"/>
            <a:ext cx="8553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20" dirty="0">
                <a:solidFill>
                  <a:srgbClr val="040430"/>
                </a:solidFill>
                <a:latin typeface="Calibri"/>
                <a:cs typeface="Calibri"/>
              </a:rPr>
              <a:t>(active)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4946777" y="6642734"/>
            <a:ext cx="1802130" cy="601980"/>
            <a:chOff x="4946777" y="6642734"/>
            <a:chExt cx="1802130" cy="601980"/>
          </a:xfrm>
        </p:grpSpPr>
        <p:sp>
          <p:nvSpPr>
            <p:cNvPr id="84" name="object 84"/>
            <p:cNvSpPr/>
            <p:nvPr/>
          </p:nvSpPr>
          <p:spPr>
            <a:xfrm>
              <a:off x="4956302" y="6652259"/>
              <a:ext cx="1783080" cy="582930"/>
            </a:xfrm>
            <a:custGeom>
              <a:avLst/>
              <a:gdLst/>
              <a:ahLst/>
              <a:cxnLst/>
              <a:rect l="l" t="t" r="r" b="b"/>
              <a:pathLst>
                <a:path w="1783079" h="582929">
                  <a:moveTo>
                    <a:pt x="1754124" y="0"/>
                  </a:moveTo>
                  <a:lnTo>
                    <a:pt x="28956" y="0"/>
                  </a:lnTo>
                  <a:lnTo>
                    <a:pt x="17680" y="2274"/>
                  </a:lnTo>
                  <a:lnTo>
                    <a:pt x="8477" y="8477"/>
                  </a:lnTo>
                  <a:lnTo>
                    <a:pt x="2274" y="17680"/>
                  </a:lnTo>
                  <a:lnTo>
                    <a:pt x="0" y="28956"/>
                  </a:lnTo>
                  <a:lnTo>
                    <a:pt x="0" y="553974"/>
                  </a:lnTo>
                  <a:lnTo>
                    <a:pt x="2274" y="565249"/>
                  </a:lnTo>
                  <a:lnTo>
                    <a:pt x="8477" y="574452"/>
                  </a:lnTo>
                  <a:lnTo>
                    <a:pt x="17680" y="580655"/>
                  </a:lnTo>
                  <a:lnTo>
                    <a:pt x="28956" y="582930"/>
                  </a:lnTo>
                  <a:lnTo>
                    <a:pt x="1754124" y="582930"/>
                  </a:lnTo>
                  <a:lnTo>
                    <a:pt x="1765399" y="580655"/>
                  </a:lnTo>
                  <a:lnTo>
                    <a:pt x="1774602" y="574452"/>
                  </a:lnTo>
                  <a:lnTo>
                    <a:pt x="1780805" y="565249"/>
                  </a:lnTo>
                  <a:lnTo>
                    <a:pt x="1783079" y="553974"/>
                  </a:lnTo>
                  <a:lnTo>
                    <a:pt x="1783079" y="28956"/>
                  </a:lnTo>
                  <a:lnTo>
                    <a:pt x="1780805" y="17680"/>
                  </a:lnTo>
                  <a:lnTo>
                    <a:pt x="1774602" y="8477"/>
                  </a:lnTo>
                  <a:lnTo>
                    <a:pt x="1765399" y="2274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4956302" y="6652259"/>
              <a:ext cx="1783080" cy="582930"/>
            </a:xfrm>
            <a:custGeom>
              <a:avLst/>
              <a:gdLst/>
              <a:ahLst/>
              <a:cxnLst/>
              <a:rect l="l" t="t" r="r" b="b"/>
              <a:pathLst>
                <a:path w="1783079" h="582929">
                  <a:moveTo>
                    <a:pt x="0" y="28956"/>
                  </a:moveTo>
                  <a:lnTo>
                    <a:pt x="2274" y="17680"/>
                  </a:lnTo>
                  <a:lnTo>
                    <a:pt x="8477" y="8477"/>
                  </a:lnTo>
                  <a:lnTo>
                    <a:pt x="17680" y="2274"/>
                  </a:lnTo>
                  <a:lnTo>
                    <a:pt x="28956" y="0"/>
                  </a:lnTo>
                  <a:lnTo>
                    <a:pt x="1754124" y="0"/>
                  </a:lnTo>
                  <a:lnTo>
                    <a:pt x="1765399" y="2274"/>
                  </a:lnTo>
                  <a:lnTo>
                    <a:pt x="1774602" y="8477"/>
                  </a:lnTo>
                  <a:lnTo>
                    <a:pt x="1780805" y="17680"/>
                  </a:lnTo>
                  <a:lnTo>
                    <a:pt x="1783079" y="28956"/>
                  </a:lnTo>
                  <a:lnTo>
                    <a:pt x="1783079" y="553974"/>
                  </a:lnTo>
                  <a:lnTo>
                    <a:pt x="1780805" y="565249"/>
                  </a:lnTo>
                  <a:lnTo>
                    <a:pt x="1774602" y="574452"/>
                  </a:lnTo>
                  <a:lnTo>
                    <a:pt x="1765399" y="580655"/>
                  </a:lnTo>
                  <a:lnTo>
                    <a:pt x="1754124" y="582930"/>
                  </a:lnTo>
                  <a:lnTo>
                    <a:pt x="28956" y="582930"/>
                  </a:lnTo>
                  <a:lnTo>
                    <a:pt x="17680" y="580655"/>
                  </a:lnTo>
                  <a:lnTo>
                    <a:pt x="8477" y="574452"/>
                  </a:lnTo>
                  <a:lnTo>
                    <a:pt x="2274" y="565249"/>
                  </a:lnTo>
                  <a:lnTo>
                    <a:pt x="0" y="553974"/>
                  </a:lnTo>
                  <a:lnTo>
                    <a:pt x="0" y="28956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5350255" y="6703821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4516120" y="3969511"/>
            <a:ext cx="4801870" cy="3635375"/>
            <a:chOff x="4516120" y="3969511"/>
            <a:chExt cx="4801870" cy="3635375"/>
          </a:xfrm>
        </p:grpSpPr>
        <p:sp>
          <p:nvSpPr>
            <p:cNvPr id="88" name="object 88"/>
            <p:cNvSpPr/>
            <p:nvPr/>
          </p:nvSpPr>
          <p:spPr>
            <a:xfrm>
              <a:off x="4535170" y="3988561"/>
              <a:ext cx="314960" cy="3597275"/>
            </a:xfrm>
            <a:custGeom>
              <a:avLst/>
              <a:gdLst/>
              <a:ahLst/>
              <a:cxnLst/>
              <a:rect l="l" t="t" r="r" b="b"/>
              <a:pathLst>
                <a:path w="314960" h="3597275">
                  <a:moveTo>
                    <a:pt x="314451" y="726059"/>
                  </a:moveTo>
                  <a:lnTo>
                    <a:pt x="0" y="726059"/>
                  </a:lnTo>
                  <a:lnTo>
                    <a:pt x="0" y="0"/>
                  </a:lnTo>
                </a:path>
                <a:path w="314960" h="3597275">
                  <a:moveTo>
                    <a:pt x="314451" y="2989199"/>
                  </a:moveTo>
                  <a:lnTo>
                    <a:pt x="0" y="2989199"/>
                  </a:lnTo>
                  <a:lnTo>
                    <a:pt x="0" y="3597021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9" name="object 8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849622" y="4594605"/>
              <a:ext cx="205739" cy="240157"/>
            </a:xfrm>
            <a:prstGeom prst="rect">
              <a:avLst/>
            </a:prstGeom>
          </p:spPr>
        </p:pic>
        <p:sp>
          <p:nvSpPr>
            <p:cNvPr id="90" name="object 90"/>
            <p:cNvSpPr/>
            <p:nvPr/>
          </p:nvSpPr>
          <p:spPr>
            <a:xfrm>
              <a:off x="4849622" y="4594605"/>
              <a:ext cx="205740" cy="240665"/>
            </a:xfrm>
            <a:custGeom>
              <a:avLst/>
              <a:gdLst/>
              <a:ahLst/>
              <a:cxnLst/>
              <a:rect l="l" t="t" r="r" b="b"/>
              <a:pathLst>
                <a:path w="205739" h="240664">
                  <a:moveTo>
                    <a:pt x="0" y="0"/>
                  </a:moveTo>
                  <a:lnTo>
                    <a:pt x="102869" y="0"/>
                  </a:lnTo>
                  <a:lnTo>
                    <a:pt x="142892" y="9429"/>
                  </a:lnTo>
                  <a:lnTo>
                    <a:pt x="175593" y="35147"/>
                  </a:lnTo>
                  <a:lnTo>
                    <a:pt x="197649" y="73294"/>
                  </a:lnTo>
                  <a:lnTo>
                    <a:pt x="205739" y="120015"/>
                  </a:lnTo>
                  <a:lnTo>
                    <a:pt x="197649" y="166754"/>
                  </a:lnTo>
                  <a:lnTo>
                    <a:pt x="175593" y="204946"/>
                  </a:lnTo>
                  <a:lnTo>
                    <a:pt x="142892" y="230707"/>
                  </a:lnTo>
                  <a:lnTo>
                    <a:pt x="102869" y="240157"/>
                  </a:lnTo>
                  <a:lnTo>
                    <a:pt x="0" y="24015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1" name="object 9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849622" y="6857745"/>
              <a:ext cx="205739" cy="240156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4849622" y="6857745"/>
              <a:ext cx="205740" cy="240665"/>
            </a:xfrm>
            <a:custGeom>
              <a:avLst/>
              <a:gdLst/>
              <a:ahLst/>
              <a:cxnLst/>
              <a:rect l="l" t="t" r="r" b="b"/>
              <a:pathLst>
                <a:path w="205739" h="240665">
                  <a:moveTo>
                    <a:pt x="0" y="0"/>
                  </a:moveTo>
                  <a:lnTo>
                    <a:pt x="102869" y="0"/>
                  </a:lnTo>
                  <a:lnTo>
                    <a:pt x="142892" y="9429"/>
                  </a:lnTo>
                  <a:lnTo>
                    <a:pt x="175593" y="35147"/>
                  </a:lnTo>
                  <a:lnTo>
                    <a:pt x="197649" y="73294"/>
                  </a:lnTo>
                  <a:lnTo>
                    <a:pt x="205739" y="120014"/>
                  </a:lnTo>
                  <a:lnTo>
                    <a:pt x="197649" y="166754"/>
                  </a:lnTo>
                  <a:lnTo>
                    <a:pt x="175593" y="204946"/>
                  </a:lnTo>
                  <a:lnTo>
                    <a:pt x="142892" y="230707"/>
                  </a:lnTo>
                  <a:lnTo>
                    <a:pt x="102869" y="240156"/>
                  </a:lnTo>
                  <a:lnTo>
                    <a:pt x="0" y="240156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7426452" y="4293107"/>
              <a:ext cx="1872614" cy="3007995"/>
            </a:xfrm>
            <a:custGeom>
              <a:avLst/>
              <a:gdLst/>
              <a:ahLst/>
              <a:cxnLst/>
              <a:rect l="l" t="t" r="r" b="b"/>
              <a:pathLst>
                <a:path w="1872615" h="3007995">
                  <a:moveTo>
                    <a:pt x="0" y="93090"/>
                  </a:moveTo>
                  <a:lnTo>
                    <a:pt x="7312" y="56846"/>
                  </a:lnTo>
                  <a:lnTo>
                    <a:pt x="27257" y="27257"/>
                  </a:lnTo>
                  <a:lnTo>
                    <a:pt x="56846" y="7312"/>
                  </a:lnTo>
                  <a:lnTo>
                    <a:pt x="93091" y="0"/>
                  </a:lnTo>
                  <a:lnTo>
                    <a:pt x="1779016" y="0"/>
                  </a:lnTo>
                  <a:lnTo>
                    <a:pt x="1815260" y="7312"/>
                  </a:lnTo>
                  <a:lnTo>
                    <a:pt x="1844849" y="27257"/>
                  </a:lnTo>
                  <a:lnTo>
                    <a:pt x="1864794" y="56846"/>
                  </a:lnTo>
                  <a:lnTo>
                    <a:pt x="1872106" y="93090"/>
                  </a:lnTo>
                  <a:lnTo>
                    <a:pt x="1872106" y="2914904"/>
                  </a:lnTo>
                  <a:lnTo>
                    <a:pt x="1864794" y="2951148"/>
                  </a:lnTo>
                  <a:lnTo>
                    <a:pt x="1844849" y="2980737"/>
                  </a:lnTo>
                  <a:lnTo>
                    <a:pt x="1815260" y="3000682"/>
                  </a:lnTo>
                  <a:lnTo>
                    <a:pt x="1779016" y="3007994"/>
                  </a:lnTo>
                  <a:lnTo>
                    <a:pt x="93091" y="3007994"/>
                  </a:lnTo>
                  <a:lnTo>
                    <a:pt x="56846" y="3000682"/>
                  </a:lnTo>
                  <a:lnTo>
                    <a:pt x="27257" y="2980737"/>
                  </a:lnTo>
                  <a:lnTo>
                    <a:pt x="7312" y="2951148"/>
                  </a:lnTo>
                  <a:lnTo>
                    <a:pt x="0" y="2914904"/>
                  </a:lnTo>
                  <a:lnTo>
                    <a:pt x="0" y="9309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4" name="object 9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88248" y="5940425"/>
              <a:ext cx="207136" cy="440689"/>
            </a:xfrm>
            <a:prstGeom prst="rect">
              <a:avLst/>
            </a:prstGeom>
          </p:spPr>
        </p:pic>
        <p:sp>
          <p:nvSpPr>
            <p:cNvPr id="95" name="object 95"/>
            <p:cNvSpPr/>
            <p:nvPr/>
          </p:nvSpPr>
          <p:spPr>
            <a:xfrm>
              <a:off x="8295386" y="5788405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4">
                  <a:moveTo>
                    <a:pt x="474535" y="512076"/>
                  </a:moveTo>
                  <a:lnTo>
                    <a:pt x="457403" y="464108"/>
                  </a:lnTo>
                  <a:lnTo>
                    <a:pt x="419773" y="433336"/>
                  </a:lnTo>
                  <a:lnTo>
                    <a:pt x="419773" y="515010"/>
                  </a:lnTo>
                  <a:lnTo>
                    <a:pt x="419455" y="523163"/>
                  </a:lnTo>
                  <a:lnTo>
                    <a:pt x="397700" y="554977"/>
                  </a:lnTo>
                  <a:lnTo>
                    <a:pt x="382651" y="558673"/>
                  </a:lnTo>
                  <a:lnTo>
                    <a:pt x="379095" y="558673"/>
                  </a:lnTo>
                  <a:lnTo>
                    <a:pt x="343623" y="541261"/>
                  </a:lnTo>
                  <a:lnTo>
                    <a:pt x="337185" y="512076"/>
                  </a:lnTo>
                  <a:lnTo>
                    <a:pt x="342468" y="497255"/>
                  </a:lnTo>
                  <a:lnTo>
                    <a:pt x="353009" y="485279"/>
                  </a:lnTo>
                  <a:lnTo>
                    <a:pt x="367792" y="478155"/>
                  </a:lnTo>
                  <a:lnTo>
                    <a:pt x="371348" y="477266"/>
                  </a:lnTo>
                  <a:lnTo>
                    <a:pt x="375031" y="476885"/>
                  </a:lnTo>
                  <a:lnTo>
                    <a:pt x="378587" y="476885"/>
                  </a:lnTo>
                  <a:lnTo>
                    <a:pt x="412635" y="494309"/>
                  </a:lnTo>
                  <a:lnTo>
                    <a:pt x="419773" y="515010"/>
                  </a:lnTo>
                  <a:lnTo>
                    <a:pt x="419773" y="433336"/>
                  </a:lnTo>
                  <a:lnTo>
                    <a:pt x="40797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426" y="423164"/>
                  </a:lnTo>
                  <a:lnTo>
                    <a:pt x="352298" y="425196"/>
                  </a:lnTo>
                  <a:lnTo>
                    <a:pt x="318160" y="442747"/>
                  </a:lnTo>
                  <a:lnTo>
                    <a:pt x="312420" y="449465"/>
                  </a:lnTo>
                  <a:lnTo>
                    <a:pt x="255955" y="416179"/>
                  </a:lnTo>
                  <a:lnTo>
                    <a:pt x="263652" y="378968"/>
                  </a:lnTo>
                  <a:lnTo>
                    <a:pt x="255511" y="339623"/>
                  </a:lnTo>
                  <a:lnTo>
                    <a:pt x="311518" y="299339"/>
                  </a:lnTo>
                  <a:lnTo>
                    <a:pt x="318338" y="305854"/>
                  </a:lnTo>
                  <a:lnTo>
                    <a:pt x="334213" y="315734"/>
                  </a:lnTo>
                  <a:lnTo>
                    <a:pt x="352298" y="322834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928"/>
                  </a:lnTo>
                  <a:lnTo>
                    <a:pt x="464185" y="272427"/>
                  </a:lnTo>
                  <a:lnTo>
                    <a:pt x="465124" y="269875"/>
                  </a:lnTo>
                  <a:lnTo>
                    <a:pt x="470789" y="254508"/>
                  </a:lnTo>
                  <a:lnTo>
                    <a:pt x="474395" y="236016"/>
                  </a:lnTo>
                  <a:lnTo>
                    <a:pt x="473900" y="218059"/>
                  </a:lnTo>
                  <a:lnTo>
                    <a:pt x="473875" y="217322"/>
                  </a:lnTo>
                  <a:lnTo>
                    <a:pt x="469620" y="199021"/>
                  </a:lnTo>
                  <a:lnTo>
                    <a:pt x="464477" y="187325"/>
                  </a:lnTo>
                  <a:lnTo>
                    <a:pt x="462026" y="181737"/>
                  </a:lnTo>
                  <a:lnTo>
                    <a:pt x="450634" y="165862"/>
                  </a:lnTo>
                  <a:lnTo>
                    <a:pt x="436765" y="152958"/>
                  </a:lnTo>
                  <a:lnTo>
                    <a:pt x="420814" y="143179"/>
                  </a:lnTo>
                  <a:lnTo>
                    <a:pt x="418198" y="142214"/>
                  </a:lnTo>
                  <a:lnTo>
                    <a:pt x="418198" y="231902"/>
                  </a:lnTo>
                  <a:lnTo>
                    <a:pt x="416560" y="240157"/>
                  </a:lnTo>
                  <a:lnTo>
                    <a:pt x="383540" y="269875"/>
                  </a:lnTo>
                  <a:lnTo>
                    <a:pt x="372618" y="269875"/>
                  </a:lnTo>
                  <a:lnTo>
                    <a:pt x="337870" y="241960"/>
                  </a:lnTo>
                  <a:lnTo>
                    <a:pt x="335737" y="226314"/>
                  </a:lnTo>
                  <a:lnTo>
                    <a:pt x="336804" y="218059"/>
                  </a:lnTo>
                  <a:lnTo>
                    <a:pt x="363347" y="188468"/>
                  </a:lnTo>
                  <a:lnTo>
                    <a:pt x="369951" y="187325"/>
                  </a:lnTo>
                  <a:lnTo>
                    <a:pt x="384429" y="187325"/>
                  </a:lnTo>
                  <a:lnTo>
                    <a:pt x="416534" y="215836"/>
                  </a:lnTo>
                  <a:lnTo>
                    <a:pt x="418198" y="231902"/>
                  </a:lnTo>
                  <a:lnTo>
                    <a:pt x="418198" y="142214"/>
                  </a:lnTo>
                  <a:lnTo>
                    <a:pt x="403225" y="136652"/>
                  </a:lnTo>
                  <a:lnTo>
                    <a:pt x="395097" y="134366"/>
                  </a:lnTo>
                  <a:lnTo>
                    <a:pt x="386715" y="133223"/>
                  </a:lnTo>
                  <a:lnTo>
                    <a:pt x="378333" y="133223"/>
                  </a:lnTo>
                  <a:lnTo>
                    <a:pt x="365861" y="134061"/>
                  </a:lnTo>
                  <a:lnTo>
                    <a:pt x="353072" y="136652"/>
                  </a:lnTo>
                  <a:lnTo>
                    <a:pt x="353275" y="136652"/>
                  </a:lnTo>
                  <a:lnTo>
                    <a:pt x="341591" y="140728"/>
                  </a:lnTo>
                  <a:lnTo>
                    <a:pt x="301180" y="170637"/>
                  </a:lnTo>
                  <a:lnTo>
                    <a:pt x="281076" y="222758"/>
                  </a:lnTo>
                  <a:lnTo>
                    <a:pt x="281355" y="231902"/>
                  </a:lnTo>
                  <a:lnTo>
                    <a:pt x="281482" y="236016"/>
                  </a:lnTo>
                  <a:lnTo>
                    <a:pt x="281609" y="240157"/>
                  </a:lnTo>
                  <a:lnTo>
                    <a:pt x="281647" y="241401"/>
                  </a:lnTo>
                  <a:lnTo>
                    <a:pt x="283959" y="251053"/>
                  </a:lnTo>
                  <a:lnTo>
                    <a:pt x="228028" y="291363"/>
                  </a:lnTo>
                  <a:lnTo>
                    <a:pt x="224739" y="286524"/>
                  </a:lnTo>
                  <a:lnTo>
                    <a:pt x="208280" y="275424"/>
                  </a:lnTo>
                  <a:lnTo>
                    <a:pt x="208280" y="378968"/>
                  </a:lnTo>
                  <a:lnTo>
                    <a:pt x="202234" y="408063"/>
                  </a:lnTo>
                  <a:lnTo>
                    <a:pt x="185813" y="432295"/>
                  </a:lnTo>
                  <a:lnTo>
                    <a:pt x="161505" y="448894"/>
                  </a:lnTo>
                  <a:lnTo>
                    <a:pt x="131826" y="455041"/>
                  </a:lnTo>
                  <a:lnTo>
                    <a:pt x="102565" y="448894"/>
                  </a:lnTo>
                  <a:lnTo>
                    <a:pt x="78206" y="432295"/>
                  </a:lnTo>
                  <a:lnTo>
                    <a:pt x="61544" y="408063"/>
                  </a:lnTo>
                  <a:lnTo>
                    <a:pt x="55372" y="378968"/>
                  </a:lnTo>
                  <a:lnTo>
                    <a:pt x="61544" y="349427"/>
                  </a:lnTo>
                  <a:lnTo>
                    <a:pt x="78206" y="325285"/>
                  </a:lnTo>
                  <a:lnTo>
                    <a:pt x="102565" y="309003"/>
                  </a:lnTo>
                  <a:lnTo>
                    <a:pt x="131826" y="303022"/>
                  </a:lnTo>
                  <a:lnTo>
                    <a:pt x="161505" y="309003"/>
                  </a:lnTo>
                  <a:lnTo>
                    <a:pt x="185813" y="325285"/>
                  </a:lnTo>
                  <a:lnTo>
                    <a:pt x="202234" y="349427"/>
                  </a:lnTo>
                  <a:lnTo>
                    <a:pt x="208280" y="378968"/>
                  </a:lnTo>
                  <a:lnTo>
                    <a:pt x="208280" y="275424"/>
                  </a:lnTo>
                  <a:lnTo>
                    <a:pt x="182791" y="258203"/>
                  </a:lnTo>
                  <a:lnTo>
                    <a:pt x="152908" y="252095"/>
                  </a:lnTo>
                  <a:lnTo>
                    <a:pt x="152908" y="187159"/>
                  </a:lnTo>
                  <a:lnTo>
                    <a:pt x="192938" y="164706"/>
                  </a:lnTo>
                  <a:lnTo>
                    <a:pt x="221615" y="96901"/>
                  </a:lnTo>
                  <a:lnTo>
                    <a:pt x="214172" y="58991"/>
                  </a:lnTo>
                  <a:lnTo>
                    <a:pt x="211607" y="55118"/>
                  </a:lnTo>
                  <a:lnTo>
                    <a:pt x="193751" y="28219"/>
                  </a:lnTo>
                  <a:lnTo>
                    <a:pt x="166243" y="9652"/>
                  </a:lnTo>
                  <a:lnTo>
                    <a:pt x="166243" y="96901"/>
                  </a:lnTo>
                  <a:lnTo>
                    <a:pt x="163093" y="113030"/>
                  </a:lnTo>
                  <a:lnTo>
                    <a:pt x="154444" y="125958"/>
                  </a:lnTo>
                  <a:lnTo>
                    <a:pt x="141427" y="134556"/>
                  </a:lnTo>
                  <a:lnTo>
                    <a:pt x="125222" y="137668"/>
                  </a:lnTo>
                  <a:lnTo>
                    <a:pt x="108343" y="134556"/>
                  </a:lnTo>
                  <a:lnTo>
                    <a:pt x="94996" y="125958"/>
                  </a:lnTo>
                  <a:lnTo>
                    <a:pt x="86207" y="113030"/>
                  </a:lnTo>
                  <a:lnTo>
                    <a:pt x="83058" y="96901"/>
                  </a:lnTo>
                  <a:lnTo>
                    <a:pt x="86207" y="80149"/>
                  </a:lnTo>
                  <a:lnTo>
                    <a:pt x="94996" y="66916"/>
                  </a:lnTo>
                  <a:lnTo>
                    <a:pt x="108343" y="58242"/>
                  </a:lnTo>
                  <a:lnTo>
                    <a:pt x="125222" y="55118"/>
                  </a:lnTo>
                  <a:lnTo>
                    <a:pt x="140944" y="58242"/>
                  </a:lnTo>
                  <a:lnTo>
                    <a:pt x="154012" y="66916"/>
                  </a:lnTo>
                  <a:lnTo>
                    <a:pt x="162941" y="80149"/>
                  </a:lnTo>
                  <a:lnTo>
                    <a:pt x="166243" y="96901"/>
                  </a:lnTo>
                  <a:lnTo>
                    <a:pt x="166243" y="9652"/>
                  </a:lnTo>
                  <a:lnTo>
                    <a:pt x="163156" y="7556"/>
                  </a:lnTo>
                  <a:lnTo>
                    <a:pt x="125222" y="0"/>
                  </a:lnTo>
                  <a:lnTo>
                    <a:pt x="87045" y="7556"/>
                  </a:lnTo>
                  <a:lnTo>
                    <a:pt x="56070" y="28219"/>
                  </a:lnTo>
                  <a:lnTo>
                    <a:pt x="35280" y="58991"/>
                  </a:lnTo>
                  <a:lnTo>
                    <a:pt x="27686" y="96901"/>
                  </a:lnTo>
                  <a:lnTo>
                    <a:pt x="35280" y="134226"/>
                  </a:lnTo>
                  <a:lnTo>
                    <a:pt x="56070" y="164706"/>
                  </a:lnTo>
                  <a:lnTo>
                    <a:pt x="87045" y="185254"/>
                  </a:lnTo>
                  <a:lnTo>
                    <a:pt x="97536" y="187325"/>
                  </a:lnTo>
                  <a:lnTo>
                    <a:pt x="97536" y="254800"/>
                  </a:lnTo>
                  <a:lnTo>
                    <a:pt x="80848" y="258203"/>
                  </a:lnTo>
                  <a:lnTo>
                    <a:pt x="38900" y="286524"/>
                  </a:lnTo>
                  <a:lnTo>
                    <a:pt x="10464" y="328256"/>
                  </a:lnTo>
                  <a:lnTo>
                    <a:pt x="0" y="378968"/>
                  </a:lnTo>
                  <a:lnTo>
                    <a:pt x="10464" y="429666"/>
                  </a:lnTo>
                  <a:lnTo>
                    <a:pt x="38900" y="471373"/>
                  </a:lnTo>
                  <a:lnTo>
                    <a:pt x="80848" y="499630"/>
                  </a:lnTo>
                  <a:lnTo>
                    <a:pt x="97536" y="503047"/>
                  </a:lnTo>
                  <a:lnTo>
                    <a:pt x="97536" y="556412"/>
                  </a:lnTo>
                  <a:lnTo>
                    <a:pt x="87045" y="558482"/>
                  </a:lnTo>
                  <a:lnTo>
                    <a:pt x="56070" y="579132"/>
                  </a:lnTo>
                  <a:lnTo>
                    <a:pt x="35280" y="609866"/>
                  </a:lnTo>
                  <a:lnTo>
                    <a:pt x="27686" y="647700"/>
                  </a:lnTo>
                  <a:lnTo>
                    <a:pt x="35280" y="685025"/>
                  </a:lnTo>
                  <a:lnTo>
                    <a:pt x="56070" y="715505"/>
                  </a:lnTo>
                  <a:lnTo>
                    <a:pt x="87045" y="736053"/>
                  </a:lnTo>
                  <a:lnTo>
                    <a:pt x="125222" y="743585"/>
                  </a:lnTo>
                  <a:lnTo>
                    <a:pt x="162242" y="736053"/>
                  </a:lnTo>
                  <a:lnTo>
                    <a:pt x="192938" y="715505"/>
                  </a:lnTo>
                  <a:lnTo>
                    <a:pt x="211416" y="688594"/>
                  </a:lnTo>
                  <a:lnTo>
                    <a:pt x="213868" y="685025"/>
                  </a:lnTo>
                  <a:lnTo>
                    <a:pt x="221615" y="647700"/>
                  </a:lnTo>
                  <a:lnTo>
                    <a:pt x="214172" y="609866"/>
                  </a:lnTo>
                  <a:lnTo>
                    <a:pt x="211556" y="605917"/>
                  </a:lnTo>
                  <a:lnTo>
                    <a:pt x="193751" y="579132"/>
                  </a:lnTo>
                  <a:lnTo>
                    <a:pt x="166243" y="560578"/>
                  </a:lnTo>
                  <a:lnTo>
                    <a:pt x="166243" y="647700"/>
                  </a:lnTo>
                  <a:lnTo>
                    <a:pt x="163093" y="663905"/>
                  </a:lnTo>
                  <a:lnTo>
                    <a:pt x="154444" y="676871"/>
                  </a:lnTo>
                  <a:lnTo>
                    <a:pt x="141427" y="685482"/>
                  </a:lnTo>
                  <a:lnTo>
                    <a:pt x="125222" y="688594"/>
                  </a:lnTo>
                  <a:lnTo>
                    <a:pt x="108343" y="685482"/>
                  </a:lnTo>
                  <a:lnTo>
                    <a:pt x="94996" y="676871"/>
                  </a:lnTo>
                  <a:lnTo>
                    <a:pt x="86207" y="663905"/>
                  </a:lnTo>
                  <a:lnTo>
                    <a:pt x="83058" y="647700"/>
                  </a:lnTo>
                  <a:lnTo>
                    <a:pt x="86207" y="630999"/>
                  </a:lnTo>
                  <a:lnTo>
                    <a:pt x="94996" y="617766"/>
                  </a:lnTo>
                  <a:lnTo>
                    <a:pt x="108343" y="609053"/>
                  </a:lnTo>
                  <a:lnTo>
                    <a:pt x="125222" y="605917"/>
                  </a:lnTo>
                  <a:lnTo>
                    <a:pt x="140944" y="609053"/>
                  </a:lnTo>
                  <a:lnTo>
                    <a:pt x="154012" y="617766"/>
                  </a:lnTo>
                  <a:lnTo>
                    <a:pt x="162941" y="630999"/>
                  </a:lnTo>
                  <a:lnTo>
                    <a:pt x="166243" y="647700"/>
                  </a:lnTo>
                  <a:lnTo>
                    <a:pt x="166243" y="560578"/>
                  </a:lnTo>
                  <a:lnTo>
                    <a:pt x="163156" y="558482"/>
                  </a:lnTo>
                  <a:lnTo>
                    <a:pt x="152908" y="556450"/>
                  </a:lnTo>
                  <a:lnTo>
                    <a:pt x="152908" y="505739"/>
                  </a:lnTo>
                  <a:lnTo>
                    <a:pt x="182791" y="499630"/>
                  </a:lnTo>
                  <a:lnTo>
                    <a:pt x="224739" y="471373"/>
                  </a:lnTo>
                  <a:lnTo>
                    <a:pt x="229539" y="464312"/>
                  </a:lnTo>
                  <a:lnTo>
                    <a:pt x="285102" y="497128"/>
                  </a:lnTo>
                  <a:lnTo>
                    <a:pt x="282003" y="506298"/>
                  </a:lnTo>
                  <a:lnTo>
                    <a:pt x="284734" y="544195"/>
                  </a:lnTo>
                  <a:lnTo>
                    <a:pt x="298500" y="573379"/>
                  </a:lnTo>
                  <a:lnTo>
                    <a:pt x="320167" y="595591"/>
                  </a:lnTo>
                  <a:lnTo>
                    <a:pt x="347624" y="609727"/>
                  </a:lnTo>
                  <a:lnTo>
                    <a:pt x="378841" y="614680"/>
                  </a:lnTo>
                  <a:lnTo>
                    <a:pt x="386588" y="614680"/>
                  </a:lnTo>
                  <a:lnTo>
                    <a:pt x="395478" y="612521"/>
                  </a:lnTo>
                  <a:lnTo>
                    <a:pt x="403225" y="611505"/>
                  </a:lnTo>
                  <a:lnTo>
                    <a:pt x="450799" y="581685"/>
                  </a:lnTo>
                  <a:lnTo>
                    <a:pt x="465518" y="558673"/>
                  </a:lnTo>
                  <a:lnTo>
                    <a:pt x="470052" y="548970"/>
                  </a:lnTo>
                  <a:lnTo>
                    <a:pt x="474167" y="531114"/>
                  </a:lnTo>
                  <a:lnTo>
                    <a:pt x="474281" y="528828"/>
                  </a:lnTo>
                  <a:lnTo>
                    <a:pt x="474370" y="523163"/>
                  </a:lnTo>
                  <a:lnTo>
                    <a:pt x="474497" y="515010"/>
                  </a:lnTo>
                  <a:lnTo>
                    <a:pt x="474535" y="51207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7470902" y="6652386"/>
              <a:ext cx="1783714" cy="583565"/>
            </a:xfrm>
            <a:custGeom>
              <a:avLst/>
              <a:gdLst/>
              <a:ahLst/>
              <a:cxnLst/>
              <a:rect l="l" t="t" r="r" b="b"/>
              <a:pathLst>
                <a:path w="1783715" h="583565">
                  <a:moveTo>
                    <a:pt x="1754124" y="0"/>
                  </a:moveTo>
                  <a:lnTo>
                    <a:pt x="29082" y="0"/>
                  </a:lnTo>
                  <a:lnTo>
                    <a:pt x="17787" y="2293"/>
                  </a:lnTo>
                  <a:lnTo>
                    <a:pt x="8540" y="8540"/>
                  </a:lnTo>
                  <a:lnTo>
                    <a:pt x="2293" y="17787"/>
                  </a:lnTo>
                  <a:lnTo>
                    <a:pt x="0" y="29083"/>
                  </a:lnTo>
                  <a:lnTo>
                    <a:pt x="0" y="553974"/>
                  </a:lnTo>
                  <a:lnTo>
                    <a:pt x="2293" y="565322"/>
                  </a:lnTo>
                  <a:lnTo>
                    <a:pt x="8540" y="574563"/>
                  </a:lnTo>
                  <a:lnTo>
                    <a:pt x="17787" y="580780"/>
                  </a:lnTo>
                  <a:lnTo>
                    <a:pt x="29082" y="583057"/>
                  </a:lnTo>
                  <a:lnTo>
                    <a:pt x="1754124" y="583057"/>
                  </a:lnTo>
                  <a:lnTo>
                    <a:pt x="1765419" y="580780"/>
                  </a:lnTo>
                  <a:lnTo>
                    <a:pt x="1774666" y="574563"/>
                  </a:lnTo>
                  <a:lnTo>
                    <a:pt x="1780913" y="565322"/>
                  </a:lnTo>
                  <a:lnTo>
                    <a:pt x="1783206" y="553974"/>
                  </a:lnTo>
                  <a:lnTo>
                    <a:pt x="1783206" y="29083"/>
                  </a:lnTo>
                  <a:lnTo>
                    <a:pt x="1780913" y="17787"/>
                  </a:lnTo>
                  <a:lnTo>
                    <a:pt x="1774666" y="8540"/>
                  </a:lnTo>
                  <a:lnTo>
                    <a:pt x="1765419" y="2293"/>
                  </a:lnTo>
                  <a:lnTo>
                    <a:pt x="17541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7470902" y="6652386"/>
              <a:ext cx="1783714" cy="583565"/>
            </a:xfrm>
            <a:custGeom>
              <a:avLst/>
              <a:gdLst/>
              <a:ahLst/>
              <a:cxnLst/>
              <a:rect l="l" t="t" r="r" b="b"/>
              <a:pathLst>
                <a:path w="1783715" h="583565">
                  <a:moveTo>
                    <a:pt x="0" y="29083"/>
                  </a:moveTo>
                  <a:lnTo>
                    <a:pt x="2293" y="17787"/>
                  </a:lnTo>
                  <a:lnTo>
                    <a:pt x="8540" y="8540"/>
                  </a:lnTo>
                  <a:lnTo>
                    <a:pt x="17787" y="2293"/>
                  </a:lnTo>
                  <a:lnTo>
                    <a:pt x="29082" y="0"/>
                  </a:lnTo>
                  <a:lnTo>
                    <a:pt x="1754124" y="0"/>
                  </a:lnTo>
                  <a:lnTo>
                    <a:pt x="1765419" y="2293"/>
                  </a:lnTo>
                  <a:lnTo>
                    <a:pt x="1774666" y="8540"/>
                  </a:lnTo>
                  <a:lnTo>
                    <a:pt x="1780913" y="17787"/>
                  </a:lnTo>
                  <a:lnTo>
                    <a:pt x="1783206" y="29083"/>
                  </a:lnTo>
                  <a:lnTo>
                    <a:pt x="1783206" y="553974"/>
                  </a:lnTo>
                  <a:lnTo>
                    <a:pt x="1780913" y="565322"/>
                  </a:lnTo>
                  <a:lnTo>
                    <a:pt x="1774666" y="574563"/>
                  </a:lnTo>
                  <a:lnTo>
                    <a:pt x="1765419" y="580780"/>
                  </a:lnTo>
                  <a:lnTo>
                    <a:pt x="1754124" y="583057"/>
                  </a:lnTo>
                  <a:lnTo>
                    <a:pt x="29082" y="583057"/>
                  </a:lnTo>
                  <a:lnTo>
                    <a:pt x="17787" y="580780"/>
                  </a:lnTo>
                  <a:lnTo>
                    <a:pt x="8540" y="574563"/>
                  </a:lnTo>
                  <a:lnTo>
                    <a:pt x="2293" y="565322"/>
                  </a:lnTo>
                  <a:lnTo>
                    <a:pt x="0" y="553974"/>
                  </a:lnTo>
                  <a:lnTo>
                    <a:pt x="0" y="29083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7865109" y="6704203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7030973" y="6848475"/>
            <a:ext cx="548640" cy="756285"/>
            <a:chOff x="7030973" y="6848475"/>
            <a:chExt cx="548640" cy="756285"/>
          </a:xfrm>
        </p:grpSpPr>
        <p:sp>
          <p:nvSpPr>
            <p:cNvPr id="100" name="object 100"/>
            <p:cNvSpPr/>
            <p:nvPr/>
          </p:nvSpPr>
          <p:spPr>
            <a:xfrm>
              <a:off x="7050023" y="6978014"/>
              <a:ext cx="314325" cy="607695"/>
            </a:xfrm>
            <a:custGeom>
              <a:avLst/>
              <a:gdLst/>
              <a:ahLst/>
              <a:cxnLst/>
              <a:rect l="l" t="t" r="r" b="b"/>
              <a:pathLst>
                <a:path w="314325" h="607695">
                  <a:moveTo>
                    <a:pt x="314325" y="0"/>
                  </a:moveTo>
                  <a:lnTo>
                    <a:pt x="0" y="0"/>
                  </a:lnTo>
                  <a:lnTo>
                    <a:pt x="0" y="607694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364348" y="6858000"/>
              <a:ext cx="205612" cy="24003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7364348" y="6858000"/>
              <a:ext cx="205740" cy="240029"/>
            </a:xfrm>
            <a:custGeom>
              <a:avLst/>
              <a:gdLst/>
              <a:ahLst/>
              <a:cxnLst/>
              <a:rect l="l" t="t" r="r" b="b"/>
              <a:pathLst>
                <a:path w="205740" h="240029">
                  <a:moveTo>
                    <a:pt x="0" y="0"/>
                  </a:moveTo>
                  <a:lnTo>
                    <a:pt x="102870" y="0"/>
                  </a:lnTo>
                  <a:lnTo>
                    <a:pt x="142873" y="9429"/>
                  </a:lnTo>
                  <a:lnTo>
                    <a:pt x="175529" y="35147"/>
                  </a:lnTo>
                  <a:lnTo>
                    <a:pt x="197542" y="73294"/>
                  </a:lnTo>
                  <a:lnTo>
                    <a:pt x="205612" y="120014"/>
                  </a:lnTo>
                  <a:lnTo>
                    <a:pt x="197542" y="166735"/>
                  </a:lnTo>
                  <a:lnTo>
                    <a:pt x="175529" y="204882"/>
                  </a:lnTo>
                  <a:lnTo>
                    <a:pt x="142873" y="230600"/>
                  </a:lnTo>
                  <a:lnTo>
                    <a:pt x="102870" y="240030"/>
                  </a:lnTo>
                  <a:lnTo>
                    <a:pt x="0" y="24003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847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173360"/>
                </a:solidFill>
              </a:rPr>
              <a:t>Inside</a:t>
            </a:r>
            <a:r>
              <a:rPr sz="4400" spc="-3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The</a:t>
            </a:r>
            <a:r>
              <a:rPr sz="4400" spc="-5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Apache</a:t>
            </a:r>
            <a:r>
              <a:rPr sz="4400" spc="-35" dirty="0">
                <a:solidFill>
                  <a:srgbClr val="173360"/>
                </a:solidFill>
              </a:rPr>
              <a:t> </a:t>
            </a:r>
            <a:r>
              <a:rPr sz="4400" dirty="0">
                <a:solidFill>
                  <a:srgbClr val="173360"/>
                </a:solidFill>
              </a:rPr>
              <a:t>Kafka</a:t>
            </a:r>
            <a:r>
              <a:rPr sz="4400" spc="-60" dirty="0">
                <a:solidFill>
                  <a:srgbClr val="173360"/>
                </a:solidFill>
              </a:rPr>
              <a:t> </a:t>
            </a:r>
            <a:r>
              <a:rPr sz="4400" spc="-10" dirty="0">
                <a:solidFill>
                  <a:srgbClr val="173360"/>
                </a:solidFill>
              </a:rPr>
              <a:t>Broker</a:t>
            </a:r>
            <a:endParaRPr sz="4400"/>
          </a:p>
        </p:txBody>
      </p:sp>
      <p:grpSp>
        <p:nvGrpSpPr>
          <p:cNvPr id="3" name="object 3"/>
          <p:cNvGrpSpPr/>
          <p:nvPr/>
        </p:nvGrpSpPr>
        <p:grpSpPr>
          <a:xfrm>
            <a:off x="12442697" y="2028951"/>
            <a:ext cx="1567815" cy="2012950"/>
            <a:chOff x="12442697" y="2028951"/>
            <a:chExt cx="1567815" cy="2012950"/>
          </a:xfrm>
        </p:grpSpPr>
        <p:sp>
          <p:nvSpPr>
            <p:cNvPr id="4" name="object 4"/>
            <p:cNvSpPr/>
            <p:nvPr/>
          </p:nvSpPr>
          <p:spPr>
            <a:xfrm>
              <a:off x="12461747" y="2048001"/>
              <a:ext cx="1529715" cy="1974850"/>
            </a:xfrm>
            <a:custGeom>
              <a:avLst/>
              <a:gdLst/>
              <a:ahLst/>
              <a:cxnLst/>
              <a:rect l="l" t="t" r="r" b="b"/>
              <a:pathLst>
                <a:path w="1529715" h="1974850">
                  <a:moveTo>
                    <a:pt x="0" y="76200"/>
                  </a:moveTo>
                  <a:lnTo>
                    <a:pt x="5992" y="46559"/>
                  </a:lnTo>
                  <a:lnTo>
                    <a:pt x="22320" y="22336"/>
                  </a:lnTo>
                  <a:lnTo>
                    <a:pt x="46505" y="5994"/>
                  </a:lnTo>
                  <a:lnTo>
                    <a:pt x="76073" y="0"/>
                  </a:lnTo>
                  <a:lnTo>
                    <a:pt x="1453261" y="0"/>
                  </a:lnTo>
                  <a:lnTo>
                    <a:pt x="1482881" y="5994"/>
                  </a:lnTo>
                  <a:lnTo>
                    <a:pt x="1507061" y="22336"/>
                  </a:lnTo>
                  <a:lnTo>
                    <a:pt x="1523359" y="46559"/>
                  </a:lnTo>
                  <a:lnTo>
                    <a:pt x="1529334" y="76200"/>
                  </a:lnTo>
                  <a:lnTo>
                    <a:pt x="1529334" y="1898523"/>
                  </a:lnTo>
                  <a:lnTo>
                    <a:pt x="1523359" y="1928143"/>
                  </a:lnTo>
                  <a:lnTo>
                    <a:pt x="1507061" y="1952323"/>
                  </a:lnTo>
                  <a:lnTo>
                    <a:pt x="1482881" y="1968621"/>
                  </a:lnTo>
                  <a:lnTo>
                    <a:pt x="1453261" y="1974596"/>
                  </a:lnTo>
                  <a:lnTo>
                    <a:pt x="76073" y="1974596"/>
                  </a:lnTo>
                  <a:lnTo>
                    <a:pt x="46505" y="1968621"/>
                  </a:lnTo>
                  <a:lnTo>
                    <a:pt x="22320" y="1952323"/>
                  </a:lnTo>
                  <a:lnTo>
                    <a:pt x="5992" y="1928143"/>
                  </a:lnTo>
                  <a:lnTo>
                    <a:pt x="0" y="1898523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20471" y="2522600"/>
              <a:ext cx="207264" cy="44069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127736" y="237058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80" h="743585">
                  <a:moveTo>
                    <a:pt x="474484" y="512025"/>
                  </a:moveTo>
                  <a:lnTo>
                    <a:pt x="470789" y="493522"/>
                  </a:lnTo>
                  <a:lnTo>
                    <a:pt x="463156" y="476758"/>
                  </a:lnTo>
                  <a:lnTo>
                    <a:pt x="457390" y="464058"/>
                  </a:lnTo>
                  <a:lnTo>
                    <a:pt x="435610" y="441553"/>
                  </a:lnTo>
                  <a:lnTo>
                    <a:pt x="419646" y="433285"/>
                  </a:lnTo>
                  <a:lnTo>
                    <a:pt x="419646" y="515010"/>
                  </a:lnTo>
                  <a:lnTo>
                    <a:pt x="419328" y="523163"/>
                  </a:lnTo>
                  <a:lnTo>
                    <a:pt x="417652" y="530707"/>
                  </a:lnTo>
                  <a:lnTo>
                    <a:pt x="417563" y="531114"/>
                  </a:lnTo>
                  <a:lnTo>
                    <a:pt x="414274" y="538734"/>
                  </a:lnTo>
                  <a:lnTo>
                    <a:pt x="382651" y="558673"/>
                  </a:lnTo>
                  <a:lnTo>
                    <a:pt x="378968" y="558673"/>
                  </a:lnTo>
                  <a:lnTo>
                    <a:pt x="343547" y="541261"/>
                  </a:lnTo>
                  <a:lnTo>
                    <a:pt x="337019" y="512356"/>
                  </a:lnTo>
                  <a:lnTo>
                    <a:pt x="342366" y="497255"/>
                  </a:lnTo>
                  <a:lnTo>
                    <a:pt x="352945" y="485279"/>
                  </a:lnTo>
                  <a:lnTo>
                    <a:pt x="367792" y="478155"/>
                  </a:lnTo>
                  <a:lnTo>
                    <a:pt x="371221" y="477139"/>
                  </a:lnTo>
                  <a:lnTo>
                    <a:pt x="374904" y="476758"/>
                  </a:lnTo>
                  <a:lnTo>
                    <a:pt x="378460" y="476758"/>
                  </a:lnTo>
                  <a:lnTo>
                    <a:pt x="412508" y="494284"/>
                  </a:lnTo>
                  <a:lnTo>
                    <a:pt x="419646" y="515010"/>
                  </a:lnTo>
                  <a:lnTo>
                    <a:pt x="419646" y="433285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22"/>
                  </a:lnTo>
                  <a:lnTo>
                    <a:pt x="312331" y="449491"/>
                  </a:lnTo>
                  <a:lnTo>
                    <a:pt x="255854" y="416140"/>
                  </a:lnTo>
                  <a:lnTo>
                    <a:pt x="263525" y="378968"/>
                  </a:lnTo>
                  <a:lnTo>
                    <a:pt x="255409" y="339598"/>
                  </a:lnTo>
                  <a:lnTo>
                    <a:pt x="311416" y="299288"/>
                  </a:lnTo>
                  <a:lnTo>
                    <a:pt x="352171" y="322707"/>
                  </a:lnTo>
                  <a:lnTo>
                    <a:pt x="368808" y="324993"/>
                  </a:lnTo>
                  <a:lnTo>
                    <a:pt x="376555" y="324993"/>
                  </a:lnTo>
                  <a:lnTo>
                    <a:pt x="425323" y="312801"/>
                  </a:lnTo>
                  <a:lnTo>
                    <a:pt x="464159" y="272427"/>
                  </a:lnTo>
                  <a:lnTo>
                    <a:pt x="465099" y="269875"/>
                  </a:lnTo>
                  <a:lnTo>
                    <a:pt x="470789" y="254508"/>
                  </a:lnTo>
                  <a:lnTo>
                    <a:pt x="474319" y="236004"/>
                  </a:lnTo>
                  <a:lnTo>
                    <a:pt x="473786" y="218059"/>
                  </a:lnTo>
                  <a:lnTo>
                    <a:pt x="473773" y="217271"/>
                  </a:lnTo>
                  <a:lnTo>
                    <a:pt x="450532" y="165862"/>
                  </a:lnTo>
                  <a:lnTo>
                    <a:pt x="418122" y="142125"/>
                  </a:lnTo>
                  <a:lnTo>
                    <a:pt x="418122" y="231889"/>
                  </a:lnTo>
                  <a:lnTo>
                    <a:pt x="416560" y="240157"/>
                  </a:lnTo>
                  <a:lnTo>
                    <a:pt x="383413" y="269875"/>
                  </a:lnTo>
                  <a:lnTo>
                    <a:pt x="372491" y="269875"/>
                  </a:lnTo>
                  <a:lnTo>
                    <a:pt x="337743" y="241960"/>
                  </a:lnTo>
                  <a:lnTo>
                    <a:pt x="335610" y="226314"/>
                  </a:lnTo>
                  <a:lnTo>
                    <a:pt x="336677" y="218059"/>
                  </a:lnTo>
                  <a:lnTo>
                    <a:pt x="363220" y="188341"/>
                  </a:lnTo>
                  <a:lnTo>
                    <a:pt x="369824" y="187325"/>
                  </a:lnTo>
                  <a:lnTo>
                    <a:pt x="384302" y="187325"/>
                  </a:lnTo>
                  <a:lnTo>
                    <a:pt x="416407" y="215785"/>
                  </a:lnTo>
                  <a:lnTo>
                    <a:pt x="418122" y="231889"/>
                  </a:lnTo>
                  <a:lnTo>
                    <a:pt x="418122" y="142125"/>
                  </a:lnTo>
                  <a:lnTo>
                    <a:pt x="403263" y="136550"/>
                  </a:lnTo>
                  <a:lnTo>
                    <a:pt x="394970" y="134366"/>
                  </a:lnTo>
                  <a:lnTo>
                    <a:pt x="386588" y="133223"/>
                  </a:lnTo>
                  <a:lnTo>
                    <a:pt x="378206" y="133223"/>
                  </a:lnTo>
                  <a:lnTo>
                    <a:pt x="330073" y="146431"/>
                  </a:lnTo>
                  <a:lnTo>
                    <a:pt x="291223" y="186245"/>
                  </a:lnTo>
                  <a:lnTo>
                    <a:pt x="281012" y="222707"/>
                  </a:lnTo>
                  <a:lnTo>
                    <a:pt x="281279" y="231889"/>
                  </a:lnTo>
                  <a:lnTo>
                    <a:pt x="281406" y="236004"/>
                  </a:lnTo>
                  <a:lnTo>
                    <a:pt x="281533" y="240157"/>
                  </a:lnTo>
                  <a:lnTo>
                    <a:pt x="281571" y="241388"/>
                  </a:lnTo>
                  <a:lnTo>
                    <a:pt x="283883" y="251104"/>
                  </a:lnTo>
                  <a:lnTo>
                    <a:pt x="227990" y="291388"/>
                  </a:lnTo>
                  <a:lnTo>
                    <a:pt x="224675" y="286512"/>
                  </a:lnTo>
                  <a:lnTo>
                    <a:pt x="208153" y="275348"/>
                  </a:lnTo>
                  <a:lnTo>
                    <a:pt x="208153" y="378968"/>
                  </a:lnTo>
                  <a:lnTo>
                    <a:pt x="202133" y="408038"/>
                  </a:lnTo>
                  <a:lnTo>
                    <a:pt x="185750" y="432231"/>
                  </a:lnTo>
                  <a:lnTo>
                    <a:pt x="161480" y="448792"/>
                  </a:lnTo>
                  <a:lnTo>
                    <a:pt x="131826" y="454914"/>
                  </a:lnTo>
                  <a:lnTo>
                    <a:pt x="102552" y="448792"/>
                  </a:lnTo>
                  <a:lnTo>
                    <a:pt x="78143" y="432231"/>
                  </a:lnTo>
                  <a:lnTo>
                    <a:pt x="61429" y="408038"/>
                  </a:lnTo>
                  <a:lnTo>
                    <a:pt x="55245" y="378968"/>
                  </a:lnTo>
                  <a:lnTo>
                    <a:pt x="61429" y="349402"/>
                  </a:lnTo>
                  <a:lnTo>
                    <a:pt x="78143" y="325221"/>
                  </a:lnTo>
                  <a:lnTo>
                    <a:pt x="102552" y="308889"/>
                  </a:lnTo>
                  <a:lnTo>
                    <a:pt x="131826" y="302895"/>
                  </a:lnTo>
                  <a:lnTo>
                    <a:pt x="161480" y="308889"/>
                  </a:lnTo>
                  <a:lnTo>
                    <a:pt x="185750" y="325221"/>
                  </a:lnTo>
                  <a:lnTo>
                    <a:pt x="202133" y="349402"/>
                  </a:lnTo>
                  <a:lnTo>
                    <a:pt x="208153" y="378968"/>
                  </a:lnTo>
                  <a:lnTo>
                    <a:pt x="208153" y="275348"/>
                  </a:lnTo>
                  <a:lnTo>
                    <a:pt x="182778" y="258203"/>
                  </a:lnTo>
                  <a:lnTo>
                    <a:pt x="152781" y="252069"/>
                  </a:lnTo>
                  <a:lnTo>
                    <a:pt x="152781" y="187159"/>
                  </a:lnTo>
                  <a:lnTo>
                    <a:pt x="192811" y="164706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16" y="54991"/>
                  </a:lnTo>
                  <a:lnTo>
                    <a:pt x="193662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30"/>
                  </a:lnTo>
                  <a:lnTo>
                    <a:pt x="154317" y="125958"/>
                  </a:lnTo>
                  <a:lnTo>
                    <a:pt x="141300" y="134556"/>
                  </a:lnTo>
                  <a:lnTo>
                    <a:pt x="125095" y="137668"/>
                  </a:lnTo>
                  <a:lnTo>
                    <a:pt x="108229" y="134556"/>
                  </a:lnTo>
                  <a:lnTo>
                    <a:pt x="94932" y="125958"/>
                  </a:lnTo>
                  <a:lnTo>
                    <a:pt x="86194" y="113030"/>
                  </a:lnTo>
                  <a:lnTo>
                    <a:pt x="83058" y="96901"/>
                  </a:lnTo>
                  <a:lnTo>
                    <a:pt x="86194" y="80124"/>
                  </a:lnTo>
                  <a:lnTo>
                    <a:pt x="94932" y="66852"/>
                  </a:lnTo>
                  <a:lnTo>
                    <a:pt x="108229" y="58140"/>
                  </a:lnTo>
                  <a:lnTo>
                    <a:pt x="125095" y="54991"/>
                  </a:lnTo>
                  <a:lnTo>
                    <a:pt x="140817" y="58140"/>
                  </a:lnTo>
                  <a:lnTo>
                    <a:pt x="153885" y="66852"/>
                  </a:lnTo>
                  <a:lnTo>
                    <a:pt x="162814" y="80124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46" y="96901"/>
                  </a:lnTo>
                  <a:lnTo>
                    <a:pt x="35166" y="134226"/>
                  </a:lnTo>
                  <a:lnTo>
                    <a:pt x="55981" y="164706"/>
                  </a:lnTo>
                  <a:lnTo>
                    <a:pt x="86969" y="185254"/>
                  </a:lnTo>
                  <a:lnTo>
                    <a:pt x="97396" y="187325"/>
                  </a:lnTo>
                  <a:lnTo>
                    <a:pt x="97396" y="254825"/>
                  </a:lnTo>
                  <a:lnTo>
                    <a:pt x="80848" y="258203"/>
                  </a:lnTo>
                  <a:lnTo>
                    <a:pt x="38900" y="286512"/>
                  </a:lnTo>
                  <a:lnTo>
                    <a:pt x="10464" y="328256"/>
                  </a:lnTo>
                  <a:lnTo>
                    <a:pt x="0" y="378968"/>
                  </a:lnTo>
                  <a:lnTo>
                    <a:pt x="10464" y="429615"/>
                  </a:lnTo>
                  <a:lnTo>
                    <a:pt x="38900" y="471322"/>
                  </a:lnTo>
                  <a:lnTo>
                    <a:pt x="80848" y="499618"/>
                  </a:lnTo>
                  <a:lnTo>
                    <a:pt x="97396" y="503008"/>
                  </a:lnTo>
                  <a:lnTo>
                    <a:pt x="97396" y="556298"/>
                  </a:lnTo>
                  <a:lnTo>
                    <a:pt x="86969" y="558355"/>
                  </a:lnTo>
                  <a:lnTo>
                    <a:pt x="55981" y="579018"/>
                  </a:lnTo>
                  <a:lnTo>
                    <a:pt x="35166" y="609790"/>
                  </a:lnTo>
                  <a:lnTo>
                    <a:pt x="27546" y="647700"/>
                  </a:lnTo>
                  <a:lnTo>
                    <a:pt x="35166" y="685025"/>
                  </a:lnTo>
                  <a:lnTo>
                    <a:pt x="55981" y="715505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05"/>
                  </a:lnTo>
                  <a:lnTo>
                    <a:pt x="211378" y="688467"/>
                  </a:lnTo>
                  <a:lnTo>
                    <a:pt x="213741" y="685025"/>
                  </a:lnTo>
                  <a:lnTo>
                    <a:pt x="221488" y="647700"/>
                  </a:lnTo>
                  <a:lnTo>
                    <a:pt x="214058" y="609790"/>
                  </a:lnTo>
                  <a:lnTo>
                    <a:pt x="211493" y="605917"/>
                  </a:lnTo>
                  <a:lnTo>
                    <a:pt x="193662" y="579018"/>
                  </a:lnTo>
                  <a:lnTo>
                    <a:pt x="166116" y="560412"/>
                  </a:lnTo>
                  <a:lnTo>
                    <a:pt x="166116" y="647700"/>
                  </a:lnTo>
                  <a:lnTo>
                    <a:pt x="162966" y="663829"/>
                  </a:lnTo>
                  <a:lnTo>
                    <a:pt x="154317" y="676757"/>
                  </a:lnTo>
                  <a:lnTo>
                    <a:pt x="141300" y="685355"/>
                  </a:lnTo>
                  <a:lnTo>
                    <a:pt x="125095" y="688467"/>
                  </a:lnTo>
                  <a:lnTo>
                    <a:pt x="108229" y="685355"/>
                  </a:lnTo>
                  <a:lnTo>
                    <a:pt x="94932" y="676757"/>
                  </a:lnTo>
                  <a:lnTo>
                    <a:pt x="86194" y="663829"/>
                  </a:lnTo>
                  <a:lnTo>
                    <a:pt x="83058" y="647700"/>
                  </a:lnTo>
                  <a:lnTo>
                    <a:pt x="86194" y="630999"/>
                  </a:lnTo>
                  <a:lnTo>
                    <a:pt x="94932" y="617766"/>
                  </a:lnTo>
                  <a:lnTo>
                    <a:pt x="108229" y="609053"/>
                  </a:lnTo>
                  <a:lnTo>
                    <a:pt x="125095" y="605917"/>
                  </a:lnTo>
                  <a:lnTo>
                    <a:pt x="140817" y="609053"/>
                  </a:lnTo>
                  <a:lnTo>
                    <a:pt x="153885" y="617766"/>
                  </a:lnTo>
                  <a:lnTo>
                    <a:pt x="162814" y="630999"/>
                  </a:lnTo>
                  <a:lnTo>
                    <a:pt x="166116" y="647700"/>
                  </a:lnTo>
                  <a:lnTo>
                    <a:pt x="166116" y="560412"/>
                  </a:lnTo>
                  <a:lnTo>
                    <a:pt x="163080" y="558355"/>
                  </a:lnTo>
                  <a:lnTo>
                    <a:pt x="152781" y="556310"/>
                  </a:lnTo>
                  <a:lnTo>
                    <a:pt x="152781" y="505752"/>
                  </a:lnTo>
                  <a:lnTo>
                    <a:pt x="182778" y="499618"/>
                  </a:lnTo>
                  <a:lnTo>
                    <a:pt x="224675" y="471322"/>
                  </a:lnTo>
                  <a:lnTo>
                    <a:pt x="229489" y="464235"/>
                  </a:lnTo>
                  <a:lnTo>
                    <a:pt x="285051" y="497090"/>
                  </a:lnTo>
                  <a:lnTo>
                    <a:pt x="281940" y="506247"/>
                  </a:lnTo>
                  <a:lnTo>
                    <a:pt x="284607" y="544195"/>
                  </a:lnTo>
                  <a:lnTo>
                    <a:pt x="298373" y="573379"/>
                  </a:lnTo>
                  <a:lnTo>
                    <a:pt x="320052" y="595591"/>
                  </a:lnTo>
                  <a:lnTo>
                    <a:pt x="347560" y="609727"/>
                  </a:lnTo>
                  <a:lnTo>
                    <a:pt x="378841" y="614680"/>
                  </a:lnTo>
                  <a:lnTo>
                    <a:pt x="386588" y="614680"/>
                  </a:lnTo>
                  <a:lnTo>
                    <a:pt x="395351" y="612521"/>
                  </a:lnTo>
                  <a:lnTo>
                    <a:pt x="403225" y="611505"/>
                  </a:lnTo>
                  <a:lnTo>
                    <a:pt x="450672" y="581634"/>
                  </a:lnTo>
                  <a:lnTo>
                    <a:pt x="474103" y="531114"/>
                  </a:lnTo>
                  <a:lnTo>
                    <a:pt x="474306" y="523163"/>
                  </a:lnTo>
                  <a:lnTo>
                    <a:pt x="474433" y="515010"/>
                  </a:lnTo>
                  <a:lnTo>
                    <a:pt x="474484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2506324" y="3374135"/>
              <a:ext cx="1440815" cy="583565"/>
            </a:xfrm>
            <a:custGeom>
              <a:avLst/>
              <a:gdLst/>
              <a:ahLst/>
              <a:cxnLst/>
              <a:rect l="l" t="t" r="r" b="b"/>
              <a:pathLst>
                <a:path w="1440815" h="583564">
                  <a:moveTo>
                    <a:pt x="1411223" y="0"/>
                  </a:moveTo>
                  <a:lnTo>
                    <a:pt x="29082" y="0"/>
                  </a:lnTo>
                  <a:lnTo>
                    <a:pt x="17734" y="2293"/>
                  </a:lnTo>
                  <a:lnTo>
                    <a:pt x="8493" y="8540"/>
                  </a:lnTo>
                  <a:lnTo>
                    <a:pt x="2276" y="17787"/>
                  </a:lnTo>
                  <a:lnTo>
                    <a:pt x="0" y="29083"/>
                  </a:lnTo>
                  <a:lnTo>
                    <a:pt x="0" y="553974"/>
                  </a:lnTo>
                  <a:lnTo>
                    <a:pt x="2276" y="565269"/>
                  </a:lnTo>
                  <a:lnTo>
                    <a:pt x="8493" y="574516"/>
                  </a:lnTo>
                  <a:lnTo>
                    <a:pt x="17734" y="580763"/>
                  </a:lnTo>
                  <a:lnTo>
                    <a:pt x="29082" y="583057"/>
                  </a:lnTo>
                  <a:lnTo>
                    <a:pt x="1411223" y="583057"/>
                  </a:lnTo>
                  <a:lnTo>
                    <a:pt x="1422519" y="580763"/>
                  </a:lnTo>
                  <a:lnTo>
                    <a:pt x="1431766" y="574516"/>
                  </a:lnTo>
                  <a:lnTo>
                    <a:pt x="1438013" y="565269"/>
                  </a:lnTo>
                  <a:lnTo>
                    <a:pt x="1440307" y="553974"/>
                  </a:lnTo>
                  <a:lnTo>
                    <a:pt x="1440307" y="29083"/>
                  </a:lnTo>
                  <a:lnTo>
                    <a:pt x="1438013" y="17787"/>
                  </a:lnTo>
                  <a:lnTo>
                    <a:pt x="1431766" y="8540"/>
                  </a:lnTo>
                  <a:lnTo>
                    <a:pt x="1422519" y="2293"/>
                  </a:lnTo>
                  <a:lnTo>
                    <a:pt x="1411223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2506324" y="3374135"/>
              <a:ext cx="1440815" cy="583565"/>
            </a:xfrm>
            <a:custGeom>
              <a:avLst/>
              <a:gdLst/>
              <a:ahLst/>
              <a:cxnLst/>
              <a:rect l="l" t="t" r="r" b="b"/>
              <a:pathLst>
                <a:path w="1440815" h="583564">
                  <a:moveTo>
                    <a:pt x="0" y="29083"/>
                  </a:moveTo>
                  <a:lnTo>
                    <a:pt x="2276" y="17787"/>
                  </a:lnTo>
                  <a:lnTo>
                    <a:pt x="8493" y="8540"/>
                  </a:lnTo>
                  <a:lnTo>
                    <a:pt x="17734" y="2293"/>
                  </a:lnTo>
                  <a:lnTo>
                    <a:pt x="29082" y="0"/>
                  </a:lnTo>
                  <a:lnTo>
                    <a:pt x="1411223" y="0"/>
                  </a:lnTo>
                  <a:lnTo>
                    <a:pt x="1422519" y="2293"/>
                  </a:lnTo>
                  <a:lnTo>
                    <a:pt x="1431766" y="8540"/>
                  </a:lnTo>
                  <a:lnTo>
                    <a:pt x="1438013" y="17787"/>
                  </a:lnTo>
                  <a:lnTo>
                    <a:pt x="1440307" y="29083"/>
                  </a:lnTo>
                  <a:lnTo>
                    <a:pt x="1440307" y="553974"/>
                  </a:lnTo>
                  <a:lnTo>
                    <a:pt x="1438013" y="565269"/>
                  </a:lnTo>
                  <a:lnTo>
                    <a:pt x="1431766" y="574516"/>
                  </a:lnTo>
                  <a:lnTo>
                    <a:pt x="1422519" y="580763"/>
                  </a:lnTo>
                  <a:lnTo>
                    <a:pt x="1411223" y="583057"/>
                  </a:lnTo>
                  <a:lnTo>
                    <a:pt x="29082" y="583057"/>
                  </a:lnTo>
                  <a:lnTo>
                    <a:pt x="17734" y="580763"/>
                  </a:lnTo>
                  <a:lnTo>
                    <a:pt x="8493" y="574516"/>
                  </a:lnTo>
                  <a:lnTo>
                    <a:pt x="2276" y="565269"/>
                  </a:lnTo>
                  <a:lnTo>
                    <a:pt x="0" y="553974"/>
                  </a:lnTo>
                  <a:lnTo>
                    <a:pt x="0" y="29083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2728829" y="3425444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14525" y="2028951"/>
            <a:ext cx="15121255" cy="2407285"/>
            <a:chOff x="1414525" y="2028951"/>
            <a:chExt cx="15121255" cy="2407285"/>
          </a:xfrm>
        </p:grpSpPr>
        <p:sp>
          <p:nvSpPr>
            <p:cNvPr id="11" name="object 11"/>
            <p:cNvSpPr/>
            <p:nvPr/>
          </p:nvSpPr>
          <p:spPr>
            <a:xfrm>
              <a:off x="12084811" y="3699763"/>
              <a:ext cx="314960" cy="611505"/>
            </a:xfrm>
            <a:custGeom>
              <a:avLst/>
              <a:gdLst/>
              <a:ahLst/>
              <a:cxnLst/>
              <a:rect l="l" t="t" r="r" b="b"/>
              <a:pathLst>
                <a:path w="314959" h="611504">
                  <a:moveTo>
                    <a:pt x="314960" y="0"/>
                  </a:moveTo>
                  <a:lnTo>
                    <a:pt x="0" y="0"/>
                  </a:lnTo>
                  <a:lnTo>
                    <a:pt x="0" y="611377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399771" y="3579748"/>
              <a:ext cx="205612" cy="24002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2399771" y="3579748"/>
              <a:ext cx="205740" cy="240029"/>
            </a:xfrm>
            <a:custGeom>
              <a:avLst/>
              <a:gdLst/>
              <a:ahLst/>
              <a:cxnLst/>
              <a:rect l="l" t="t" r="r" b="b"/>
              <a:pathLst>
                <a:path w="205740" h="240029">
                  <a:moveTo>
                    <a:pt x="0" y="0"/>
                  </a:moveTo>
                  <a:lnTo>
                    <a:pt x="102870" y="0"/>
                  </a:lnTo>
                  <a:lnTo>
                    <a:pt x="142873" y="9429"/>
                  </a:lnTo>
                  <a:lnTo>
                    <a:pt x="175529" y="35147"/>
                  </a:lnTo>
                  <a:lnTo>
                    <a:pt x="197542" y="73294"/>
                  </a:lnTo>
                  <a:lnTo>
                    <a:pt x="205612" y="120015"/>
                  </a:lnTo>
                  <a:lnTo>
                    <a:pt x="197542" y="166735"/>
                  </a:lnTo>
                  <a:lnTo>
                    <a:pt x="175529" y="204882"/>
                  </a:lnTo>
                  <a:lnTo>
                    <a:pt x="142873" y="230600"/>
                  </a:lnTo>
                  <a:lnTo>
                    <a:pt x="102870" y="240029"/>
                  </a:lnTo>
                  <a:lnTo>
                    <a:pt x="0" y="24002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639315" y="4313935"/>
              <a:ext cx="13510260" cy="635"/>
            </a:xfrm>
            <a:custGeom>
              <a:avLst/>
              <a:gdLst/>
              <a:ahLst/>
              <a:cxnLst/>
              <a:rect l="l" t="t" r="r" b="b"/>
              <a:pathLst>
                <a:path w="13510260" h="635">
                  <a:moveTo>
                    <a:pt x="0" y="0"/>
                  </a:moveTo>
                  <a:lnTo>
                    <a:pt x="13510260" y="253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30653" y="4192269"/>
              <a:ext cx="243712" cy="24371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14525" y="4192269"/>
              <a:ext cx="243840" cy="2437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4986888" y="2048001"/>
              <a:ext cx="1529715" cy="1974850"/>
            </a:xfrm>
            <a:custGeom>
              <a:avLst/>
              <a:gdLst/>
              <a:ahLst/>
              <a:cxnLst/>
              <a:rect l="l" t="t" r="r" b="b"/>
              <a:pathLst>
                <a:path w="1529715" h="1974850">
                  <a:moveTo>
                    <a:pt x="0" y="76200"/>
                  </a:moveTo>
                  <a:lnTo>
                    <a:pt x="5974" y="46559"/>
                  </a:lnTo>
                  <a:lnTo>
                    <a:pt x="22272" y="22336"/>
                  </a:lnTo>
                  <a:lnTo>
                    <a:pt x="46452" y="5994"/>
                  </a:lnTo>
                  <a:lnTo>
                    <a:pt x="76073" y="0"/>
                  </a:lnTo>
                  <a:lnTo>
                    <a:pt x="1453261" y="0"/>
                  </a:lnTo>
                  <a:lnTo>
                    <a:pt x="1482881" y="5994"/>
                  </a:lnTo>
                  <a:lnTo>
                    <a:pt x="1507061" y="22336"/>
                  </a:lnTo>
                  <a:lnTo>
                    <a:pt x="1523359" y="46559"/>
                  </a:lnTo>
                  <a:lnTo>
                    <a:pt x="1529334" y="76200"/>
                  </a:lnTo>
                  <a:lnTo>
                    <a:pt x="1529334" y="1898523"/>
                  </a:lnTo>
                  <a:lnTo>
                    <a:pt x="1523359" y="1928143"/>
                  </a:lnTo>
                  <a:lnTo>
                    <a:pt x="1507061" y="1952323"/>
                  </a:lnTo>
                  <a:lnTo>
                    <a:pt x="1482881" y="1968621"/>
                  </a:lnTo>
                  <a:lnTo>
                    <a:pt x="1453261" y="1974596"/>
                  </a:lnTo>
                  <a:lnTo>
                    <a:pt x="76073" y="1974596"/>
                  </a:lnTo>
                  <a:lnTo>
                    <a:pt x="46452" y="1968621"/>
                  </a:lnTo>
                  <a:lnTo>
                    <a:pt x="22272" y="1952323"/>
                  </a:lnTo>
                  <a:lnTo>
                    <a:pt x="5974" y="1928143"/>
                  </a:lnTo>
                  <a:lnTo>
                    <a:pt x="0" y="1898523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444215" y="2522600"/>
              <a:ext cx="207264" cy="44069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651480" y="237058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80" h="743585">
                  <a:moveTo>
                    <a:pt x="474484" y="512025"/>
                  </a:moveTo>
                  <a:lnTo>
                    <a:pt x="470789" y="493522"/>
                  </a:lnTo>
                  <a:lnTo>
                    <a:pt x="463156" y="476758"/>
                  </a:lnTo>
                  <a:lnTo>
                    <a:pt x="457390" y="464058"/>
                  </a:lnTo>
                  <a:lnTo>
                    <a:pt x="435610" y="441553"/>
                  </a:lnTo>
                  <a:lnTo>
                    <a:pt x="419646" y="433285"/>
                  </a:lnTo>
                  <a:lnTo>
                    <a:pt x="419646" y="515010"/>
                  </a:lnTo>
                  <a:lnTo>
                    <a:pt x="419328" y="523163"/>
                  </a:lnTo>
                  <a:lnTo>
                    <a:pt x="417652" y="530707"/>
                  </a:lnTo>
                  <a:lnTo>
                    <a:pt x="417563" y="531114"/>
                  </a:lnTo>
                  <a:lnTo>
                    <a:pt x="414274" y="538734"/>
                  </a:lnTo>
                  <a:lnTo>
                    <a:pt x="382651" y="558673"/>
                  </a:lnTo>
                  <a:lnTo>
                    <a:pt x="378968" y="558673"/>
                  </a:lnTo>
                  <a:lnTo>
                    <a:pt x="343547" y="541261"/>
                  </a:lnTo>
                  <a:lnTo>
                    <a:pt x="337019" y="512356"/>
                  </a:lnTo>
                  <a:lnTo>
                    <a:pt x="342366" y="497255"/>
                  </a:lnTo>
                  <a:lnTo>
                    <a:pt x="352945" y="485279"/>
                  </a:lnTo>
                  <a:lnTo>
                    <a:pt x="367792" y="478155"/>
                  </a:lnTo>
                  <a:lnTo>
                    <a:pt x="371221" y="477139"/>
                  </a:lnTo>
                  <a:lnTo>
                    <a:pt x="374904" y="476758"/>
                  </a:lnTo>
                  <a:lnTo>
                    <a:pt x="378460" y="476758"/>
                  </a:lnTo>
                  <a:lnTo>
                    <a:pt x="412508" y="494284"/>
                  </a:lnTo>
                  <a:lnTo>
                    <a:pt x="419646" y="515010"/>
                  </a:lnTo>
                  <a:lnTo>
                    <a:pt x="419646" y="433285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22"/>
                  </a:lnTo>
                  <a:lnTo>
                    <a:pt x="312331" y="449491"/>
                  </a:lnTo>
                  <a:lnTo>
                    <a:pt x="255854" y="416140"/>
                  </a:lnTo>
                  <a:lnTo>
                    <a:pt x="263525" y="378968"/>
                  </a:lnTo>
                  <a:lnTo>
                    <a:pt x="255409" y="339598"/>
                  </a:lnTo>
                  <a:lnTo>
                    <a:pt x="311416" y="299288"/>
                  </a:lnTo>
                  <a:lnTo>
                    <a:pt x="352171" y="322707"/>
                  </a:lnTo>
                  <a:lnTo>
                    <a:pt x="368808" y="324993"/>
                  </a:lnTo>
                  <a:lnTo>
                    <a:pt x="376555" y="324993"/>
                  </a:lnTo>
                  <a:lnTo>
                    <a:pt x="425323" y="312801"/>
                  </a:lnTo>
                  <a:lnTo>
                    <a:pt x="464159" y="272427"/>
                  </a:lnTo>
                  <a:lnTo>
                    <a:pt x="465099" y="269875"/>
                  </a:lnTo>
                  <a:lnTo>
                    <a:pt x="470789" y="254508"/>
                  </a:lnTo>
                  <a:lnTo>
                    <a:pt x="474319" y="236004"/>
                  </a:lnTo>
                  <a:lnTo>
                    <a:pt x="473786" y="218059"/>
                  </a:lnTo>
                  <a:lnTo>
                    <a:pt x="473773" y="217271"/>
                  </a:lnTo>
                  <a:lnTo>
                    <a:pt x="450532" y="165862"/>
                  </a:lnTo>
                  <a:lnTo>
                    <a:pt x="418122" y="142125"/>
                  </a:lnTo>
                  <a:lnTo>
                    <a:pt x="418122" y="231889"/>
                  </a:lnTo>
                  <a:lnTo>
                    <a:pt x="416560" y="240157"/>
                  </a:lnTo>
                  <a:lnTo>
                    <a:pt x="383413" y="269875"/>
                  </a:lnTo>
                  <a:lnTo>
                    <a:pt x="372491" y="269875"/>
                  </a:lnTo>
                  <a:lnTo>
                    <a:pt x="337743" y="241960"/>
                  </a:lnTo>
                  <a:lnTo>
                    <a:pt x="335610" y="226314"/>
                  </a:lnTo>
                  <a:lnTo>
                    <a:pt x="336677" y="218059"/>
                  </a:lnTo>
                  <a:lnTo>
                    <a:pt x="363220" y="188341"/>
                  </a:lnTo>
                  <a:lnTo>
                    <a:pt x="369824" y="187325"/>
                  </a:lnTo>
                  <a:lnTo>
                    <a:pt x="384302" y="187325"/>
                  </a:lnTo>
                  <a:lnTo>
                    <a:pt x="416407" y="215785"/>
                  </a:lnTo>
                  <a:lnTo>
                    <a:pt x="418122" y="231889"/>
                  </a:lnTo>
                  <a:lnTo>
                    <a:pt x="418122" y="142125"/>
                  </a:lnTo>
                  <a:lnTo>
                    <a:pt x="403263" y="136550"/>
                  </a:lnTo>
                  <a:lnTo>
                    <a:pt x="394970" y="134366"/>
                  </a:lnTo>
                  <a:lnTo>
                    <a:pt x="386588" y="133223"/>
                  </a:lnTo>
                  <a:lnTo>
                    <a:pt x="378206" y="133223"/>
                  </a:lnTo>
                  <a:lnTo>
                    <a:pt x="330073" y="146431"/>
                  </a:lnTo>
                  <a:lnTo>
                    <a:pt x="291223" y="186245"/>
                  </a:lnTo>
                  <a:lnTo>
                    <a:pt x="281012" y="222707"/>
                  </a:lnTo>
                  <a:lnTo>
                    <a:pt x="281279" y="231889"/>
                  </a:lnTo>
                  <a:lnTo>
                    <a:pt x="281406" y="236004"/>
                  </a:lnTo>
                  <a:lnTo>
                    <a:pt x="281533" y="240157"/>
                  </a:lnTo>
                  <a:lnTo>
                    <a:pt x="281571" y="241388"/>
                  </a:lnTo>
                  <a:lnTo>
                    <a:pt x="283883" y="251104"/>
                  </a:lnTo>
                  <a:lnTo>
                    <a:pt x="227990" y="291388"/>
                  </a:lnTo>
                  <a:lnTo>
                    <a:pt x="224675" y="286512"/>
                  </a:lnTo>
                  <a:lnTo>
                    <a:pt x="208153" y="275348"/>
                  </a:lnTo>
                  <a:lnTo>
                    <a:pt x="208153" y="378968"/>
                  </a:lnTo>
                  <a:lnTo>
                    <a:pt x="202133" y="408038"/>
                  </a:lnTo>
                  <a:lnTo>
                    <a:pt x="185750" y="432231"/>
                  </a:lnTo>
                  <a:lnTo>
                    <a:pt x="161480" y="448792"/>
                  </a:lnTo>
                  <a:lnTo>
                    <a:pt x="131826" y="454914"/>
                  </a:lnTo>
                  <a:lnTo>
                    <a:pt x="102552" y="448792"/>
                  </a:lnTo>
                  <a:lnTo>
                    <a:pt x="78143" y="432231"/>
                  </a:lnTo>
                  <a:lnTo>
                    <a:pt x="61429" y="408038"/>
                  </a:lnTo>
                  <a:lnTo>
                    <a:pt x="55245" y="378968"/>
                  </a:lnTo>
                  <a:lnTo>
                    <a:pt x="61429" y="349402"/>
                  </a:lnTo>
                  <a:lnTo>
                    <a:pt x="78143" y="325221"/>
                  </a:lnTo>
                  <a:lnTo>
                    <a:pt x="102552" y="308889"/>
                  </a:lnTo>
                  <a:lnTo>
                    <a:pt x="131826" y="302895"/>
                  </a:lnTo>
                  <a:lnTo>
                    <a:pt x="161480" y="308889"/>
                  </a:lnTo>
                  <a:lnTo>
                    <a:pt x="185750" y="325221"/>
                  </a:lnTo>
                  <a:lnTo>
                    <a:pt x="202133" y="349402"/>
                  </a:lnTo>
                  <a:lnTo>
                    <a:pt x="208153" y="378968"/>
                  </a:lnTo>
                  <a:lnTo>
                    <a:pt x="208153" y="275348"/>
                  </a:lnTo>
                  <a:lnTo>
                    <a:pt x="182778" y="258203"/>
                  </a:lnTo>
                  <a:lnTo>
                    <a:pt x="152781" y="252069"/>
                  </a:lnTo>
                  <a:lnTo>
                    <a:pt x="152781" y="187159"/>
                  </a:lnTo>
                  <a:lnTo>
                    <a:pt x="192811" y="164706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16" y="54991"/>
                  </a:lnTo>
                  <a:lnTo>
                    <a:pt x="193662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30"/>
                  </a:lnTo>
                  <a:lnTo>
                    <a:pt x="154317" y="125958"/>
                  </a:lnTo>
                  <a:lnTo>
                    <a:pt x="141300" y="134556"/>
                  </a:lnTo>
                  <a:lnTo>
                    <a:pt x="125095" y="137668"/>
                  </a:lnTo>
                  <a:lnTo>
                    <a:pt x="108229" y="134556"/>
                  </a:lnTo>
                  <a:lnTo>
                    <a:pt x="94932" y="125958"/>
                  </a:lnTo>
                  <a:lnTo>
                    <a:pt x="86194" y="113030"/>
                  </a:lnTo>
                  <a:lnTo>
                    <a:pt x="83058" y="96901"/>
                  </a:lnTo>
                  <a:lnTo>
                    <a:pt x="86194" y="80124"/>
                  </a:lnTo>
                  <a:lnTo>
                    <a:pt x="94932" y="66852"/>
                  </a:lnTo>
                  <a:lnTo>
                    <a:pt x="108229" y="58140"/>
                  </a:lnTo>
                  <a:lnTo>
                    <a:pt x="125095" y="54991"/>
                  </a:lnTo>
                  <a:lnTo>
                    <a:pt x="140817" y="58140"/>
                  </a:lnTo>
                  <a:lnTo>
                    <a:pt x="153885" y="66852"/>
                  </a:lnTo>
                  <a:lnTo>
                    <a:pt x="162814" y="80124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59" y="96901"/>
                  </a:lnTo>
                  <a:lnTo>
                    <a:pt x="35166" y="134226"/>
                  </a:lnTo>
                  <a:lnTo>
                    <a:pt x="55981" y="164706"/>
                  </a:lnTo>
                  <a:lnTo>
                    <a:pt x="86969" y="185254"/>
                  </a:lnTo>
                  <a:lnTo>
                    <a:pt x="97409" y="187325"/>
                  </a:lnTo>
                  <a:lnTo>
                    <a:pt x="97409" y="254825"/>
                  </a:lnTo>
                  <a:lnTo>
                    <a:pt x="80848" y="258203"/>
                  </a:lnTo>
                  <a:lnTo>
                    <a:pt x="38900" y="286512"/>
                  </a:lnTo>
                  <a:lnTo>
                    <a:pt x="10464" y="328256"/>
                  </a:lnTo>
                  <a:lnTo>
                    <a:pt x="0" y="378968"/>
                  </a:lnTo>
                  <a:lnTo>
                    <a:pt x="10464" y="429615"/>
                  </a:lnTo>
                  <a:lnTo>
                    <a:pt x="38900" y="471322"/>
                  </a:lnTo>
                  <a:lnTo>
                    <a:pt x="80848" y="499618"/>
                  </a:lnTo>
                  <a:lnTo>
                    <a:pt x="97409" y="503008"/>
                  </a:lnTo>
                  <a:lnTo>
                    <a:pt x="97409" y="556298"/>
                  </a:lnTo>
                  <a:lnTo>
                    <a:pt x="86969" y="558355"/>
                  </a:lnTo>
                  <a:lnTo>
                    <a:pt x="55981" y="579018"/>
                  </a:lnTo>
                  <a:lnTo>
                    <a:pt x="35166" y="609790"/>
                  </a:lnTo>
                  <a:lnTo>
                    <a:pt x="27559" y="647700"/>
                  </a:lnTo>
                  <a:lnTo>
                    <a:pt x="35166" y="685025"/>
                  </a:lnTo>
                  <a:lnTo>
                    <a:pt x="55981" y="715505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05"/>
                  </a:lnTo>
                  <a:lnTo>
                    <a:pt x="211378" y="688467"/>
                  </a:lnTo>
                  <a:lnTo>
                    <a:pt x="213741" y="685025"/>
                  </a:lnTo>
                  <a:lnTo>
                    <a:pt x="221488" y="647700"/>
                  </a:lnTo>
                  <a:lnTo>
                    <a:pt x="214058" y="609790"/>
                  </a:lnTo>
                  <a:lnTo>
                    <a:pt x="211493" y="605917"/>
                  </a:lnTo>
                  <a:lnTo>
                    <a:pt x="193662" y="579018"/>
                  </a:lnTo>
                  <a:lnTo>
                    <a:pt x="166116" y="560412"/>
                  </a:lnTo>
                  <a:lnTo>
                    <a:pt x="166116" y="647700"/>
                  </a:lnTo>
                  <a:lnTo>
                    <a:pt x="162966" y="663829"/>
                  </a:lnTo>
                  <a:lnTo>
                    <a:pt x="154317" y="676757"/>
                  </a:lnTo>
                  <a:lnTo>
                    <a:pt x="141300" y="685355"/>
                  </a:lnTo>
                  <a:lnTo>
                    <a:pt x="125095" y="688467"/>
                  </a:lnTo>
                  <a:lnTo>
                    <a:pt x="108229" y="685355"/>
                  </a:lnTo>
                  <a:lnTo>
                    <a:pt x="94932" y="676757"/>
                  </a:lnTo>
                  <a:lnTo>
                    <a:pt x="86194" y="663829"/>
                  </a:lnTo>
                  <a:lnTo>
                    <a:pt x="83058" y="647700"/>
                  </a:lnTo>
                  <a:lnTo>
                    <a:pt x="86194" y="630999"/>
                  </a:lnTo>
                  <a:lnTo>
                    <a:pt x="94932" y="617766"/>
                  </a:lnTo>
                  <a:lnTo>
                    <a:pt x="108229" y="609053"/>
                  </a:lnTo>
                  <a:lnTo>
                    <a:pt x="125095" y="605917"/>
                  </a:lnTo>
                  <a:lnTo>
                    <a:pt x="140817" y="609053"/>
                  </a:lnTo>
                  <a:lnTo>
                    <a:pt x="153885" y="617766"/>
                  </a:lnTo>
                  <a:lnTo>
                    <a:pt x="162814" y="630999"/>
                  </a:lnTo>
                  <a:lnTo>
                    <a:pt x="166116" y="647700"/>
                  </a:lnTo>
                  <a:lnTo>
                    <a:pt x="166116" y="560412"/>
                  </a:lnTo>
                  <a:lnTo>
                    <a:pt x="163080" y="558355"/>
                  </a:lnTo>
                  <a:lnTo>
                    <a:pt x="152781" y="556310"/>
                  </a:lnTo>
                  <a:lnTo>
                    <a:pt x="152781" y="505752"/>
                  </a:lnTo>
                  <a:lnTo>
                    <a:pt x="182778" y="499618"/>
                  </a:lnTo>
                  <a:lnTo>
                    <a:pt x="224675" y="471322"/>
                  </a:lnTo>
                  <a:lnTo>
                    <a:pt x="229489" y="464235"/>
                  </a:lnTo>
                  <a:lnTo>
                    <a:pt x="285051" y="497090"/>
                  </a:lnTo>
                  <a:lnTo>
                    <a:pt x="281940" y="506247"/>
                  </a:lnTo>
                  <a:lnTo>
                    <a:pt x="284607" y="544195"/>
                  </a:lnTo>
                  <a:lnTo>
                    <a:pt x="298373" y="573379"/>
                  </a:lnTo>
                  <a:lnTo>
                    <a:pt x="320052" y="595591"/>
                  </a:lnTo>
                  <a:lnTo>
                    <a:pt x="347560" y="609727"/>
                  </a:lnTo>
                  <a:lnTo>
                    <a:pt x="378841" y="614680"/>
                  </a:lnTo>
                  <a:lnTo>
                    <a:pt x="386588" y="614680"/>
                  </a:lnTo>
                  <a:lnTo>
                    <a:pt x="395351" y="612521"/>
                  </a:lnTo>
                  <a:lnTo>
                    <a:pt x="403225" y="611505"/>
                  </a:lnTo>
                  <a:lnTo>
                    <a:pt x="450672" y="581634"/>
                  </a:lnTo>
                  <a:lnTo>
                    <a:pt x="474103" y="531114"/>
                  </a:lnTo>
                  <a:lnTo>
                    <a:pt x="474306" y="523163"/>
                  </a:lnTo>
                  <a:lnTo>
                    <a:pt x="474433" y="515010"/>
                  </a:lnTo>
                  <a:lnTo>
                    <a:pt x="474484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5031465" y="3374135"/>
              <a:ext cx="1440180" cy="583565"/>
            </a:xfrm>
            <a:custGeom>
              <a:avLst/>
              <a:gdLst/>
              <a:ahLst/>
              <a:cxnLst/>
              <a:rect l="l" t="t" r="r" b="b"/>
              <a:pathLst>
                <a:path w="1440180" h="583564">
                  <a:moveTo>
                    <a:pt x="1411224" y="0"/>
                  </a:moveTo>
                  <a:lnTo>
                    <a:pt x="28955" y="0"/>
                  </a:lnTo>
                  <a:lnTo>
                    <a:pt x="17680" y="2293"/>
                  </a:lnTo>
                  <a:lnTo>
                    <a:pt x="8477" y="8540"/>
                  </a:lnTo>
                  <a:lnTo>
                    <a:pt x="2274" y="17787"/>
                  </a:lnTo>
                  <a:lnTo>
                    <a:pt x="0" y="29083"/>
                  </a:lnTo>
                  <a:lnTo>
                    <a:pt x="0" y="553974"/>
                  </a:lnTo>
                  <a:lnTo>
                    <a:pt x="2274" y="565269"/>
                  </a:lnTo>
                  <a:lnTo>
                    <a:pt x="8477" y="574516"/>
                  </a:lnTo>
                  <a:lnTo>
                    <a:pt x="17680" y="580763"/>
                  </a:lnTo>
                  <a:lnTo>
                    <a:pt x="28955" y="583057"/>
                  </a:lnTo>
                  <a:lnTo>
                    <a:pt x="1411224" y="583057"/>
                  </a:lnTo>
                  <a:lnTo>
                    <a:pt x="1422499" y="580763"/>
                  </a:lnTo>
                  <a:lnTo>
                    <a:pt x="1431702" y="574516"/>
                  </a:lnTo>
                  <a:lnTo>
                    <a:pt x="1437905" y="565269"/>
                  </a:lnTo>
                  <a:lnTo>
                    <a:pt x="1440180" y="553974"/>
                  </a:lnTo>
                  <a:lnTo>
                    <a:pt x="1440180" y="29083"/>
                  </a:lnTo>
                  <a:lnTo>
                    <a:pt x="1437905" y="17787"/>
                  </a:lnTo>
                  <a:lnTo>
                    <a:pt x="1431702" y="8540"/>
                  </a:lnTo>
                  <a:lnTo>
                    <a:pt x="1422499" y="2293"/>
                  </a:lnTo>
                  <a:lnTo>
                    <a:pt x="14112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5031465" y="3374135"/>
              <a:ext cx="1440180" cy="583565"/>
            </a:xfrm>
            <a:custGeom>
              <a:avLst/>
              <a:gdLst/>
              <a:ahLst/>
              <a:cxnLst/>
              <a:rect l="l" t="t" r="r" b="b"/>
              <a:pathLst>
                <a:path w="1440180" h="583564">
                  <a:moveTo>
                    <a:pt x="0" y="29083"/>
                  </a:moveTo>
                  <a:lnTo>
                    <a:pt x="2274" y="17787"/>
                  </a:lnTo>
                  <a:lnTo>
                    <a:pt x="8477" y="8540"/>
                  </a:lnTo>
                  <a:lnTo>
                    <a:pt x="17680" y="2293"/>
                  </a:lnTo>
                  <a:lnTo>
                    <a:pt x="28955" y="0"/>
                  </a:lnTo>
                  <a:lnTo>
                    <a:pt x="1411224" y="0"/>
                  </a:lnTo>
                  <a:lnTo>
                    <a:pt x="1422499" y="2293"/>
                  </a:lnTo>
                  <a:lnTo>
                    <a:pt x="1431702" y="8540"/>
                  </a:lnTo>
                  <a:lnTo>
                    <a:pt x="1437905" y="17787"/>
                  </a:lnTo>
                  <a:lnTo>
                    <a:pt x="1440180" y="29083"/>
                  </a:lnTo>
                  <a:lnTo>
                    <a:pt x="1440180" y="553974"/>
                  </a:lnTo>
                  <a:lnTo>
                    <a:pt x="1437905" y="565269"/>
                  </a:lnTo>
                  <a:lnTo>
                    <a:pt x="1431702" y="574516"/>
                  </a:lnTo>
                  <a:lnTo>
                    <a:pt x="1422499" y="580763"/>
                  </a:lnTo>
                  <a:lnTo>
                    <a:pt x="1411224" y="583057"/>
                  </a:lnTo>
                  <a:lnTo>
                    <a:pt x="28955" y="583057"/>
                  </a:lnTo>
                  <a:lnTo>
                    <a:pt x="17680" y="580763"/>
                  </a:lnTo>
                  <a:lnTo>
                    <a:pt x="8477" y="574516"/>
                  </a:lnTo>
                  <a:lnTo>
                    <a:pt x="2274" y="565269"/>
                  </a:lnTo>
                  <a:lnTo>
                    <a:pt x="0" y="553974"/>
                  </a:lnTo>
                  <a:lnTo>
                    <a:pt x="0" y="29083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5254096" y="3425444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376551" y="2028951"/>
            <a:ext cx="12763500" cy="2305050"/>
            <a:chOff x="2376551" y="2028951"/>
            <a:chExt cx="12763500" cy="2305050"/>
          </a:xfrm>
        </p:grpSpPr>
        <p:sp>
          <p:nvSpPr>
            <p:cNvPr id="24" name="object 24"/>
            <p:cNvSpPr/>
            <p:nvPr/>
          </p:nvSpPr>
          <p:spPr>
            <a:xfrm>
              <a:off x="14610080" y="3699763"/>
              <a:ext cx="314960" cy="614680"/>
            </a:xfrm>
            <a:custGeom>
              <a:avLst/>
              <a:gdLst/>
              <a:ahLst/>
              <a:cxnLst/>
              <a:rect l="l" t="t" r="r" b="b"/>
              <a:pathLst>
                <a:path w="314959" h="614679">
                  <a:moveTo>
                    <a:pt x="314832" y="0"/>
                  </a:moveTo>
                  <a:lnTo>
                    <a:pt x="0" y="0"/>
                  </a:lnTo>
                  <a:lnTo>
                    <a:pt x="0" y="614679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924913" y="3579748"/>
              <a:ext cx="205613" cy="240029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14924913" y="3579748"/>
              <a:ext cx="205740" cy="240029"/>
            </a:xfrm>
            <a:custGeom>
              <a:avLst/>
              <a:gdLst/>
              <a:ahLst/>
              <a:cxnLst/>
              <a:rect l="l" t="t" r="r" b="b"/>
              <a:pathLst>
                <a:path w="205740" h="240029">
                  <a:moveTo>
                    <a:pt x="0" y="0"/>
                  </a:moveTo>
                  <a:lnTo>
                    <a:pt x="102742" y="0"/>
                  </a:lnTo>
                  <a:lnTo>
                    <a:pt x="142765" y="9429"/>
                  </a:lnTo>
                  <a:lnTo>
                    <a:pt x="175466" y="35147"/>
                  </a:lnTo>
                  <a:lnTo>
                    <a:pt x="197522" y="73294"/>
                  </a:lnTo>
                  <a:lnTo>
                    <a:pt x="205613" y="120015"/>
                  </a:lnTo>
                  <a:lnTo>
                    <a:pt x="197522" y="166735"/>
                  </a:lnTo>
                  <a:lnTo>
                    <a:pt x="175466" y="204882"/>
                  </a:lnTo>
                  <a:lnTo>
                    <a:pt x="142765" y="230600"/>
                  </a:lnTo>
                  <a:lnTo>
                    <a:pt x="102742" y="240029"/>
                  </a:lnTo>
                  <a:lnTo>
                    <a:pt x="0" y="24002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395601" y="2048001"/>
              <a:ext cx="1529715" cy="1974850"/>
            </a:xfrm>
            <a:custGeom>
              <a:avLst/>
              <a:gdLst/>
              <a:ahLst/>
              <a:cxnLst/>
              <a:rect l="l" t="t" r="r" b="b"/>
              <a:pathLst>
                <a:path w="1529714" h="1974850">
                  <a:moveTo>
                    <a:pt x="0" y="76200"/>
                  </a:moveTo>
                  <a:lnTo>
                    <a:pt x="5974" y="46559"/>
                  </a:lnTo>
                  <a:lnTo>
                    <a:pt x="22272" y="22336"/>
                  </a:lnTo>
                  <a:lnTo>
                    <a:pt x="46452" y="5994"/>
                  </a:lnTo>
                  <a:lnTo>
                    <a:pt x="76073" y="0"/>
                  </a:lnTo>
                  <a:lnTo>
                    <a:pt x="1453261" y="0"/>
                  </a:lnTo>
                  <a:lnTo>
                    <a:pt x="1482881" y="5994"/>
                  </a:lnTo>
                  <a:lnTo>
                    <a:pt x="1507061" y="22336"/>
                  </a:lnTo>
                  <a:lnTo>
                    <a:pt x="1523359" y="46559"/>
                  </a:lnTo>
                  <a:lnTo>
                    <a:pt x="1529334" y="76200"/>
                  </a:lnTo>
                  <a:lnTo>
                    <a:pt x="1529334" y="1898523"/>
                  </a:lnTo>
                  <a:lnTo>
                    <a:pt x="1523359" y="1928143"/>
                  </a:lnTo>
                  <a:lnTo>
                    <a:pt x="1507061" y="1952323"/>
                  </a:lnTo>
                  <a:lnTo>
                    <a:pt x="1482881" y="1968621"/>
                  </a:lnTo>
                  <a:lnTo>
                    <a:pt x="1453261" y="1974596"/>
                  </a:lnTo>
                  <a:lnTo>
                    <a:pt x="76073" y="1974596"/>
                  </a:lnTo>
                  <a:lnTo>
                    <a:pt x="46452" y="1968621"/>
                  </a:lnTo>
                  <a:lnTo>
                    <a:pt x="22272" y="1952323"/>
                  </a:lnTo>
                  <a:lnTo>
                    <a:pt x="5974" y="1928143"/>
                  </a:lnTo>
                  <a:lnTo>
                    <a:pt x="0" y="1898523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852928" y="2522600"/>
              <a:ext cx="207264" cy="44069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3060192" y="237058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5">
                  <a:moveTo>
                    <a:pt x="474484" y="512025"/>
                  </a:moveTo>
                  <a:lnTo>
                    <a:pt x="470789" y="493522"/>
                  </a:lnTo>
                  <a:lnTo>
                    <a:pt x="463156" y="476758"/>
                  </a:lnTo>
                  <a:lnTo>
                    <a:pt x="457377" y="464058"/>
                  </a:lnTo>
                  <a:lnTo>
                    <a:pt x="435610" y="441553"/>
                  </a:lnTo>
                  <a:lnTo>
                    <a:pt x="419646" y="433285"/>
                  </a:lnTo>
                  <a:lnTo>
                    <a:pt x="419646" y="515010"/>
                  </a:lnTo>
                  <a:lnTo>
                    <a:pt x="419328" y="523163"/>
                  </a:lnTo>
                  <a:lnTo>
                    <a:pt x="417652" y="530707"/>
                  </a:lnTo>
                  <a:lnTo>
                    <a:pt x="417563" y="531114"/>
                  </a:lnTo>
                  <a:lnTo>
                    <a:pt x="414274" y="538734"/>
                  </a:lnTo>
                  <a:lnTo>
                    <a:pt x="382651" y="558673"/>
                  </a:lnTo>
                  <a:lnTo>
                    <a:pt x="378968" y="558673"/>
                  </a:lnTo>
                  <a:lnTo>
                    <a:pt x="343547" y="541261"/>
                  </a:lnTo>
                  <a:lnTo>
                    <a:pt x="337019" y="512356"/>
                  </a:lnTo>
                  <a:lnTo>
                    <a:pt x="342366" y="497255"/>
                  </a:lnTo>
                  <a:lnTo>
                    <a:pt x="352945" y="485279"/>
                  </a:lnTo>
                  <a:lnTo>
                    <a:pt x="367792" y="478155"/>
                  </a:lnTo>
                  <a:lnTo>
                    <a:pt x="371221" y="477139"/>
                  </a:lnTo>
                  <a:lnTo>
                    <a:pt x="374904" y="476758"/>
                  </a:lnTo>
                  <a:lnTo>
                    <a:pt x="378460" y="476758"/>
                  </a:lnTo>
                  <a:lnTo>
                    <a:pt x="412508" y="494284"/>
                  </a:lnTo>
                  <a:lnTo>
                    <a:pt x="419646" y="515010"/>
                  </a:lnTo>
                  <a:lnTo>
                    <a:pt x="419646" y="433285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22"/>
                  </a:lnTo>
                  <a:lnTo>
                    <a:pt x="312331" y="449491"/>
                  </a:lnTo>
                  <a:lnTo>
                    <a:pt x="255841" y="416128"/>
                  </a:lnTo>
                  <a:lnTo>
                    <a:pt x="263512" y="378968"/>
                  </a:lnTo>
                  <a:lnTo>
                    <a:pt x="255397" y="339610"/>
                  </a:lnTo>
                  <a:lnTo>
                    <a:pt x="311416" y="299288"/>
                  </a:lnTo>
                  <a:lnTo>
                    <a:pt x="352171" y="322707"/>
                  </a:lnTo>
                  <a:lnTo>
                    <a:pt x="368808" y="324993"/>
                  </a:lnTo>
                  <a:lnTo>
                    <a:pt x="376555" y="324993"/>
                  </a:lnTo>
                  <a:lnTo>
                    <a:pt x="425323" y="312801"/>
                  </a:lnTo>
                  <a:lnTo>
                    <a:pt x="464159" y="272427"/>
                  </a:lnTo>
                  <a:lnTo>
                    <a:pt x="465099" y="269875"/>
                  </a:lnTo>
                  <a:lnTo>
                    <a:pt x="470789" y="254508"/>
                  </a:lnTo>
                  <a:lnTo>
                    <a:pt x="474319" y="236004"/>
                  </a:lnTo>
                  <a:lnTo>
                    <a:pt x="473786" y="218059"/>
                  </a:lnTo>
                  <a:lnTo>
                    <a:pt x="473773" y="217271"/>
                  </a:lnTo>
                  <a:lnTo>
                    <a:pt x="450532" y="165862"/>
                  </a:lnTo>
                  <a:lnTo>
                    <a:pt x="418122" y="142125"/>
                  </a:lnTo>
                  <a:lnTo>
                    <a:pt x="418122" y="231889"/>
                  </a:lnTo>
                  <a:lnTo>
                    <a:pt x="416560" y="240157"/>
                  </a:lnTo>
                  <a:lnTo>
                    <a:pt x="383413" y="269875"/>
                  </a:lnTo>
                  <a:lnTo>
                    <a:pt x="372491" y="269875"/>
                  </a:lnTo>
                  <a:lnTo>
                    <a:pt x="337743" y="241960"/>
                  </a:lnTo>
                  <a:lnTo>
                    <a:pt x="335610" y="226314"/>
                  </a:lnTo>
                  <a:lnTo>
                    <a:pt x="336677" y="218059"/>
                  </a:lnTo>
                  <a:lnTo>
                    <a:pt x="363220" y="188341"/>
                  </a:lnTo>
                  <a:lnTo>
                    <a:pt x="369824" y="187325"/>
                  </a:lnTo>
                  <a:lnTo>
                    <a:pt x="384302" y="187325"/>
                  </a:lnTo>
                  <a:lnTo>
                    <a:pt x="416407" y="215785"/>
                  </a:lnTo>
                  <a:lnTo>
                    <a:pt x="418122" y="231889"/>
                  </a:lnTo>
                  <a:lnTo>
                    <a:pt x="418122" y="142125"/>
                  </a:lnTo>
                  <a:lnTo>
                    <a:pt x="403263" y="136550"/>
                  </a:lnTo>
                  <a:lnTo>
                    <a:pt x="394970" y="134366"/>
                  </a:lnTo>
                  <a:lnTo>
                    <a:pt x="386588" y="133223"/>
                  </a:lnTo>
                  <a:lnTo>
                    <a:pt x="378206" y="133223"/>
                  </a:lnTo>
                  <a:lnTo>
                    <a:pt x="330073" y="146431"/>
                  </a:lnTo>
                  <a:lnTo>
                    <a:pt x="291223" y="186245"/>
                  </a:lnTo>
                  <a:lnTo>
                    <a:pt x="281012" y="222707"/>
                  </a:lnTo>
                  <a:lnTo>
                    <a:pt x="281279" y="231889"/>
                  </a:lnTo>
                  <a:lnTo>
                    <a:pt x="281406" y="236004"/>
                  </a:lnTo>
                  <a:lnTo>
                    <a:pt x="281533" y="240157"/>
                  </a:lnTo>
                  <a:lnTo>
                    <a:pt x="281571" y="241388"/>
                  </a:lnTo>
                  <a:lnTo>
                    <a:pt x="283883" y="251104"/>
                  </a:lnTo>
                  <a:lnTo>
                    <a:pt x="227977" y="291388"/>
                  </a:lnTo>
                  <a:lnTo>
                    <a:pt x="224675" y="286512"/>
                  </a:lnTo>
                  <a:lnTo>
                    <a:pt x="208153" y="275348"/>
                  </a:lnTo>
                  <a:lnTo>
                    <a:pt x="208153" y="378968"/>
                  </a:lnTo>
                  <a:lnTo>
                    <a:pt x="202133" y="408038"/>
                  </a:lnTo>
                  <a:lnTo>
                    <a:pt x="185750" y="432231"/>
                  </a:lnTo>
                  <a:lnTo>
                    <a:pt x="161480" y="448792"/>
                  </a:lnTo>
                  <a:lnTo>
                    <a:pt x="131826" y="454914"/>
                  </a:lnTo>
                  <a:lnTo>
                    <a:pt x="102552" y="448792"/>
                  </a:lnTo>
                  <a:lnTo>
                    <a:pt x="78143" y="432231"/>
                  </a:lnTo>
                  <a:lnTo>
                    <a:pt x="61429" y="408038"/>
                  </a:lnTo>
                  <a:lnTo>
                    <a:pt x="55245" y="378968"/>
                  </a:lnTo>
                  <a:lnTo>
                    <a:pt x="61429" y="349402"/>
                  </a:lnTo>
                  <a:lnTo>
                    <a:pt x="78143" y="325221"/>
                  </a:lnTo>
                  <a:lnTo>
                    <a:pt x="102552" y="308889"/>
                  </a:lnTo>
                  <a:lnTo>
                    <a:pt x="131826" y="302895"/>
                  </a:lnTo>
                  <a:lnTo>
                    <a:pt x="161480" y="308889"/>
                  </a:lnTo>
                  <a:lnTo>
                    <a:pt x="185750" y="325221"/>
                  </a:lnTo>
                  <a:lnTo>
                    <a:pt x="202133" y="349402"/>
                  </a:lnTo>
                  <a:lnTo>
                    <a:pt x="208153" y="378968"/>
                  </a:lnTo>
                  <a:lnTo>
                    <a:pt x="208153" y="275348"/>
                  </a:lnTo>
                  <a:lnTo>
                    <a:pt x="182778" y="258203"/>
                  </a:lnTo>
                  <a:lnTo>
                    <a:pt x="152781" y="252069"/>
                  </a:lnTo>
                  <a:lnTo>
                    <a:pt x="152781" y="187159"/>
                  </a:lnTo>
                  <a:lnTo>
                    <a:pt x="192811" y="164706"/>
                  </a:lnTo>
                  <a:lnTo>
                    <a:pt x="221475" y="96901"/>
                  </a:lnTo>
                  <a:lnTo>
                    <a:pt x="214058" y="58991"/>
                  </a:lnTo>
                  <a:lnTo>
                    <a:pt x="211416" y="54991"/>
                  </a:lnTo>
                  <a:lnTo>
                    <a:pt x="193675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30"/>
                  </a:lnTo>
                  <a:lnTo>
                    <a:pt x="154317" y="125958"/>
                  </a:lnTo>
                  <a:lnTo>
                    <a:pt x="141300" y="134556"/>
                  </a:lnTo>
                  <a:lnTo>
                    <a:pt x="125095" y="137668"/>
                  </a:lnTo>
                  <a:lnTo>
                    <a:pt x="108229" y="134556"/>
                  </a:lnTo>
                  <a:lnTo>
                    <a:pt x="94932" y="125958"/>
                  </a:lnTo>
                  <a:lnTo>
                    <a:pt x="86194" y="113030"/>
                  </a:lnTo>
                  <a:lnTo>
                    <a:pt x="83058" y="96901"/>
                  </a:lnTo>
                  <a:lnTo>
                    <a:pt x="86194" y="80124"/>
                  </a:lnTo>
                  <a:lnTo>
                    <a:pt x="94932" y="66852"/>
                  </a:lnTo>
                  <a:lnTo>
                    <a:pt x="108229" y="58140"/>
                  </a:lnTo>
                  <a:lnTo>
                    <a:pt x="125095" y="54991"/>
                  </a:lnTo>
                  <a:lnTo>
                    <a:pt x="140817" y="58140"/>
                  </a:lnTo>
                  <a:lnTo>
                    <a:pt x="153885" y="66852"/>
                  </a:lnTo>
                  <a:lnTo>
                    <a:pt x="162814" y="80124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59" y="96901"/>
                  </a:lnTo>
                  <a:lnTo>
                    <a:pt x="35166" y="134226"/>
                  </a:lnTo>
                  <a:lnTo>
                    <a:pt x="55981" y="164706"/>
                  </a:lnTo>
                  <a:lnTo>
                    <a:pt x="86969" y="185254"/>
                  </a:lnTo>
                  <a:lnTo>
                    <a:pt x="97409" y="187325"/>
                  </a:lnTo>
                  <a:lnTo>
                    <a:pt x="97409" y="254825"/>
                  </a:lnTo>
                  <a:lnTo>
                    <a:pt x="80848" y="258203"/>
                  </a:lnTo>
                  <a:lnTo>
                    <a:pt x="38900" y="286512"/>
                  </a:lnTo>
                  <a:lnTo>
                    <a:pt x="10464" y="328256"/>
                  </a:lnTo>
                  <a:lnTo>
                    <a:pt x="0" y="378968"/>
                  </a:lnTo>
                  <a:lnTo>
                    <a:pt x="10464" y="429615"/>
                  </a:lnTo>
                  <a:lnTo>
                    <a:pt x="38900" y="471322"/>
                  </a:lnTo>
                  <a:lnTo>
                    <a:pt x="80848" y="499618"/>
                  </a:lnTo>
                  <a:lnTo>
                    <a:pt x="97409" y="503008"/>
                  </a:lnTo>
                  <a:lnTo>
                    <a:pt x="97409" y="556298"/>
                  </a:lnTo>
                  <a:lnTo>
                    <a:pt x="86969" y="558355"/>
                  </a:lnTo>
                  <a:lnTo>
                    <a:pt x="55981" y="579018"/>
                  </a:lnTo>
                  <a:lnTo>
                    <a:pt x="35166" y="609790"/>
                  </a:lnTo>
                  <a:lnTo>
                    <a:pt x="27559" y="647700"/>
                  </a:lnTo>
                  <a:lnTo>
                    <a:pt x="35166" y="685025"/>
                  </a:lnTo>
                  <a:lnTo>
                    <a:pt x="55981" y="715505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05"/>
                  </a:lnTo>
                  <a:lnTo>
                    <a:pt x="211378" y="688467"/>
                  </a:lnTo>
                  <a:lnTo>
                    <a:pt x="213741" y="685025"/>
                  </a:lnTo>
                  <a:lnTo>
                    <a:pt x="221475" y="647700"/>
                  </a:lnTo>
                  <a:lnTo>
                    <a:pt x="214058" y="609790"/>
                  </a:lnTo>
                  <a:lnTo>
                    <a:pt x="211493" y="605917"/>
                  </a:lnTo>
                  <a:lnTo>
                    <a:pt x="193675" y="579018"/>
                  </a:lnTo>
                  <a:lnTo>
                    <a:pt x="166116" y="560412"/>
                  </a:lnTo>
                  <a:lnTo>
                    <a:pt x="166116" y="647700"/>
                  </a:lnTo>
                  <a:lnTo>
                    <a:pt x="162966" y="663829"/>
                  </a:lnTo>
                  <a:lnTo>
                    <a:pt x="154317" y="676757"/>
                  </a:lnTo>
                  <a:lnTo>
                    <a:pt x="141300" y="685355"/>
                  </a:lnTo>
                  <a:lnTo>
                    <a:pt x="125095" y="688467"/>
                  </a:lnTo>
                  <a:lnTo>
                    <a:pt x="108229" y="685355"/>
                  </a:lnTo>
                  <a:lnTo>
                    <a:pt x="94932" y="676757"/>
                  </a:lnTo>
                  <a:lnTo>
                    <a:pt x="86194" y="663829"/>
                  </a:lnTo>
                  <a:lnTo>
                    <a:pt x="83058" y="647700"/>
                  </a:lnTo>
                  <a:lnTo>
                    <a:pt x="86194" y="630999"/>
                  </a:lnTo>
                  <a:lnTo>
                    <a:pt x="94932" y="617766"/>
                  </a:lnTo>
                  <a:lnTo>
                    <a:pt x="108229" y="609053"/>
                  </a:lnTo>
                  <a:lnTo>
                    <a:pt x="125095" y="605917"/>
                  </a:lnTo>
                  <a:lnTo>
                    <a:pt x="140817" y="609053"/>
                  </a:lnTo>
                  <a:lnTo>
                    <a:pt x="153885" y="617766"/>
                  </a:lnTo>
                  <a:lnTo>
                    <a:pt x="162814" y="630999"/>
                  </a:lnTo>
                  <a:lnTo>
                    <a:pt x="166116" y="647700"/>
                  </a:lnTo>
                  <a:lnTo>
                    <a:pt x="166116" y="560412"/>
                  </a:lnTo>
                  <a:lnTo>
                    <a:pt x="163080" y="558355"/>
                  </a:lnTo>
                  <a:lnTo>
                    <a:pt x="152781" y="556310"/>
                  </a:lnTo>
                  <a:lnTo>
                    <a:pt x="152781" y="505752"/>
                  </a:lnTo>
                  <a:lnTo>
                    <a:pt x="182778" y="499618"/>
                  </a:lnTo>
                  <a:lnTo>
                    <a:pt x="224675" y="471322"/>
                  </a:lnTo>
                  <a:lnTo>
                    <a:pt x="229489" y="464235"/>
                  </a:lnTo>
                  <a:lnTo>
                    <a:pt x="285051" y="497090"/>
                  </a:lnTo>
                  <a:lnTo>
                    <a:pt x="281940" y="506247"/>
                  </a:lnTo>
                  <a:lnTo>
                    <a:pt x="284607" y="544195"/>
                  </a:lnTo>
                  <a:lnTo>
                    <a:pt x="298373" y="573379"/>
                  </a:lnTo>
                  <a:lnTo>
                    <a:pt x="320052" y="595591"/>
                  </a:lnTo>
                  <a:lnTo>
                    <a:pt x="347560" y="609727"/>
                  </a:lnTo>
                  <a:lnTo>
                    <a:pt x="378841" y="614680"/>
                  </a:lnTo>
                  <a:lnTo>
                    <a:pt x="386588" y="614680"/>
                  </a:lnTo>
                  <a:lnTo>
                    <a:pt x="395351" y="612521"/>
                  </a:lnTo>
                  <a:lnTo>
                    <a:pt x="403225" y="611505"/>
                  </a:lnTo>
                  <a:lnTo>
                    <a:pt x="450672" y="581634"/>
                  </a:lnTo>
                  <a:lnTo>
                    <a:pt x="474103" y="531114"/>
                  </a:lnTo>
                  <a:lnTo>
                    <a:pt x="474306" y="523163"/>
                  </a:lnTo>
                  <a:lnTo>
                    <a:pt x="474433" y="515010"/>
                  </a:lnTo>
                  <a:lnTo>
                    <a:pt x="474484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40178" y="3374135"/>
              <a:ext cx="1440180" cy="583565"/>
            </a:xfrm>
            <a:custGeom>
              <a:avLst/>
              <a:gdLst/>
              <a:ahLst/>
              <a:cxnLst/>
              <a:rect l="l" t="t" r="r" b="b"/>
              <a:pathLst>
                <a:path w="1440179" h="583564">
                  <a:moveTo>
                    <a:pt x="1411224" y="0"/>
                  </a:moveTo>
                  <a:lnTo>
                    <a:pt x="28956" y="0"/>
                  </a:lnTo>
                  <a:lnTo>
                    <a:pt x="17680" y="2293"/>
                  </a:lnTo>
                  <a:lnTo>
                    <a:pt x="8477" y="8540"/>
                  </a:lnTo>
                  <a:lnTo>
                    <a:pt x="2274" y="17787"/>
                  </a:lnTo>
                  <a:lnTo>
                    <a:pt x="0" y="29083"/>
                  </a:lnTo>
                  <a:lnTo>
                    <a:pt x="0" y="553974"/>
                  </a:lnTo>
                  <a:lnTo>
                    <a:pt x="2274" y="565269"/>
                  </a:lnTo>
                  <a:lnTo>
                    <a:pt x="8477" y="574516"/>
                  </a:lnTo>
                  <a:lnTo>
                    <a:pt x="17680" y="580763"/>
                  </a:lnTo>
                  <a:lnTo>
                    <a:pt x="28956" y="583057"/>
                  </a:lnTo>
                  <a:lnTo>
                    <a:pt x="1411224" y="583057"/>
                  </a:lnTo>
                  <a:lnTo>
                    <a:pt x="1422499" y="580763"/>
                  </a:lnTo>
                  <a:lnTo>
                    <a:pt x="1431702" y="574516"/>
                  </a:lnTo>
                  <a:lnTo>
                    <a:pt x="1437905" y="565269"/>
                  </a:lnTo>
                  <a:lnTo>
                    <a:pt x="1440180" y="553974"/>
                  </a:lnTo>
                  <a:lnTo>
                    <a:pt x="1440180" y="29083"/>
                  </a:lnTo>
                  <a:lnTo>
                    <a:pt x="1437905" y="17787"/>
                  </a:lnTo>
                  <a:lnTo>
                    <a:pt x="1431702" y="8540"/>
                  </a:lnTo>
                  <a:lnTo>
                    <a:pt x="1422499" y="2293"/>
                  </a:lnTo>
                  <a:lnTo>
                    <a:pt x="14112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440178" y="3374135"/>
              <a:ext cx="1440180" cy="583565"/>
            </a:xfrm>
            <a:custGeom>
              <a:avLst/>
              <a:gdLst/>
              <a:ahLst/>
              <a:cxnLst/>
              <a:rect l="l" t="t" r="r" b="b"/>
              <a:pathLst>
                <a:path w="1440179" h="583564">
                  <a:moveTo>
                    <a:pt x="0" y="29083"/>
                  </a:moveTo>
                  <a:lnTo>
                    <a:pt x="2274" y="17787"/>
                  </a:lnTo>
                  <a:lnTo>
                    <a:pt x="8477" y="8540"/>
                  </a:lnTo>
                  <a:lnTo>
                    <a:pt x="17680" y="2293"/>
                  </a:lnTo>
                  <a:lnTo>
                    <a:pt x="28956" y="0"/>
                  </a:lnTo>
                  <a:lnTo>
                    <a:pt x="1411224" y="0"/>
                  </a:lnTo>
                  <a:lnTo>
                    <a:pt x="1422499" y="2293"/>
                  </a:lnTo>
                  <a:lnTo>
                    <a:pt x="1431702" y="8540"/>
                  </a:lnTo>
                  <a:lnTo>
                    <a:pt x="1437905" y="17787"/>
                  </a:lnTo>
                  <a:lnTo>
                    <a:pt x="1440180" y="29083"/>
                  </a:lnTo>
                  <a:lnTo>
                    <a:pt x="1440180" y="553974"/>
                  </a:lnTo>
                  <a:lnTo>
                    <a:pt x="1437905" y="565269"/>
                  </a:lnTo>
                  <a:lnTo>
                    <a:pt x="1431702" y="574516"/>
                  </a:lnTo>
                  <a:lnTo>
                    <a:pt x="1422499" y="580763"/>
                  </a:lnTo>
                  <a:lnTo>
                    <a:pt x="1411224" y="583057"/>
                  </a:lnTo>
                  <a:lnTo>
                    <a:pt x="28956" y="583057"/>
                  </a:lnTo>
                  <a:lnTo>
                    <a:pt x="17680" y="580763"/>
                  </a:lnTo>
                  <a:lnTo>
                    <a:pt x="8477" y="574516"/>
                  </a:lnTo>
                  <a:lnTo>
                    <a:pt x="2274" y="565269"/>
                  </a:lnTo>
                  <a:lnTo>
                    <a:pt x="0" y="553974"/>
                  </a:lnTo>
                  <a:lnTo>
                    <a:pt x="0" y="29083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2661920" y="3425444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000250" y="2028951"/>
            <a:ext cx="9495790" cy="2298065"/>
            <a:chOff x="2000250" y="2028951"/>
            <a:chExt cx="9495790" cy="2298065"/>
          </a:xfrm>
        </p:grpSpPr>
        <p:sp>
          <p:nvSpPr>
            <p:cNvPr id="34" name="object 34"/>
            <p:cNvSpPr/>
            <p:nvPr/>
          </p:nvSpPr>
          <p:spPr>
            <a:xfrm>
              <a:off x="2019300" y="3699763"/>
              <a:ext cx="314325" cy="607695"/>
            </a:xfrm>
            <a:custGeom>
              <a:avLst/>
              <a:gdLst/>
              <a:ahLst/>
              <a:cxnLst/>
              <a:rect l="l" t="t" r="r" b="b"/>
              <a:pathLst>
                <a:path w="314325" h="607695">
                  <a:moveTo>
                    <a:pt x="314325" y="0"/>
                  </a:moveTo>
                  <a:lnTo>
                    <a:pt x="0" y="0"/>
                  </a:lnTo>
                  <a:lnTo>
                    <a:pt x="0" y="607694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33625" y="3579748"/>
              <a:ext cx="205612" cy="24002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2333625" y="3579748"/>
              <a:ext cx="205740" cy="240029"/>
            </a:xfrm>
            <a:custGeom>
              <a:avLst/>
              <a:gdLst/>
              <a:ahLst/>
              <a:cxnLst/>
              <a:rect l="l" t="t" r="r" b="b"/>
              <a:pathLst>
                <a:path w="205739" h="240029">
                  <a:moveTo>
                    <a:pt x="0" y="0"/>
                  </a:moveTo>
                  <a:lnTo>
                    <a:pt x="102743" y="0"/>
                  </a:lnTo>
                  <a:lnTo>
                    <a:pt x="142765" y="9429"/>
                  </a:lnTo>
                  <a:lnTo>
                    <a:pt x="175466" y="35147"/>
                  </a:lnTo>
                  <a:lnTo>
                    <a:pt x="197522" y="73294"/>
                  </a:lnTo>
                  <a:lnTo>
                    <a:pt x="205612" y="120015"/>
                  </a:lnTo>
                  <a:lnTo>
                    <a:pt x="197522" y="166735"/>
                  </a:lnTo>
                  <a:lnTo>
                    <a:pt x="175466" y="204882"/>
                  </a:lnTo>
                  <a:lnTo>
                    <a:pt x="142765" y="230600"/>
                  </a:lnTo>
                  <a:lnTo>
                    <a:pt x="102743" y="240029"/>
                  </a:lnTo>
                  <a:lnTo>
                    <a:pt x="0" y="24002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9947782" y="2048001"/>
              <a:ext cx="1529715" cy="1974850"/>
            </a:xfrm>
            <a:custGeom>
              <a:avLst/>
              <a:gdLst/>
              <a:ahLst/>
              <a:cxnLst/>
              <a:rect l="l" t="t" r="r" b="b"/>
              <a:pathLst>
                <a:path w="1529715" h="1974850">
                  <a:moveTo>
                    <a:pt x="0" y="76200"/>
                  </a:moveTo>
                  <a:lnTo>
                    <a:pt x="5974" y="46559"/>
                  </a:lnTo>
                  <a:lnTo>
                    <a:pt x="22272" y="22336"/>
                  </a:lnTo>
                  <a:lnTo>
                    <a:pt x="46452" y="5994"/>
                  </a:lnTo>
                  <a:lnTo>
                    <a:pt x="76073" y="0"/>
                  </a:lnTo>
                  <a:lnTo>
                    <a:pt x="1453134" y="0"/>
                  </a:lnTo>
                  <a:lnTo>
                    <a:pt x="1482754" y="5994"/>
                  </a:lnTo>
                  <a:lnTo>
                    <a:pt x="1506934" y="22336"/>
                  </a:lnTo>
                  <a:lnTo>
                    <a:pt x="1523232" y="46559"/>
                  </a:lnTo>
                  <a:lnTo>
                    <a:pt x="1529207" y="76200"/>
                  </a:lnTo>
                  <a:lnTo>
                    <a:pt x="1529207" y="1898523"/>
                  </a:lnTo>
                  <a:lnTo>
                    <a:pt x="1523232" y="1928143"/>
                  </a:lnTo>
                  <a:lnTo>
                    <a:pt x="1506934" y="1952323"/>
                  </a:lnTo>
                  <a:lnTo>
                    <a:pt x="1482754" y="1968621"/>
                  </a:lnTo>
                  <a:lnTo>
                    <a:pt x="1453134" y="1974596"/>
                  </a:lnTo>
                  <a:lnTo>
                    <a:pt x="76073" y="1974596"/>
                  </a:lnTo>
                  <a:lnTo>
                    <a:pt x="46452" y="1968621"/>
                  </a:lnTo>
                  <a:lnTo>
                    <a:pt x="22272" y="1952323"/>
                  </a:lnTo>
                  <a:lnTo>
                    <a:pt x="5974" y="1928143"/>
                  </a:lnTo>
                  <a:lnTo>
                    <a:pt x="0" y="1898523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03585" y="2522600"/>
              <a:ext cx="207264" cy="440690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610850" y="237058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5">
                  <a:moveTo>
                    <a:pt x="474484" y="512025"/>
                  </a:moveTo>
                  <a:lnTo>
                    <a:pt x="470789" y="493522"/>
                  </a:lnTo>
                  <a:lnTo>
                    <a:pt x="463156" y="476758"/>
                  </a:lnTo>
                  <a:lnTo>
                    <a:pt x="457390" y="464058"/>
                  </a:lnTo>
                  <a:lnTo>
                    <a:pt x="435610" y="441553"/>
                  </a:lnTo>
                  <a:lnTo>
                    <a:pt x="419646" y="433285"/>
                  </a:lnTo>
                  <a:lnTo>
                    <a:pt x="419646" y="515010"/>
                  </a:lnTo>
                  <a:lnTo>
                    <a:pt x="419328" y="523163"/>
                  </a:lnTo>
                  <a:lnTo>
                    <a:pt x="417652" y="530707"/>
                  </a:lnTo>
                  <a:lnTo>
                    <a:pt x="417563" y="531114"/>
                  </a:lnTo>
                  <a:lnTo>
                    <a:pt x="414274" y="538734"/>
                  </a:lnTo>
                  <a:lnTo>
                    <a:pt x="382651" y="558673"/>
                  </a:lnTo>
                  <a:lnTo>
                    <a:pt x="378968" y="558673"/>
                  </a:lnTo>
                  <a:lnTo>
                    <a:pt x="343547" y="541261"/>
                  </a:lnTo>
                  <a:lnTo>
                    <a:pt x="337019" y="512356"/>
                  </a:lnTo>
                  <a:lnTo>
                    <a:pt x="342366" y="497255"/>
                  </a:lnTo>
                  <a:lnTo>
                    <a:pt x="352945" y="485279"/>
                  </a:lnTo>
                  <a:lnTo>
                    <a:pt x="367792" y="478155"/>
                  </a:lnTo>
                  <a:lnTo>
                    <a:pt x="371221" y="477139"/>
                  </a:lnTo>
                  <a:lnTo>
                    <a:pt x="374904" y="476758"/>
                  </a:lnTo>
                  <a:lnTo>
                    <a:pt x="378460" y="476758"/>
                  </a:lnTo>
                  <a:lnTo>
                    <a:pt x="412508" y="494284"/>
                  </a:lnTo>
                  <a:lnTo>
                    <a:pt x="419646" y="515010"/>
                  </a:lnTo>
                  <a:lnTo>
                    <a:pt x="419646" y="433285"/>
                  </a:lnTo>
                  <a:lnTo>
                    <a:pt x="407911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22"/>
                  </a:lnTo>
                  <a:lnTo>
                    <a:pt x="312331" y="449491"/>
                  </a:lnTo>
                  <a:lnTo>
                    <a:pt x="255854" y="416140"/>
                  </a:lnTo>
                  <a:lnTo>
                    <a:pt x="263525" y="378968"/>
                  </a:lnTo>
                  <a:lnTo>
                    <a:pt x="255409" y="339598"/>
                  </a:lnTo>
                  <a:lnTo>
                    <a:pt x="311416" y="299288"/>
                  </a:lnTo>
                  <a:lnTo>
                    <a:pt x="352171" y="322707"/>
                  </a:lnTo>
                  <a:lnTo>
                    <a:pt x="368808" y="324993"/>
                  </a:lnTo>
                  <a:lnTo>
                    <a:pt x="376555" y="324993"/>
                  </a:lnTo>
                  <a:lnTo>
                    <a:pt x="425323" y="312801"/>
                  </a:lnTo>
                  <a:lnTo>
                    <a:pt x="464159" y="272427"/>
                  </a:lnTo>
                  <a:lnTo>
                    <a:pt x="465099" y="269875"/>
                  </a:lnTo>
                  <a:lnTo>
                    <a:pt x="470789" y="254508"/>
                  </a:lnTo>
                  <a:lnTo>
                    <a:pt x="474319" y="236004"/>
                  </a:lnTo>
                  <a:lnTo>
                    <a:pt x="473786" y="218059"/>
                  </a:lnTo>
                  <a:lnTo>
                    <a:pt x="473773" y="217271"/>
                  </a:lnTo>
                  <a:lnTo>
                    <a:pt x="450532" y="165862"/>
                  </a:lnTo>
                  <a:lnTo>
                    <a:pt x="418122" y="142125"/>
                  </a:lnTo>
                  <a:lnTo>
                    <a:pt x="418122" y="231889"/>
                  </a:lnTo>
                  <a:lnTo>
                    <a:pt x="416560" y="240157"/>
                  </a:lnTo>
                  <a:lnTo>
                    <a:pt x="383413" y="269875"/>
                  </a:lnTo>
                  <a:lnTo>
                    <a:pt x="372491" y="269875"/>
                  </a:lnTo>
                  <a:lnTo>
                    <a:pt x="337743" y="241960"/>
                  </a:lnTo>
                  <a:lnTo>
                    <a:pt x="335610" y="226314"/>
                  </a:lnTo>
                  <a:lnTo>
                    <a:pt x="336677" y="218059"/>
                  </a:lnTo>
                  <a:lnTo>
                    <a:pt x="363220" y="188341"/>
                  </a:lnTo>
                  <a:lnTo>
                    <a:pt x="369824" y="187325"/>
                  </a:lnTo>
                  <a:lnTo>
                    <a:pt x="384302" y="187325"/>
                  </a:lnTo>
                  <a:lnTo>
                    <a:pt x="416407" y="215785"/>
                  </a:lnTo>
                  <a:lnTo>
                    <a:pt x="418122" y="231889"/>
                  </a:lnTo>
                  <a:lnTo>
                    <a:pt x="418122" y="142125"/>
                  </a:lnTo>
                  <a:lnTo>
                    <a:pt x="403263" y="136550"/>
                  </a:lnTo>
                  <a:lnTo>
                    <a:pt x="394970" y="134366"/>
                  </a:lnTo>
                  <a:lnTo>
                    <a:pt x="386588" y="133223"/>
                  </a:lnTo>
                  <a:lnTo>
                    <a:pt x="378206" y="133223"/>
                  </a:lnTo>
                  <a:lnTo>
                    <a:pt x="330073" y="146431"/>
                  </a:lnTo>
                  <a:lnTo>
                    <a:pt x="291223" y="186245"/>
                  </a:lnTo>
                  <a:lnTo>
                    <a:pt x="281012" y="222707"/>
                  </a:lnTo>
                  <a:lnTo>
                    <a:pt x="281279" y="231889"/>
                  </a:lnTo>
                  <a:lnTo>
                    <a:pt x="281406" y="236004"/>
                  </a:lnTo>
                  <a:lnTo>
                    <a:pt x="281533" y="240157"/>
                  </a:lnTo>
                  <a:lnTo>
                    <a:pt x="281571" y="241388"/>
                  </a:lnTo>
                  <a:lnTo>
                    <a:pt x="283883" y="251104"/>
                  </a:lnTo>
                  <a:lnTo>
                    <a:pt x="227990" y="291388"/>
                  </a:lnTo>
                  <a:lnTo>
                    <a:pt x="224675" y="286512"/>
                  </a:lnTo>
                  <a:lnTo>
                    <a:pt x="208153" y="275348"/>
                  </a:lnTo>
                  <a:lnTo>
                    <a:pt x="208153" y="378968"/>
                  </a:lnTo>
                  <a:lnTo>
                    <a:pt x="202133" y="408038"/>
                  </a:lnTo>
                  <a:lnTo>
                    <a:pt x="185750" y="432231"/>
                  </a:lnTo>
                  <a:lnTo>
                    <a:pt x="161480" y="448792"/>
                  </a:lnTo>
                  <a:lnTo>
                    <a:pt x="131826" y="454914"/>
                  </a:lnTo>
                  <a:lnTo>
                    <a:pt x="102552" y="448792"/>
                  </a:lnTo>
                  <a:lnTo>
                    <a:pt x="78143" y="432231"/>
                  </a:lnTo>
                  <a:lnTo>
                    <a:pt x="61429" y="408038"/>
                  </a:lnTo>
                  <a:lnTo>
                    <a:pt x="55245" y="378968"/>
                  </a:lnTo>
                  <a:lnTo>
                    <a:pt x="61429" y="349402"/>
                  </a:lnTo>
                  <a:lnTo>
                    <a:pt x="78143" y="325221"/>
                  </a:lnTo>
                  <a:lnTo>
                    <a:pt x="102552" y="308889"/>
                  </a:lnTo>
                  <a:lnTo>
                    <a:pt x="131826" y="302895"/>
                  </a:lnTo>
                  <a:lnTo>
                    <a:pt x="161480" y="308889"/>
                  </a:lnTo>
                  <a:lnTo>
                    <a:pt x="185750" y="325221"/>
                  </a:lnTo>
                  <a:lnTo>
                    <a:pt x="202133" y="349402"/>
                  </a:lnTo>
                  <a:lnTo>
                    <a:pt x="208153" y="378968"/>
                  </a:lnTo>
                  <a:lnTo>
                    <a:pt x="208153" y="275348"/>
                  </a:lnTo>
                  <a:lnTo>
                    <a:pt x="182778" y="258203"/>
                  </a:lnTo>
                  <a:lnTo>
                    <a:pt x="152781" y="252069"/>
                  </a:lnTo>
                  <a:lnTo>
                    <a:pt x="152781" y="187159"/>
                  </a:lnTo>
                  <a:lnTo>
                    <a:pt x="192811" y="164706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16" y="54991"/>
                  </a:lnTo>
                  <a:lnTo>
                    <a:pt x="193675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30"/>
                  </a:lnTo>
                  <a:lnTo>
                    <a:pt x="154317" y="125958"/>
                  </a:lnTo>
                  <a:lnTo>
                    <a:pt x="141300" y="134556"/>
                  </a:lnTo>
                  <a:lnTo>
                    <a:pt x="125095" y="137668"/>
                  </a:lnTo>
                  <a:lnTo>
                    <a:pt x="108229" y="134556"/>
                  </a:lnTo>
                  <a:lnTo>
                    <a:pt x="94932" y="125958"/>
                  </a:lnTo>
                  <a:lnTo>
                    <a:pt x="86194" y="113030"/>
                  </a:lnTo>
                  <a:lnTo>
                    <a:pt x="83058" y="96901"/>
                  </a:lnTo>
                  <a:lnTo>
                    <a:pt x="86194" y="80124"/>
                  </a:lnTo>
                  <a:lnTo>
                    <a:pt x="94919" y="66852"/>
                  </a:lnTo>
                  <a:lnTo>
                    <a:pt x="108229" y="58140"/>
                  </a:lnTo>
                  <a:lnTo>
                    <a:pt x="125095" y="54991"/>
                  </a:lnTo>
                  <a:lnTo>
                    <a:pt x="140817" y="58140"/>
                  </a:lnTo>
                  <a:lnTo>
                    <a:pt x="153885" y="66852"/>
                  </a:lnTo>
                  <a:lnTo>
                    <a:pt x="162814" y="80124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59" y="96901"/>
                  </a:lnTo>
                  <a:lnTo>
                    <a:pt x="35166" y="134226"/>
                  </a:lnTo>
                  <a:lnTo>
                    <a:pt x="55981" y="164706"/>
                  </a:lnTo>
                  <a:lnTo>
                    <a:pt x="86969" y="185254"/>
                  </a:lnTo>
                  <a:lnTo>
                    <a:pt x="97409" y="187325"/>
                  </a:lnTo>
                  <a:lnTo>
                    <a:pt x="97409" y="254825"/>
                  </a:lnTo>
                  <a:lnTo>
                    <a:pt x="80848" y="258203"/>
                  </a:lnTo>
                  <a:lnTo>
                    <a:pt x="38900" y="286512"/>
                  </a:lnTo>
                  <a:lnTo>
                    <a:pt x="10464" y="328256"/>
                  </a:lnTo>
                  <a:lnTo>
                    <a:pt x="0" y="378968"/>
                  </a:lnTo>
                  <a:lnTo>
                    <a:pt x="10464" y="429615"/>
                  </a:lnTo>
                  <a:lnTo>
                    <a:pt x="38900" y="471322"/>
                  </a:lnTo>
                  <a:lnTo>
                    <a:pt x="80848" y="499618"/>
                  </a:lnTo>
                  <a:lnTo>
                    <a:pt x="97409" y="503008"/>
                  </a:lnTo>
                  <a:lnTo>
                    <a:pt x="97409" y="556298"/>
                  </a:lnTo>
                  <a:lnTo>
                    <a:pt x="86969" y="558355"/>
                  </a:lnTo>
                  <a:lnTo>
                    <a:pt x="55981" y="579018"/>
                  </a:lnTo>
                  <a:lnTo>
                    <a:pt x="35166" y="609790"/>
                  </a:lnTo>
                  <a:lnTo>
                    <a:pt x="27559" y="647700"/>
                  </a:lnTo>
                  <a:lnTo>
                    <a:pt x="35166" y="685025"/>
                  </a:lnTo>
                  <a:lnTo>
                    <a:pt x="55981" y="715505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05"/>
                  </a:lnTo>
                  <a:lnTo>
                    <a:pt x="211378" y="688467"/>
                  </a:lnTo>
                  <a:lnTo>
                    <a:pt x="213741" y="685025"/>
                  </a:lnTo>
                  <a:lnTo>
                    <a:pt x="221488" y="647700"/>
                  </a:lnTo>
                  <a:lnTo>
                    <a:pt x="214058" y="609790"/>
                  </a:lnTo>
                  <a:lnTo>
                    <a:pt x="211493" y="605917"/>
                  </a:lnTo>
                  <a:lnTo>
                    <a:pt x="193675" y="579018"/>
                  </a:lnTo>
                  <a:lnTo>
                    <a:pt x="166116" y="560412"/>
                  </a:lnTo>
                  <a:lnTo>
                    <a:pt x="166116" y="647700"/>
                  </a:lnTo>
                  <a:lnTo>
                    <a:pt x="162966" y="663829"/>
                  </a:lnTo>
                  <a:lnTo>
                    <a:pt x="154317" y="676757"/>
                  </a:lnTo>
                  <a:lnTo>
                    <a:pt x="141300" y="685355"/>
                  </a:lnTo>
                  <a:lnTo>
                    <a:pt x="125095" y="688467"/>
                  </a:lnTo>
                  <a:lnTo>
                    <a:pt x="108229" y="685355"/>
                  </a:lnTo>
                  <a:lnTo>
                    <a:pt x="94932" y="676757"/>
                  </a:lnTo>
                  <a:lnTo>
                    <a:pt x="86194" y="663829"/>
                  </a:lnTo>
                  <a:lnTo>
                    <a:pt x="83058" y="647700"/>
                  </a:lnTo>
                  <a:lnTo>
                    <a:pt x="86194" y="630999"/>
                  </a:lnTo>
                  <a:lnTo>
                    <a:pt x="94919" y="617766"/>
                  </a:lnTo>
                  <a:lnTo>
                    <a:pt x="108229" y="609053"/>
                  </a:lnTo>
                  <a:lnTo>
                    <a:pt x="125095" y="605917"/>
                  </a:lnTo>
                  <a:lnTo>
                    <a:pt x="140817" y="609053"/>
                  </a:lnTo>
                  <a:lnTo>
                    <a:pt x="153885" y="617766"/>
                  </a:lnTo>
                  <a:lnTo>
                    <a:pt x="162814" y="630999"/>
                  </a:lnTo>
                  <a:lnTo>
                    <a:pt x="166116" y="647700"/>
                  </a:lnTo>
                  <a:lnTo>
                    <a:pt x="166116" y="560412"/>
                  </a:lnTo>
                  <a:lnTo>
                    <a:pt x="163080" y="558355"/>
                  </a:lnTo>
                  <a:lnTo>
                    <a:pt x="152781" y="556310"/>
                  </a:lnTo>
                  <a:lnTo>
                    <a:pt x="152781" y="505752"/>
                  </a:lnTo>
                  <a:lnTo>
                    <a:pt x="182778" y="499618"/>
                  </a:lnTo>
                  <a:lnTo>
                    <a:pt x="224675" y="471322"/>
                  </a:lnTo>
                  <a:lnTo>
                    <a:pt x="229489" y="464235"/>
                  </a:lnTo>
                  <a:lnTo>
                    <a:pt x="285051" y="497090"/>
                  </a:lnTo>
                  <a:lnTo>
                    <a:pt x="281940" y="506247"/>
                  </a:lnTo>
                  <a:lnTo>
                    <a:pt x="284607" y="544195"/>
                  </a:lnTo>
                  <a:lnTo>
                    <a:pt x="298373" y="573379"/>
                  </a:lnTo>
                  <a:lnTo>
                    <a:pt x="320052" y="595591"/>
                  </a:lnTo>
                  <a:lnTo>
                    <a:pt x="347560" y="609727"/>
                  </a:lnTo>
                  <a:lnTo>
                    <a:pt x="378841" y="614680"/>
                  </a:lnTo>
                  <a:lnTo>
                    <a:pt x="386588" y="614680"/>
                  </a:lnTo>
                  <a:lnTo>
                    <a:pt x="395351" y="612521"/>
                  </a:lnTo>
                  <a:lnTo>
                    <a:pt x="403225" y="611505"/>
                  </a:lnTo>
                  <a:lnTo>
                    <a:pt x="450672" y="581634"/>
                  </a:lnTo>
                  <a:lnTo>
                    <a:pt x="474103" y="531114"/>
                  </a:lnTo>
                  <a:lnTo>
                    <a:pt x="474306" y="523163"/>
                  </a:lnTo>
                  <a:lnTo>
                    <a:pt x="474433" y="515010"/>
                  </a:lnTo>
                  <a:lnTo>
                    <a:pt x="474484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992232" y="3374135"/>
              <a:ext cx="1440815" cy="583565"/>
            </a:xfrm>
            <a:custGeom>
              <a:avLst/>
              <a:gdLst/>
              <a:ahLst/>
              <a:cxnLst/>
              <a:rect l="l" t="t" r="r" b="b"/>
              <a:pathLst>
                <a:path w="1440815" h="583564">
                  <a:moveTo>
                    <a:pt x="1411224" y="0"/>
                  </a:moveTo>
                  <a:lnTo>
                    <a:pt x="29083" y="0"/>
                  </a:lnTo>
                  <a:lnTo>
                    <a:pt x="17787" y="2293"/>
                  </a:lnTo>
                  <a:lnTo>
                    <a:pt x="8540" y="8540"/>
                  </a:lnTo>
                  <a:lnTo>
                    <a:pt x="2293" y="17787"/>
                  </a:lnTo>
                  <a:lnTo>
                    <a:pt x="0" y="29083"/>
                  </a:lnTo>
                  <a:lnTo>
                    <a:pt x="0" y="553974"/>
                  </a:lnTo>
                  <a:lnTo>
                    <a:pt x="2293" y="565269"/>
                  </a:lnTo>
                  <a:lnTo>
                    <a:pt x="8540" y="574516"/>
                  </a:lnTo>
                  <a:lnTo>
                    <a:pt x="17787" y="580763"/>
                  </a:lnTo>
                  <a:lnTo>
                    <a:pt x="29083" y="583057"/>
                  </a:lnTo>
                  <a:lnTo>
                    <a:pt x="1411224" y="583057"/>
                  </a:lnTo>
                  <a:lnTo>
                    <a:pt x="1422519" y="580763"/>
                  </a:lnTo>
                  <a:lnTo>
                    <a:pt x="1431766" y="574516"/>
                  </a:lnTo>
                  <a:lnTo>
                    <a:pt x="1438013" y="565269"/>
                  </a:lnTo>
                  <a:lnTo>
                    <a:pt x="1440307" y="553974"/>
                  </a:lnTo>
                  <a:lnTo>
                    <a:pt x="1440307" y="29083"/>
                  </a:lnTo>
                  <a:lnTo>
                    <a:pt x="1438013" y="17787"/>
                  </a:lnTo>
                  <a:lnTo>
                    <a:pt x="1431766" y="8540"/>
                  </a:lnTo>
                  <a:lnTo>
                    <a:pt x="1422519" y="2293"/>
                  </a:lnTo>
                  <a:lnTo>
                    <a:pt x="14112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992232" y="3374135"/>
              <a:ext cx="1440815" cy="583565"/>
            </a:xfrm>
            <a:custGeom>
              <a:avLst/>
              <a:gdLst/>
              <a:ahLst/>
              <a:cxnLst/>
              <a:rect l="l" t="t" r="r" b="b"/>
              <a:pathLst>
                <a:path w="1440815" h="583564">
                  <a:moveTo>
                    <a:pt x="0" y="29083"/>
                  </a:moveTo>
                  <a:lnTo>
                    <a:pt x="2293" y="17787"/>
                  </a:lnTo>
                  <a:lnTo>
                    <a:pt x="8540" y="8540"/>
                  </a:lnTo>
                  <a:lnTo>
                    <a:pt x="17787" y="2293"/>
                  </a:lnTo>
                  <a:lnTo>
                    <a:pt x="29083" y="0"/>
                  </a:lnTo>
                  <a:lnTo>
                    <a:pt x="1411224" y="0"/>
                  </a:lnTo>
                  <a:lnTo>
                    <a:pt x="1422519" y="2293"/>
                  </a:lnTo>
                  <a:lnTo>
                    <a:pt x="1431766" y="8540"/>
                  </a:lnTo>
                  <a:lnTo>
                    <a:pt x="1438013" y="17787"/>
                  </a:lnTo>
                  <a:lnTo>
                    <a:pt x="1440307" y="29083"/>
                  </a:lnTo>
                  <a:lnTo>
                    <a:pt x="1440307" y="553974"/>
                  </a:lnTo>
                  <a:lnTo>
                    <a:pt x="1438013" y="565269"/>
                  </a:lnTo>
                  <a:lnTo>
                    <a:pt x="1431766" y="574516"/>
                  </a:lnTo>
                  <a:lnTo>
                    <a:pt x="1422519" y="580763"/>
                  </a:lnTo>
                  <a:lnTo>
                    <a:pt x="1411224" y="583057"/>
                  </a:lnTo>
                  <a:lnTo>
                    <a:pt x="29083" y="583057"/>
                  </a:lnTo>
                  <a:lnTo>
                    <a:pt x="17787" y="580763"/>
                  </a:lnTo>
                  <a:lnTo>
                    <a:pt x="8540" y="574516"/>
                  </a:lnTo>
                  <a:lnTo>
                    <a:pt x="2293" y="565269"/>
                  </a:lnTo>
                  <a:lnTo>
                    <a:pt x="0" y="553974"/>
                  </a:lnTo>
                  <a:lnTo>
                    <a:pt x="0" y="29083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0214609" y="3425444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892675" y="2028951"/>
            <a:ext cx="5208270" cy="2298065"/>
            <a:chOff x="4892675" y="2028951"/>
            <a:chExt cx="5208270" cy="2298065"/>
          </a:xfrm>
        </p:grpSpPr>
        <p:sp>
          <p:nvSpPr>
            <p:cNvPr id="44" name="object 44"/>
            <p:cNvSpPr/>
            <p:nvPr/>
          </p:nvSpPr>
          <p:spPr>
            <a:xfrm>
              <a:off x="9565513" y="3699763"/>
              <a:ext cx="320675" cy="607695"/>
            </a:xfrm>
            <a:custGeom>
              <a:avLst/>
              <a:gdLst/>
              <a:ahLst/>
              <a:cxnLst/>
              <a:rect l="l" t="t" r="r" b="b"/>
              <a:pathLst>
                <a:path w="320675" h="607695">
                  <a:moveTo>
                    <a:pt x="320166" y="0"/>
                  </a:moveTo>
                  <a:lnTo>
                    <a:pt x="0" y="0"/>
                  </a:lnTo>
                  <a:lnTo>
                    <a:pt x="0" y="607694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885679" y="3579748"/>
              <a:ext cx="205613" cy="240029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9885679" y="3579748"/>
              <a:ext cx="205740" cy="240029"/>
            </a:xfrm>
            <a:custGeom>
              <a:avLst/>
              <a:gdLst/>
              <a:ahLst/>
              <a:cxnLst/>
              <a:rect l="l" t="t" r="r" b="b"/>
              <a:pathLst>
                <a:path w="205740" h="240029">
                  <a:moveTo>
                    <a:pt x="0" y="0"/>
                  </a:moveTo>
                  <a:lnTo>
                    <a:pt x="102870" y="0"/>
                  </a:lnTo>
                  <a:lnTo>
                    <a:pt x="142873" y="9429"/>
                  </a:lnTo>
                  <a:lnTo>
                    <a:pt x="175529" y="35147"/>
                  </a:lnTo>
                  <a:lnTo>
                    <a:pt x="197542" y="73294"/>
                  </a:lnTo>
                  <a:lnTo>
                    <a:pt x="205613" y="120015"/>
                  </a:lnTo>
                  <a:lnTo>
                    <a:pt x="197542" y="166735"/>
                  </a:lnTo>
                  <a:lnTo>
                    <a:pt x="175529" y="204882"/>
                  </a:lnTo>
                  <a:lnTo>
                    <a:pt x="142873" y="230600"/>
                  </a:lnTo>
                  <a:lnTo>
                    <a:pt x="102870" y="240029"/>
                  </a:lnTo>
                  <a:lnTo>
                    <a:pt x="0" y="24002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911725" y="2048001"/>
              <a:ext cx="1529715" cy="1974850"/>
            </a:xfrm>
            <a:custGeom>
              <a:avLst/>
              <a:gdLst/>
              <a:ahLst/>
              <a:cxnLst/>
              <a:rect l="l" t="t" r="r" b="b"/>
              <a:pathLst>
                <a:path w="1529714" h="1974850">
                  <a:moveTo>
                    <a:pt x="0" y="76200"/>
                  </a:moveTo>
                  <a:lnTo>
                    <a:pt x="5974" y="46559"/>
                  </a:lnTo>
                  <a:lnTo>
                    <a:pt x="22272" y="22336"/>
                  </a:lnTo>
                  <a:lnTo>
                    <a:pt x="46452" y="5994"/>
                  </a:lnTo>
                  <a:lnTo>
                    <a:pt x="76073" y="0"/>
                  </a:lnTo>
                  <a:lnTo>
                    <a:pt x="1453261" y="0"/>
                  </a:lnTo>
                  <a:lnTo>
                    <a:pt x="1482881" y="5994"/>
                  </a:lnTo>
                  <a:lnTo>
                    <a:pt x="1507061" y="22336"/>
                  </a:lnTo>
                  <a:lnTo>
                    <a:pt x="1523359" y="46559"/>
                  </a:lnTo>
                  <a:lnTo>
                    <a:pt x="1529334" y="76200"/>
                  </a:lnTo>
                  <a:lnTo>
                    <a:pt x="1529334" y="1898523"/>
                  </a:lnTo>
                  <a:lnTo>
                    <a:pt x="1523359" y="1928143"/>
                  </a:lnTo>
                  <a:lnTo>
                    <a:pt x="1507061" y="1952323"/>
                  </a:lnTo>
                  <a:lnTo>
                    <a:pt x="1482881" y="1968621"/>
                  </a:lnTo>
                  <a:lnTo>
                    <a:pt x="1453261" y="1974596"/>
                  </a:lnTo>
                  <a:lnTo>
                    <a:pt x="76073" y="1974596"/>
                  </a:lnTo>
                  <a:lnTo>
                    <a:pt x="46452" y="1968621"/>
                  </a:lnTo>
                  <a:lnTo>
                    <a:pt x="22272" y="1952323"/>
                  </a:lnTo>
                  <a:lnTo>
                    <a:pt x="5974" y="1928143"/>
                  </a:lnTo>
                  <a:lnTo>
                    <a:pt x="0" y="1898523"/>
                  </a:lnTo>
                  <a:lnTo>
                    <a:pt x="0" y="7620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9813" y="2522600"/>
              <a:ext cx="207263" cy="440690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5577078" y="2370581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5">
                  <a:moveTo>
                    <a:pt x="474484" y="512025"/>
                  </a:moveTo>
                  <a:lnTo>
                    <a:pt x="470789" y="493522"/>
                  </a:lnTo>
                  <a:lnTo>
                    <a:pt x="463156" y="476758"/>
                  </a:lnTo>
                  <a:lnTo>
                    <a:pt x="457390" y="464058"/>
                  </a:lnTo>
                  <a:lnTo>
                    <a:pt x="435610" y="441553"/>
                  </a:lnTo>
                  <a:lnTo>
                    <a:pt x="419646" y="433285"/>
                  </a:lnTo>
                  <a:lnTo>
                    <a:pt x="419646" y="515010"/>
                  </a:lnTo>
                  <a:lnTo>
                    <a:pt x="419328" y="523163"/>
                  </a:lnTo>
                  <a:lnTo>
                    <a:pt x="417652" y="530707"/>
                  </a:lnTo>
                  <a:lnTo>
                    <a:pt x="417563" y="531114"/>
                  </a:lnTo>
                  <a:lnTo>
                    <a:pt x="414274" y="538734"/>
                  </a:lnTo>
                  <a:lnTo>
                    <a:pt x="382651" y="558673"/>
                  </a:lnTo>
                  <a:lnTo>
                    <a:pt x="378968" y="558673"/>
                  </a:lnTo>
                  <a:lnTo>
                    <a:pt x="343547" y="541261"/>
                  </a:lnTo>
                  <a:lnTo>
                    <a:pt x="337019" y="512356"/>
                  </a:lnTo>
                  <a:lnTo>
                    <a:pt x="342366" y="497255"/>
                  </a:lnTo>
                  <a:lnTo>
                    <a:pt x="352945" y="485279"/>
                  </a:lnTo>
                  <a:lnTo>
                    <a:pt x="367792" y="478155"/>
                  </a:lnTo>
                  <a:lnTo>
                    <a:pt x="371221" y="477139"/>
                  </a:lnTo>
                  <a:lnTo>
                    <a:pt x="374904" y="476758"/>
                  </a:lnTo>
                  <a:lnTo>
                    <a:pt x="378460" y="476758"/>
                  </a:lnTo>
                  <a:lnTo>
                    <a:pt x="412508" y="494284"/>
                  </a:lnTo>
                  <a:lnTo>
                    <a:pt x="419646" y="515010"/>
                  </a:lnTo>
                  <a:lnTo>
                    <a:pt x="419646" y="433285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22"/>
                  </a:lnTo>
                  <a:lnTo>
                    <a:pt x="312331" y="449491"/>
                  </a:lnTo>
                  <a:lnTo>
                    <a:pt x="255854" y="416140"/>
                  </a:lnTo>
                  <a:lnTo>
                    <a:pt x="263525" y="378968"/>
                  </a:lnTo>
                  <a:lnTo>
                    <a:pt x="255409" y="339598"/>
                  </a:lnTo>
                  <a:lnTo>
                    <a:pt x="311416" y="299288"/>
                  </a:lnTo>
                  <a:lnTo>
                    <a:pt x="352171" y="322707"/>
                  </a:lnTo>
                  <a:lnTo>
                    <a:pt x="368808" y="324993"/>
                  </a:lnTo>
                  <a:lnTo>
                    <a:pt x="376555" y="324993"/>
                  </a:lnTo>
                  <a:lnTo>
                    <a:pt x="425323" y="312801"/>
                  </a:lnTo>
                  <a:lnTo>
                    <a:pt x="464159" y="272427"/>
                  </a:lnTo>
                  <a:lnTo>
                    <a:pt x="465099" y="269875"/>
                  </a:lnTo>
                  <a:lnTo>
                    <a:pt x="470789" y="254508"/>
                  </a:lnTo>
                  <a:lnTo>
                    <a:pt x="474319" y="236004"/>
                  </a:lnTo>
                  <a:lnTo>
                    <a:pt x="473786" y="218059"/>
                  </a:lnTo>
                  <a:lnTo>
                    <a:pt x="473773" y="217271"/>
                  </a:lnTo>
                  <a:lnTo>
                    <a:pt x="450532" y="165862"/>
                  </a:lnTo>
                  <a:lnTo>
                    <a:pt x="418122" y="142125"/>
                  </a:lnTo>
                  <a:lnTo>
                    <a:pt x="418122" y="231889"/>
                  </a:lnTo>
                  <a:lnTo>
                    <a:pt x="416560" y="240157"/>
                  </a:lnTo>
                  <a:lnTo>
                    <a:pt x="383413" y="269875"/>
                  </a:lnTo>
                  <a:lnTo>
                    <a:pt x="372491" y="269875"/>
                  </a:lnTo>
                  <a:lnTo>
                    <a:pt x="337743" y="241960"/>
                  </a:lnTo>
                  <a:lnTo>
                    <a:pt x="335610" y="226314"/>
                  </a:lnTo>
                  <a:lnTo>
                    <a:pt x="336677" y="218059"/>
                  </a:lnTo>
                  <a:lnTo>
                    <a:pt x="363220" y="188341"/>
                  </a:lnTo>
                  <a:lnTo>
                    <a:pt x="369824" y="187325"/>
                  </a:lnTo>
                  <a:lnTo>
                    <a:pt x="384302" y="187325"/>
                  </a:lnTo>
                  <a:lnTo>
                    <a:pt x="416407" y="215785"/>
                  </a:lnTo>
                  <a:lnTo>
                    <a:pt x="418122" y="231889"/>
                  </a:lnTo>
                  <a:lnTo>
                    <a:pt x="418122" y="142125"/>
                  </a:lnTo>
                  <a:lnTo>
                    <a:pt x="403263" y="136550"/>
                  </a:lnTo>
                  <a:lnTo>
                    <a:pt x="394970" y="134366"/>
                  </a:lnTo>
                  <a:lnTo>
                    <a:pt x="386588" y="133223"/>
                  </a:lnTo>
                  <a:lnTo>
                    <a:pt x="378206" y="133223"/>
                  </a:lnTo>
                  <a:lnTo>
                    <a:pt x="330073" y="146431"/>
                  </a:lnTo>
                  <a:lnTo>
                    <a:pt x="291223" y="186245"/>
                  </a:lnTo>
                  <a:lnTo>
                    <a:pt x="281012" y="222707"/>
                  </a:lnTo>
                  <a:lnTo>
                    <a:pt x="281279" y="231889"/>
                  </a:lnTo>
                  <a:lnTo>
                    <a:pt x="281406" y="236004"/>
                  </a:lnTo>
                  <a:lnTo>
                    <a:pt x="281533" y="240157"/>
                  </a:lnTo>
                  <a:lnTo>
                    <a:pt x="281571" y="241388"/>
                  </a:lnTo>
                  <a:lnTo>
                    <a:pt x="283883" y="251104"/>
                  </a:lnTo>
                  <a:lnTo>
                    <a:pt x="227990" y="291388"/>
                  </a:lnTo>
                  <a:lnTo>
                    <a:pt x="224675" y="286512"/>
                  </a:lnTo>
                  <a:lnTo>
                    <a:pt x="208153" y="275348"/>
                  </a:lnTo>
                  <a:lnTo>
                    <a:pt x="208153" y="378968"/>
                  </a:lnTo>
                  <a:lnTo>
                    <a:pt x="202133" y="408038"/>
                  </a:lnTo>
                  <a:lnTo>
                    <a:pt x="185750" y="432231"/>
                  </a:lnTo>
                  <a:lnTo>
                    <a:pt x="161480" y="448792"/>
                  </a:lnTo>
                  <a:lnTo>
                    <a:pt x="131826" y="454914"/>
                  </a:lnTo>
                  <a:lnTo>
                    <a:pt x="102552" y="448792"/>
                  </a:lnTo>
                  <a:lnTo>
                    <a:pt x="78143" y="432231"/>
                  </a:lnTo>
                  <a:lnTo>
                    <a:pt x="61429" y="408038"/>
                  </a:lnTo>
                  <a:lnTo>
                    <a:pt x="55245" y="378968"/>
                  </a:lnTo>
                  <a:lnTo>
                    <a:pt x="61429" y="349402"/>
                  </a:lnTo>
                  <a:lnTo>
                    <a:pt x="78143" y="325221"/>
                  </a:lnTo>
                  <a:lnTo>
                    <a:pt x="102552" y="308889"/>
                  </a:lnTo>
                  <a:lnTo>
                    <a:pt x="131826" y="302895"/>
                  </a:lnTo>
                  <a:lnTo>
                    <a:pt x="161480" y="308889"/>
                  </a:lnTo>
                  <a:lnTo>
                    <a:pt x="185750" y="325221"/>
                  </a:lnTo>
                  <a:lnTo>
                    <a:pt x="202133" y="349402"/>
                  </a:lnTo>
                  <a:lnTo>
                    <a:pt x="208153" y="378968"/>
                  </a:lnTo>
                  <a:lnTo>
                    <a:pt x="208153" y="275348"/>
                  </a:lnTo>
                  <a:lnTo>
                    <a:pt x="182778" y="258203"/>
                  </a:lnTo>
                  <a:lnTo>
                    <a:pt x="152781" y="252069"/>
                  </a:lnTo>
                  <a:lnTo>
                    <a:pt x="152781" y="187159"/>
                  </a:lnTo>
                  <a:lnTo>
                    <a:pt x="192811" y="164706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16" y="54991"/>
                  </a:lnTo>
                  <a:lnTo>
                    <a:pt x="193675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30"/>
                  </a:lnTo>
                  <a:lnTo>
                    <a:pt x="154317" y="125958"/>
                  </a:lnTo>
                  <a:lnTo>
                    <a:pt x="141300" y="134556"/>
                  </a:lnTo>
                  <a:lnTo>
                    <a:pt x="125095" y="137668"/>
                  </a:lnTo>
                  <a:lnTo>
                    <a:pt x="108229" y="134556"/>
                  </a:lnTo>
                  <a:lnTo>
                    <a:pt x="94932" y="125958"/>
                  </a:lnTo>
                  <a:lnTo>
                    <a:pt x="86194" y="113030"/>
                  </a:lnTo>
                  <a:lnTo>
                    <a:pt x="83058" y="96901"/>
                  </a:lnTo>
                  <a:lnTo>
                    <a:pt x="86194" y="80124"/>
                  </a:lnTo>
                  <a:lnTo>
                    <a:pt x="94932" y="66852"/>
                  </a:lnTo>
                  <a:lnTo>
                    <a:pt x="108229" y="58140"/>
                  </a:lnTo>
                  <a:lnTo>
                    <a:pt x="125095" y="54991"/>
                  </a:lnTo>
                  <a:lnTo>
                    <a:pt x="140817" y="58140"/>
                  </a:lnTo>
                  <a:lnTo>
                    <a:pt x="153885" y="66852"/>
                  </a:lnTo>
                  <a:lnTo>
                    <a:pt x="162814" y="80124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59" y="96901"/>
                  </a:lnTo>
                  <a:lnTo>
                    <a:pt x="35166" y="134226"/>
                  </a:lnTo>
                  <a:lnTo>
                    <a:pt x="55981" y="164706"/>
                  </a:lnTo>
                  <a:lnTo>
                    <a:pt x="86969" y="185254"/>
                  </a:lnTo>
                  <a:lnTo>
                    <a:pt x="97409" y="187325"/>
                  </a:lnTo>
                  <a:lnTo>
                    <a:pt x="97409" y="254825"/>
                  </a:lnTo>
                  <a:lnTo>
                    <a:pt x="80848" y="258203"/>
                  </a:lnTo>
                  <a:lnTo>
                    <a:pt x="38900" y="286512"/>
                  </a:lnTo>
                  <a:lnTo>
                    <a:pt x="10464" y="328256"/>
                  </a:lnTo>
                  <a:lnTo>
                    <a:pt x="0" y="378968"/>
                  </a:lnTo>
                  <a:lnTo>
                    <a:pt x="10464" y="429615"/>
                  </a:lnTo>
                  <a:lnTo>
                    <a:pt x="38900" y="471322"/>
                  </a:lnTo>
                  <a:lnTo>
                    <a:pt x="80848" y="499618"/>
                  </a:lnTo>
                  <a:lnTo>
                    <a:pt x="97409" y="503008"/>
                  </a:lnTo>
                  <a:lnTo>
                    <a:pt x="97409" y="556298"/>
                  </a:lnTo>
                  <a:lnTo>
                    <a:pt x="86969" y="558355"/>
                  </a:lnTo>
                  <a:lnTo>
                    <a:pt x="55981" y="579018"/>
                  </a:lnTo>
                  <a:lnTo>
                    <a:pt x="35166" y="609790"/>
                  </a:lnTo>
                  <a:lnTo>
                    <a:pt x="27559" y="647700"/>
                  </a:lnTo>
                  <a:lnTo>
                    <a:pt x="35166" y="685025"/>
                  </a:lnTo>
                  <a:lnTo>
                    <a:pt x="55981" y="715505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05"/>
                  </a:lnTo>
                  <a:lnTo>
                    <a:pt x="211378" y="688467"/>
                  </a:lnTo>
                  <a:lnTo>
                    <a:pt x="213741" y="685025"/>
                  </a:lnTo>
                  <a:lnTo>
                    <a:pt x="221488" y="647700"/>
                  </a:lnTo>
                  <a:lnTo>
                    <a:pt x="214058" y="609790"/>
                  </a:lnTo>
                  <a:lnTo>
                    <a:pt x="211493" y="605917"/>
                  </a:lnTo>
                  <a:lnTo>
                    <a:pt x="193675" y="579018"/>
                  </a:lnTo>
                  <a:lnTo>
                    <a:pt x="166116" y="560412"/>
                  </a:lnTo>
                  <a:lnTo>
                    <a:pt x="166116" y="647700"/>
                  </a:lnTo>
                  <a:lnTo>
                    <a:pt x="162966" y="663829"/>
                  </a:lnTo>
                  <a:lnTo>
                    <a:pt x="154317" y="676757"/>
                  </a:lnTo>
                  <a:lnTo>
                    <a:pt x="141300" y="685355"/>
                  </a:lnTo>
                  <a:lnTo>
                    <a:pt x="125095" y="688467"/>
                  </a:lnTo>
                  <a:lnTo>
                    <a:pt x="108229" y="685355"/>
                  </a:lnTo>
                  <a:lnTo>
                    <a:pt x="94932" y="676757"/>
                  </a:lnTo>
                  <a:lnTo>
                    <a:pt x="86194" y="663829"/>
                  </a:lnTo>
                  <a:lnTo>
                    <a:pt x="83058" y="647700"/>
                  </a:lnTo>
                  <a:lnTo>
                    <a:pt x="86194" y="630999"/>
                  </a:lnTo>
                  <a:lnTo>
                    <a:pt x="94932" y="617766"/>
                  </a:lnTo>
                  <a:lnTo>
                    <a:pt x="108229" y="609053"/>
                  </a:lnTo>
                  <a:lnTo>
                    <a:pt x="125095" y="605917"/>
                  </a:lnTo>
                  <a:lnTo>
                    <a:pt x="140817" y="609053"/>
                  </a:lnTo>
                  <a:lnTo>
                    <a:pt x="153885" y="617766"/>
                  </a:lnTo>
                  <a:lnTo>
                    <a:pt x="162814" y="630999"/>
                  </a:lnTo>
                  <a:lnTo>
                    <a:pt x="166116" y="647700"/>
                  </a:lnTo>
                  <a:lnTo>
                    <a:pt x="166116" y="560412"/>
                  </a:lnTo>
                  <a:lnTo>
                    <a:pt x="163080" y="558355"/>
                  </a:lnTo>
                  <a:lnTo>
                    <a:pt x="152781" y="556310"/>
                  </a:lnTo>
                  <a:lnTo>
                    <a:pt x="152781" y="505752"/>
                  </a:lnTo>
                  <a:lnTo>
                    <a:pt x="182778" y="499618"/>
                  </a:lnTo>
                  <a:lnTo>
                    <a:pt x="224675" y="471322"/>
                  </a:lnTo>
                  <a:lnTo>
                    <a:pt x="229489" y="464235"/>
                  </a:lnTo>
                  <a:lnTo>
                    <a:pt x="285051" y="497090"/>
                  </a:lnTo>
                  <a:lnTo>
                    <a:pt x="281940" y="506247"/>
                  </a:lnTo>
                  <a:lnTo>
                    <a:pt x="284607" y="544195"/>
                  </a:lnTo>
                  <a:lnTo>
                    <a:pt x="298373" y="573379"/>
                  </a:lnTo>
                  <a:lnTo>
                    <a:pt x="320052" y="595591"/>
                  </a:lnTo>
                  <a:lnTo>
                    <a:pt x="347560" y="609727"/>
                  </a:lnTo>
                  <a:lnTo>
                    <a:pt x="378841" y="614680"/>
                  </a:lnTo>
                  <a:lnTo>
                    <a:pt x="386588" y="614680"/>
                  </a:lnTo>
                  <a:lnTo>
                    <a:pt x="395351" y="612521"/>
                  </a:lnTo>
                  <a:lnTo>
                    <a:pt x="403225" y="611505"/>
                  </a:lnTo>
                  <a:lnTo>
                    <a:pt x="450672" y="581634"/>
                  </a:lnTo>
                  <a:lnTo>
                    <a:pt x="474103" y="531114"/>
                  </a:lnTo>
                  <a:lnTo>
                    <a:pt x="474306" y="523163"/>
                  </a:lnTo>
                  <a:lnTo>
                    <a:pt x="474433" y="515010"/>
                  </a:lnTo>
                  <a:lnTo>
                    <a:pt x="474484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956302" y="3374135"/>
              <a:ext cx="1440180" cy="583565"/>
            </a:xfrm>
            <a:custGeom>
              <a:avLst/>
              <a:gdLst/>
              <a:ahLst/>
              <a:cxnLst/>
              <a:rect l="l" t="t" r="r" b="b"/>
              <a:pathLst>
                <a:path w="1440179" h="583564">
                  <a:moveTo>
                    <a:pt x="1411224" y="0"/>
                  </a:moveTo>
                  <a:lnTo>
                    <a:pt x="28956" y="0"/>
                  </a:lnTo>
                  <a:lnTo>
                    <a:pt x="17680" y="2293"/>
                  </a:lnTo>
                  <a:lnTo>
                    <a:pt x="8477" y="8540"/>
                  </a:lnTo>
                  <a:lnTo>
                    <a:pt x="2274" y="17787"/>
                  </a:lnTo>
                  <a:lnTo>
                    <a:pt x="0" y="29083"/>
                  </a:lnTo>
                  <a:lnTo>
                    <a:pt x="0" y="553974"/>
                  </a:lnTo>
                  <a:lnTo>
                    <a:pt x="2274" y="565269"/>
                  </a:lnTo>
                  <a:lnTo>
                    <a:pt x="8477" y="574516"/>
                  </a:lnTo>
                  <a:lnTo>
                    <a:pt x="17680" y="580763"/>
                  </a:lnTo>
                  <a:lnTo>
                    <a:pt x="28956" y="583057"/>
                  </a:lnTo>
                  <a:lnTo>
                    <a:pt x="1411224" y="583057"/>
                  </a:lnTo>
                  <a:lnTo>
                    <a:pt x="1422499" y="580763"/>
                  </a:lnTo>
                  <a:lnTo>
                    <a:pt x="1431702" y="574516"/>
                  </a:lnTo>
                  <a:lnTo>
                    <a:pt x="1437905" y="565269"/>
                  </a:lnTo>
                  <a:lnTo>
                    <a:pt x="1440180" y="553974"/>
                  </a:lnTo>
                  <a:lnTo>
                    <a:pt x="1440180" y="29083"/>
                  </a:lnTo>
                  <a:lnTo>
                    <a:pt x="1437905" y="17787"/>
                  </a:lnTo>
                  <a:lnTo>
                    <a:pt x="1431702" y="8540"/>
                  </a:lnTo>
                  <a:lnTo>
                    <a:pt x="1422499" y="2293"/>
                  </a:lnTo>
                  <a:lnTo>
                    <a:pt x="14112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956302" y="3374135"/>
              <a:ext cx="1440180" cy="583565"/>
            </a:xfrm>
            <a:custGeom>
              <a:avLst/>
              <a:gdLst/>
              <a:ahLst/>
              <a:cxnLst/>
              <a:rect l="l" t="t" r="r" b="b"/>
              <a:pathLst>
                <a:path w="1440179" h="583564">
                  <a:moveTo>
                    <a:pt x="0" y="29083"/>
                  </a:moveTo>
                  <a:lnTo>
                    <a:pt x="2274" y="17787"/>
                  </a:lnTo>
                  <a:lnTo>
                    <a:pt x="8477" y="8540"/>
                  </a:lnTo>
                  <a:lnTo>
                    <a:pt x="17680" y="2293"/>
                  </a:lnTo>
                  <a:lnTo>
                    <a:pt x="28956" y="0"/>
                  </a:lnTo>
                  <a:lnTo>
                    <a:pt x="1411224" y="0"/>
                  </a:lnTo>
                  <a:lnTo>
                    <a:pt x="1422499" y="2293"/>
                  </a:lnTo>
                  <a:lnTo>
                    <a:pt x="1431702" y="8540"/>
                  </a:lnTo>
                  <a:lnTo>
                    <a:pt x="1437905" y="17787"/>
                  </a:lnTo>
                  <a:lnTo>
                    <a:pt x="1440180" y="29083"/>
                  </a:lnTo>
                  <a:lnTo>
                    <a:pt x="1440180" y="553974"/>
                  </a:lnTo>
                  <a:lnTo>
                    <a:pt x="1437905" y="565269"/>
                  </a:lnTo>
                  <a:lnTo>
                    <a:pt x="1431702" y="574516"/>
                  </a:lnTo>
                  <a:lnTo>
                    <a:pt x="1422499" y="580763"/>
                  </a:lnTo>
                  <a:lnTo>
                    <a:pt x="1411224" y="583057"/>
                  </a:lnTo>
                  <a:lnTo>
                    <a:pt x="28956" y="583057"/>
                  </a:lnTo>
                  <a:lnTo>
                    <a:pt x="17680" y="580763"/>
                  </a:lnTo>
                  <a:lnTo>
                    <a:pt x="8477" y="574516"/>
                  </a:lnTo>
                  <a:lnTo>
                    <a:pt x="2274" y="565269"/>
                  </a:lnTo>
                  <a:lnTo>
                    <a:pt x="0" y="553974"/>
                  </a:lnTo>
                  <a:lnTo>
                    <a:pt x="0" y="29083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5178044" y="3425444"/>
            <a:ext cx="9963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516120" y="2029205"/>
            <a:ext cx="4458970" cy="2297430"/>
            <a:chOff x="4516120" y="2029205"/>
            <a:chExt cx="4458970" cy="2297430"/>
          </a:xfrm>
        </p:grpSpPr>
        <p:sp>
          <p:nvSpPr>
            <p:cNvPr id="54" name="object 54"/>
            <p:cNvSpPr/>
            <p:nvPr/>
          </p:nvSpPr>
          <p:spPr>
            <a:xfrm>
              <a:off x="4535170" y="3699763"/>
              <a:ext cx="314960" cy="607695"/>
            </a:xfrm>
            <a:custGeom>
              <a:avLst/>
              <a:gdLst/>
              <a:ahLst/>
              <a:cxnLst/>
              <a:rect l="l" t="t" r="r" b="b"/>
              <a:pathLst>
                <a:path w="314960" h="607695">
                  <a:moveTo>
                    <a:pt x="314451" y="0"/>
                  </a:moveTo>
                  <a:lnTo>
                    <a:pt x="0" y="0"/>
                  </a:lnTo>
                  <a:lnTo>
                    <a:pt x="0" y="607694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9622" y="3579748"/>
              <a:ext cx="205739" cy="240029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4849622" y="3579748"/>
              <a:ext cx="205740" cy="240029"/>
            </a:xfrm>
            <a:custGeom>
              <a:avLst/>
              <a:gdLst/>
              <a:ahLst/>
              <a:cxnLst/>
              <a:rect l="l" t="t" r="r" b="b"/>
              <a:pathLst>
                <a:path w="205739" h="240029">
                  <a:moveTo>
                    <a:pt x="0" y="0"/>
                  </a:moveTo>
                  <a:lnTo>
                    <a:pt x="102869" y="0"/>
                  </a:lnTo>
                  <a:lnTo>
                    <a:pt x="142892" y="9429"/>
                  </a:lnTo>
                  <a:lnTo>
                    <a:pt x="175593" y="35147"/>
                  </a:lnTo>
                  <a:lnTo>
                    <a:pt x="197649" y="73294"/>
                  </a:lnTo>
                  <a:lnTo>
                    <a:pt x="205739" y="120015"/>
                  </a:lnTo>
                  <a:lnTo>
                    <a:pt x="197649" y="166735"/>
                  </a:lnTo>
                  <a:lnTo>
                    <a:pt x="175593" y="204882"/>
                  </a:lnTo>
                  <a:lnTo>
                    <a:pt x="142892" y="230600"/>
                  </a:lnTo>
                  <a:lnTo>
                    <a:pt x="102869" y="240029"/>
                  </a:lnTo>
                  <a:lnTo>
                    <a:pt x="0" y="240029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426452" y="2048255"/>
              <a:ext cx="1529715" cy="1974850"/>
            </a:xfrm>
            <a:custGeom>
              <a:avLst/>
              <a:gdLst/>
              <a:ahLst/>
              <a:cxnLst/>
              <a:rect l="l" t="t" r="r" b="b"/>
              <a:pathLst>
                <a:path w="1529715" h="1974850">
                  <a:moveTo>
                    <a:pt x="0" y="76073"/>
                  </a:moveTo>
                  <a:lnTo>
                    <a:pt x="5974" y="46452"/>
                  </a:lnTo>
                  <a:lnTo>
                    <a:pt x="22272" y="22272"/>
                  </a:lnTo>
                  <a:lnTo>
                    <a:pt x="46452" y="5974"/>
                  </a:lnTo>
                  <a:lnTo>
                    <a:pt x="76073" y="0"/>
                  </a:lnTo>
                  <a:lnTo>
                    <a:pt x="1453133" y="0"/>
                  </a:lnTo>
                  <a:lnTo>
                    <a:pt x="1482754" y="5974"/>
                  </a:lnTo>
                  <a:lnTo>
                    <a:pt x="1506934" y="22272"/>
                  </a:lnTo>
                  <a:lnTo>
                    <a:pt x="1523232" y="46452"/>
                  </a:lnTo>
                  <a:lnTo>
                    <a:pt x="1529206" y="76073"/>
                  </a:lnTo>
                  <a:lnTo>
                    <a:pt x="1529206" y="1898523"/>
                  </a:lnTo>
                  <a:lnTo>
                    <a:pt x="1523232" y="1928090"/>
                  </a:lnTo>
                  <a:lnTo>
                    <a:pt x="1506934" y="1952275"/>
                  </a:lnTo>
                  <a:lnTo>
                    <a:pt x="1482754" y="1968603"/>
                  </a:lnTo>
                  <a:lnTo>
                    <a:pt x="1453133" y="1974596"/>
                  </a:lnTo>
                  <a:lnTo>
                    <a:pt x="76073" y="1974596"/>
                  </a:lnTo>
                  <a:lnTo>
                    <a:pt x="46452" y="1968603"/>
                  </a:lnTo>
                  <a:lnTo>
                    <a:pt x="22272" y="1952275"/>
                  </a:lnTo>
                  <a:lnTo>
                    <a:pt x="5974" y="1928090"/>
                  </a:lnTo>
                  <a:lnTo>
                    <a:pt x="0" y="1898523"/>
                  </a:lnTo>
                  <a:lnTo>
                    <a:pt x="0" y="76073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86700" y="2522854"/>
              <a:ext cx="207264" cy="440563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8093964" y="2370835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5">
                  <a:moveTo>
                    <a:pt x="474484" y="512025"/>
                  </a:moveTo>
                  <a:lnTo>
                    <a:pt x="470789" y="493522"/>
                  </a:lnTo>
                  <a:lnTo>
                    <a:pt x="463156" y="476758"/>
                  </a:lnTo>
                  <a:lnTo>
                    <a:pt x="457390" y="464058"/>
                  </a:lnTo>
                  <a:lnTo>
                    <a:pt x="435610" y="441553"/>
                  </a:lnTo>
                  <a:lnTo>
                    <a:pt x="419646" y="433285"/>
                  </a:lnTo>
                  <a:lnTo>
                    <a:pt x="419646" y="515010"/>
                  </a:lnTo>
                  <a:lnTo>
                    <a:pt x="419328" y="523163"/>
                  </a:lnTo>
                  <a:lnTo>
                    <a:pt x="417652" y="530707"/>
                  </a:lnTo>
                  <a:lnTo>
                    <a:pt x="417563" y="531114"/>
                  </a:lnTo>
                  <a:lnTo>
                    <a:pt x="414274" y="538734"/>
                  </a:lnTo>
                  <a:lnTo>
                    <a:pt x="382651" y="558673"/>
                  </a:lnTo>
                  <a:lnTo>
                    <a:pt x="378968" y="558673"/>
                  </a:lnTo>
                  <a:lnTo>
                    <a:pt x="343547" y="541261"/>
                  </a:lnTo>
                  <a:lnTo>
                    <a:pt x="337019" y="512343"/>
                  </a:lnTo>
                  <a:lnTo>
                    <a:pt x="342366" y="497192"/>
                  </a:lnTo>
                  <a:lnTo>
                    <a:pt x="352945" y="485165"/>
                  </a:lnTo>
                  <a:lnTo>
                    <a:pt x="367792" y="478028"/>
                  </a:lnTo>
                  <a:lnTo>
                    <a:pt x="371221" y="477139"/>
                  </a:lnTo>
                  <a:lnTo>
                    <a:pt x="374904" y="476758"/>
                  </a:lnTo>
                  <a:lnTo>
                    <a:pt x="378460" y="476758"/>
                  </a:lnTo>
                  <a:lnTo>
                    <a:pt x="412508" y="494284"/>
                  </a:lnTo>
                  <a:lnTo>
                    <a:pt x="419646" y="515010"/>
                  </a:lnTo>
                  <a:lnTo>
                    <a:pt x="419646" y="433285"/>
                  </a:lnTo>
                  <a:lnTo>
                    <a:pt x="407924" y="427202"/>
                  </a:lnTo>
                  <a:lnTo>
                    <a:pt x="376809" y="422148"/>
                  </a:lnTo>
                  <a:lnTo>
                    <a:pt x="368554" y="422148"/>
                  </a:lnTo>
                  <a:lnTo>
                    <a:pt x="360426" y="423164"/>
                  </a:lnTo>
                  <a:lnTo>
                    <a:pt x="352171" y="425196"/>
                  </a:lnTo>
                  <a:lnTo>
                    <a:pt x="318109" y="442722"/>
                  </a:lnTo>
                  <a:lnTo>
                    <a:pt x="312343" y="449478"/>
                  </a:lnTo>
                  <a:lnTo>
                    <a:pt x="255854" y="416039"/>
                  </a:lnTo>
                  <a:lnTo>
                    <a:pt x="263525" y="378841"/>
                  </a:lnTo>
                  <a:lnTo>
                    <a:pt x="255422" y="339585"/>
                  </a:lnTo>
                  <a:lnTo>
                    <a:pt x="311416" y="299288"/>
                  </a:lnTo>
                  <a:lnTo>
                    <a:pt x="352171" y="322707"/>
                  </a:lnTo>
                  <a:lnTo>
                    <a:pt x="368808" y="324993"/>
                  </a:lnTo>
                  <a:lnTo>
                    <a:pt x="376555" y="324993"/>
                  </a:lnTo>
                  <a:lnTo>
                    <a:pt x="425323" y="312801"/>
                  </a:lnTo>
                  <a:lnTo>
                    <a:pt x="464159" y="272376"/>
                  </a:lnTo>
                  <a:lnTo>
                    <a:pt x="465124" y="269748"/>
                  </a:lnTo>
                  <a:lnTo>
                    <a:pt x="470789" y="254381"/>
                  </a:lnTo>
                  <a:lnTo>
                    <a:pt x="474319" y="235889"/>
                  </a:lnTo>
                  <a:lnTo>
                    <a:pt x="473798" y="218059"/>
                  </a:lnTo>
                  <a:lnTo>
                    <a:pt x="473773" y="217208"/>
                  </a:lnTo>
                  <a:lnTo>
                    <a:pt x="450532" y="165798"/>
                  </a:lnTo>
                  <a:lnTo>
                    <a:pt x="418122" y="142125"/>
                  </a:lnTo>
                  <a:lnTo>
                    <a:pt x="418122" y="231838"/>
                  </a:lnTo>
                  <a:lnTo>
                    <a:pt x="416560" y="240030"/>
                  </a:lnTo>
                  <a:lnTo>
                    <a:pt x="390779" y="268097"/>
                  </a:lnTo>
                  <a:lnTo>
                    <a:pt x="383413" y="269748"/>
                  </a:lnTo>
                  <a:lnTo>
                    <a:pt x="372491" y="269748"/>
                  </a:lnTo>
                  <a:lnTo>
                    <a:pt x="337743" y="241909"/>
                  </a:lnTo>
                  <a:lnTo>
                    <a:pt x="335610" y="226301"/>
                  </a:lnTo>
                  <a:lnTo>
                    <a:pt x="336677" y="218059"/>
                  </a:lnTo>
                  <a:lnTo>
                    <a:pt x="363220" y="188341"/>
                  </a:lnTo>
                  <a:lnTo>
                    <a:pt x="369824" y="187198"/>
                  </a:lnTo>
                  <a:lnTo>
                    <a:pt x="384302" y="187198"/>
                  </a:lnTo>
                  <a:lnTo>
                    <a:pt x="416407" y="215785"/>
                  </a:lnTo>
                  <a:lnTo>
                    <a:pt x="418122" y="231838"/>
                  </a:lnTo>
                  <a:lnTo>
                    <a:pt x="418122" y="142125"/>
                  </a:lnTo>
                  <a:lnTo>
                    <a:pt x="403263" y="136550"/>
                  </a:lnTo>
                  <a:lnTo>
                    <a:pt x="394970" y="134366"/>
                  </a:lnTo>
                  <a:lnTo>
                    <a:pt x="386588" y="133223"/>
                  </a:lnTo>
                  <a:lnTo>
                    <a:pt x="378206" y="133223"/>
                  </a:lnTo>
                  <a:lnTo>
                    <a:pt x="330073" y="146431"/>
                  </a:lnTo>
                  <a:lnTo>
                    <a:pt x="291223" y="186232"/>
                  </a:lnTo>
                  <a:lnTo>
                    <a:pt x="281012" y="222694"/>
                  </a:lnTo>
                  <a:lnTo>
                    <a:pt x="281279" y="231838"/>
                  </a:lnTo>
                  <a:lnTo>
                    <a:pt x="281406" y="235889"/>
                  </a:lnTo>
                  <a:lnTo>
                    <a:pt x="281533" y="240030"/>
                  </a:lnTo>
                  <a:lnTo>
                    <a:pt x="281571" y="241338"/>
                  </a:lnTo>
                  <a:lnTo>
                    <a:pt x="283883" y="251104"/>
                  </a:lnTo>
                  <a:lnTo>
                    <a:pt x="228015" y="291376"/>
                  </a:lnTo>
                  <a:lnTo>
                    <a:pt x="224675" y="286461"/>
                  </a:lnTo>
                  <a:lnTo>
                    <a:pt x="208153" y="275323"/>
                  </a:lnTo>
                  <a:lnTo>
                    <a:pt x="208153" y="378841"/>
                  </a:lnTo>
                  <a:lnTo>
                    <a:pt x="202133" y="407987"/>
                  </a:lnTo>
                  <a:lnTo>
                    <a:pt x="185750" y="432219"/>
                  </a:lnTo>
                  <a:lnTo>
                    <a:pt x="161480" y="448779"/>
                  </a:lnTo>
                  <a:lnTo>
                    <a:pt x="131826" y="454914"/>
                  </a:lnTo>
                  <a:lnTo>
                    <a:pt x="102552" y="448779"/>
                  </a:lnTo>
                  <a:lnTo>
                    <a:pt x="78143" y="432219"/>
                  </a:lnTo>
                  <a:lnTo>
                    <a:pt x="61429" y="407987"/>
                  </a:lnTo>
                  <a:lnTo>
                    <a:pt x="55245" y="378841"/>
                  </a:lnTo>
                  <a:lnTo>
                    <a:pt x="61429" y="349351"/>
                  </a:lnTo>
                  <a:lnTo>
                    <a:pt x="78143" y="325208"/>
                  </a:lnTo>
                  <a:lnTo>
                    <a:pt x="102552" y="308889"/>
                  </a:lnTo>
                  <a:lnTo>
                    <a:pt x="131826" y="302895"/>
                  </a:lnTo>
                  <a:lnTo>
                    <a:pt x="161480" y="308889"/>
                  </a:lnTo>
                  <a:lnTo>
                    <a:pt x="185750" y="325208"/>
                  </a:lnTo>
                  <a:lnTo>
                    <a:pt x="202133" y="349351"/>
                  </a:lnTo>
                  <a:lnTo>
                    <a:pt x="208153" y="378841"/>
                  </a:lnTo>
                  <a:lnTo>
                    <a:pt x="208153" y="275323"/>
                  </a:lnTo>
                  <a:lnTo>
                    <a:pt x="182778" y="258191"/>
                  </a:lnTo>
                  <a:lnTo>
                    <a:pt x="152781" y="252069"/>
                  </a:lnTo>
                  <a:lnTo>
                    <a:pt x="152781" y="187032"/>
                  </a:lnTo>
                  <a:lnTo>
                    <a:pt x="162115" y="185127"/>
                  </a:lnTo>
                  <a:lnTo>
                    <a:pt x="192811" y="164592"/>
                  </a:lnTo>
                  <a:lnTo>
                    <a:pt x="211328" y="137668"/>
                  </a:lnTo>
                  <a:lnTo>
                    <a:pt x="213741" y="134162"/>
                  </a:lnTo>
                  <a:lnTo>
                    <a:pt x="221488" y="96901"/>
                  </a:lnTo>
                  <a:lnTo>
                    <a:pt x="214058" y="58991"/>
                  </a:lnTo>
                  <a:lnTo>
                    <a:pt x="211416" y="54991"/>
                  </a:lnTo>
                  <a:lnTo>
                    <a:pt x="193675" y="28219"/>
                  </a:lnTo>
                  <a:lnTo>
                    <a:pt x="166116" y="9613"/>
                  </a:lnTo>
                  <a:lnTo>
                    <a:pt x="166116" y="96901"/>
                  </a:lnTo>
                  <a:lnTo>
                    <a:pt x="162966" y="113030"/>
                  </a:lnTo>
                  <a:lnTo>
                    <a:pt x="154317" y="125958"/>
                  </a:lnTo>
                  <a:lnTo>
                    <a:pt x="141300" y="134556"/>
                  </a:lnTo>
                  <a:lnTo>
                    <a:pt x="125095" y="137668"/>
                  </a:lnTo>
                  <a:lnTo>
                    <a:pt x="108229" y="134556"/>
                  </a:lnTo>
                  <a:lnTo>
                    <a:pt x="94932" y="125958"/>
                  </a:lnTo>
                  <a:lnTo>
                    <a:pt x="86194" y="113030"/>
                  </a:lnTo>
                  <a:lnTo>
                    <a:pt x="83058" y="96901"/>
                  </a:lnTo>
                  <a:lnTo>
                    <a:pt x="86194" y="80124"/>
                  </a:lnTo>
                  <a:lnTo>
                    <a:pt x="94932" y="66852"/>
                  </a:lnTo>
                  <a:lnTo>
                    <a:pt x="108229" y="58140"/>
                  </a:lnTo>
                  <a:lnTo>
                    <a:pt x="125095" y="54991"/>
                  </a:lnTo>
                  <a:lnTo>
                    <a:pt x="140817" y="58140"/>
                  </a:lnTo>
                  <a:lnTo>
                    <a:pt x="153885" y="66852"/>
                  </a:lnTo>
                  <a:lnTo>
                    <a:pt x="162814" y="80124"/>
                  </a:lnTo>
                  <a:lnTo>
                    <a:pt x="166116" y="96901"/>
                  </a:lnTo>
                  <a:lnTo>
                    <a:pt x="166116" y="9613"/>
                  </a:lnTo>
                  <a:lnTo>
                    <a:pt x="163080" y="7556"/>
                  </a:lnTo>
                  <a:lnTo>
                    <a:pt x="125095" y="0"/>
                  </a:lnTo>
                  <a:lnTo>
                    <a:pt x="86969" y="7556"/>
                  </a:lnTo>
                  <a:lnTo>
                    <a:pt x="55981" y="28219"/>
                  </a:lnTo>
                  <a:lnTo>
                    <a:pt x="35166" y="58991"/>
                  </a:lnTo>
                  <a:lnTo>
                    <a:pt x="27559" y="96901"/>
                  </a:lnTo>
                  <a:lnTo>
                    <a:pt x="35166" y="134162"/>
                  </a:lnTo>
                  <a:lnTo>
                    <a:pt x="55981" y="164592"/>
                  </a:lnTo>
                  <a:lnTo>
                    <a:pt x="86969" y="185127"/>
                  </a:lnTo>
                  <a:lnTo>
                    <a:pt x="97409" y="187198"/>
                  </a:lnTo>
                  <a:lnTo>
                    <a:pt x="97409" y="254812"/>
                  </a:lnTo>
                  <a:lnTo>
                    <a:pt x="80848" y="258191"/>
                  </a:lnTo>
                  <a:lnTo>
                    <a:pt x="38900" y="286461"/>
                  </a:lnTo>
                  <a:lnTo>
                    <a:pt x="10464" y="328155"/>
                  </a:lnTo>
                  <a:lnTo>
                    <a:pt x="0" y="378841"/>
                  </a:lnTo>
                  <a:lnTo>
                    <a:pt x="10464" y="429564"/>
                  </a:lnTo>
                  <a:lnTo>
                    <a:pt x="38900" y="471309"/>
                  </a:lnTo>
                  <a:lnTo>
                    <a:pt x="80848" y="499618"/>
                  </a:lnTo>
                  <a:lnTo>
                    <a:pt x="97409" y="503008"/>
                  </a:lnTo>
                  <a:lnTo>
                    <a:pt x="97409" y="556298"/>
                  </a:lnTo>
                  <a:lnTo>
                    <a:pt x="86969" y="558355"/>
                  </a:lnTo>
                  <a:lnTo>
                    <a:pt x="55981" y="579018"/>
                  </a:lnTo>
                  <a:lnTo>
                    <a:pt x="35166" y="609790"/>
                  </a:lnTo>
                  <a:lnTo>
                    <a:pt x="27559" y="647700"/>
                  </a:lnTo>
                  <a:lnTo>
                    <a:pt x="35166" y="685025"/>
                  </a:lnTo>
                  <a:lnTo>
                    <a:pt x="55981" y="715505"/>
                  </a:lnTo>
                  <a:lnTo>
                    <a:pt x="86969" y="736053"/>
                  </a:lnTo>
                  <a:lnTo>
                    <a:pt x="125095" y="743585"/>
                  </a:lnTo>
                  <a:lnTo>
                    <a:pt x="162115" y="736053"/>
                  </a:lnTo>
                  <a:lnTo>
                    <a:pt x="192811" y="715505"/>
                  </a:lnTo>
                  <a:lnTo>
                    <a:pt x="211378" y="688467"/>
                  </a:lnTo>
                  <a:lnTo>
                    <a:pt x="213741" y="685025"/>
                  </a:lnTo>
                  <a:lnTo>
                    <a:pt x="221488" y="647700"/>
                  </a:lnTo>
                  <a:lnTo>
                    <a:pt x="214058" y="609790"/>
                  </a:lnTo>
                  <a:lnTo>
                    <a:pt x="211493" y="605917"/>
                  </a:lnTo>
                  <a:lnTo>
                    <a:pt x="193675" y="579018"/>
                  </a:lnTo>
                  <a:lnTo>
                    <a:pt x="166116" y="560412"/>
                  </a:lnTo>
                  <a:lnTo>
                    <a:pt x="166116" y="647700"/>
                  </a:lnTo>
                  <a:lnTo>
                    <a:pt x="162966" y="663829"/>
                  </a:lnTo>
                  <a:lnTo>
                    <a:pt x="154317" y="676757"/>
                  </a:lnTo>
                  <a:lnTo>
                    <a:pt x="141300" y="685355"/>
                  </a:lnTo>
                  <a:lnTo>
                    <a:pt x="125095" y="688467"/>
                  </a:lnTo>
                  <a:lnTo>
                    <a:pt x="108229" y="685355"/>
                  </a:lnTo>
                  <a:lnTo>
                    <a:pt x="94932" y="676757"/>
                  </a:lnTo>
                  <a:lnTo>
                    <a:pt x="86194" y="663829"/>
                  </a:lnTo>
                  <a:lnTo>
                    <a:pt x="83058" y="647700"/>
                  </a:lnTo>
                  <a:lnTo>
                    <a:pt x="86194" y="630999"/>
                  </a:lnTo>
                  <a:lnTo>
                    <a:pt x="94932" y="617766"/>
                  </a:lnTo>
                  <a:lnTo>
                    <a:pt x="108229" y="609053"/>
                  </a:lnTo>
                  <a:lnTo>
                    <a:pt x="125095" y="605917"/>
                  </a:lnTo>
                  <a:lnTo>
                    <a:pt x="140817" y="609053"/>
                  </a:lnTo>
                  <a:lnTo>
                    <a:pt x="153885" y="617766"/>
                  </a:lnTo>
                  <a:lnTo>
                    <a:pt x="162814" y="630999"/>
                  </a:lnTo>
                  <a:lnTo>
                    <a:pt x="166116" y="647700"/>
                  </a:lnTo>
                  <a:lnTo>
                    <a:pt x="166116" y="560412"/>
                  </a:lnTo>
                  <a:lnTo>
                    <a:pt x="163080" y="558355"/>
                  </a:lnTo>
                  <a:lnTo>
                    <a:pt x="152781" y="556310"/>
                  </a:lnTo>
                  <a:lnTo>
                    <a:pt x="152781" y="505752"/>
                  </a:lnTo>
                  <a:lnTo>
                    <a:pt x="182778" y="499618"/>
                  </a:lnTo>
                  <a:lnTo>
                    <a:pt x="224675" y="471309"/>
                  </a:lnTo>
                  <a:lnTo>
                    <a:pt x="229476" y="464235"/>
                  </a:lnTo>
                  <a:lnTo>
                    <a:pt x="285051" y="497090"/>
                  </a:lnTo>
                  <a:lnTo>
                    <a:pt x="281940" y="506247"/>
                  </a:lnTo>
                  <a:lnTo>
                    <a:pt x="284607" y="544195"/>
                  </a:lnTo>
                  <a:lnTo>
                    <a:pt x="298373" y="573328"/>
                  </a:lnTo>
                  <a:lnTo>
                    <a:pt x="320052" y="595541"/>
                  </a:lnTo>
                  <a:lnTo>
                    <a:pt x="347560" y="609714"/>
                  </a:lnTo>
                  <a:lnTo>
                    <a:pt x="378841" y="614680"/>
                  </a:lnTo>
                  <a:lnTo>
                    <a:pt x="386588" y="614680"/>
                  </a:lnTo>
                  <a:lnTo>
                    <a:pt x="395351" y="612394"/>
                  </a:lnTo>
                  <a:lnTo>
                    <a:pt x="403225" y="611378"/>
                  </a:lnTo>
                  <a:lnTo>
                    <a:pt x="450672" y="581634"/>
                  </a:lnTo>
                  <a:lnTo>
                    <a:pt x="474103" y="531114"/>
                  </a:lnTo>
                  <a:lnTo>
                    <a:pt x="474306" y="523163"/>
                  </a:lnTo>
                  <a:lnTo>
                    <a:pt x="474433" y="515010"/>
                  </a:lnTo>
                  <a:lnTo>
                    <a:pt x="474484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470902" y="3374389"/>
              <a:ext cx="1440815" cy="582930"/>
            </a:xfrm>
            <a:custGeom>
              <a:avLst/>
              <a:gdLst/>
              <a:ahLst/>
              <a:cxnLst/>
              <a:rect l="l" t="t" r="r" b="b"/>
              <a:pathLst>
                <a:path w="1440815" h="582929">
                  <a:moveTo>
                    <a:pt x="1411224" y="0"/>
                  </a:moveTo>
                  <a:lnTo>
                    <a:pt x="29082" y="0"/>
                  </a:lnTo>
                  <a:lnTo>
                    <a:pt x="17787" y="2274"/>
                  </a:lnTo>
                  <a:lnTo>
                    <a:pt x="8540" y="8477"/>
                  </a:lnTo>
                  <a:lnTo>
                    <a:pt x="2293" y="17680"/>
                  </a:lnTo>
                  <a:lnTo>
                    <a:pt x="0" y="28955"/>
                  </a:lnTo>
                  <a:lnTo>
                    <a:pt x="0" y="553973"/>
                  </a:lnTo>
                  <a:lnTo>
                    <a:pt x="2293" y="565249"/>
                  </a:lnTo>
                  <a:lnTo>
                    <a:pt x="8540" y="574452"/>
                  </a:lnTo>
                  <a:lnTo>
                    <a:pt x="17787" y="580655"/>
                  </a:lnTo>
                  <a:lnTo>
                    <a:pt x="29082" y="582929"/>
                  </a:lnTo>
                  <a:lnTo>
                    <a:pt x="1411224" y="582929"/>
                  </a:lnTo>
                  <a:lnTo>
                    <a:pt x="1422519" y="580655"/>
                  </a:lnTo>
                  <a:lnTo>
                    <a:pt x="1431766" y="574452"/>
                  </a:lnTo>
                  <a:lnTo>
                    <a:pt x="1438013" y="565249"/>
                  </a:lnTo>
                  <a:lnTo>
                    <a:pt x="1440306" y="553973"/>
                  </a:lnTo>
                  <a:lnTo>
                    <a:pt x="1440306" y="28955"/>
                  </a:lnTo>
                  <a:lnTo>
                    <a:pt x="1438013" y="17680"/>
                  </a:lnTo>
                  <a:lnTo>
                    <a:pt x="1431766" y="8477"/>
                  </a:lnTo>
                  <a:lnTo>
                    <a:pt x="1422519" y="2274"/>
                  </a:lnTo>
                  <a:lnTo>
                    <a:pt x="1411224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470902" y="3374389"/>
              <a:ext cx="1440815" cy="582930"/>
            </a:xfrm>
            <a:custGeom>
              <a:avLst/>
              <a:gdLst/>
              <a:ahLst/>
              <a:cxnLst/>
              <a:rect l="l" t="t" r="r" b="b"/>
              <a:pathLst>
                <a:path w="1440815" h="582929">
                  <a:moveTo>
                    <a:pt x="0" y="28955"/>
                  </a:moveTo>
                  <a:lnTo>
                    <a:pt x="2293" y="17680"/>
                  </a:lnTo>
                  <a:lnTo>
                    <a:pt x="8540" y="8477"/>
                  </a:lnTo>
                  <a:lnTo>
                    <a:pt x="17787" y="2274"/>
                  </a:lnTo>
                  <a:lnTo>
                    <a:pt x="29082" y="0"/>
                  </a:lnTo>
                  <a:lnTo>
                    <a:pt x="1411224" y="0"/>
                  </a:lnTo>
                  <a:lnTo>
                    <a:pt x="1422519" y="2274"/>
                  </a:lnTo>
                  <a:lnTo>
                    <a:pt x="1431766" y="8477"/>
                  </a:lnTo>
                  <a:lnTo>
                    <a:pt x="1438013" y="17680"/>
                  </a:lnTo>
                  <a:lnTo>
                    <a:pt x="1440306" y="28955"/>
                  </a:lnTo>
                  <a:lnTo>
                    <a:pt x="1440306" y="553973"/>
                  </a:lnTo>
                  <a:lnTo>
                    <a:pt x="1438013" y="565249"/>
                  </a:lnTo>
                  <a:lnTo>
                    <a:pt x="1431766" y="574452"/>
                  </a:lnTo>
                  <a:lnTo>
                    <a:pt x="1422519" y="580655"/>
                  </a:lnTo>
                  <a:lnTo>
                    <a:pt x="1411224" y="582929"/>
                  </a:lnTo>
                  <a:lnTo>
                    <a:pt x="29082" y="582929"/>
                  </a:lnTo>
                  <a:lnTo>
                    <a:pt x="17787" y="580655"/>
                  </a:lnTo>
                  <a:lnTo>
                    <a:pt x="8540" y="574452"/>
                  </a:lnTo>
                  <a:lnTo>
                    <a:pt x="2293" y="565249"/>
                  </a:lnTo>
                  <a:lnTo>
                    <a:pt x="0" y="553973"/>
                  </a:lnTo>
                  <a:lnTo>
                    <a:pt x="0" y="28955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7692897" y="3425139"/>
            <a:ext cx="997585" cy="3702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235" dirty="0">
                <a:solidFill>
                  <a:srgbClr val="040430"/>
                </a:solidFill>
                <a:latin typeface="Calibri"/>
                <a:cs typeface="Calibri"/>
              </a:rPr>
              <a:t>Broker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63" name="object 63"/>
          <p:cNvGrpSpPr/>
          <p:nvPr/>
        </p:nvGrpSpPr>
        <p:grpSpPr>
          <a:xfrm>
            <a:off x="1118328" y="1703832"/>
            <a:ext cx="9105265" cy="7807325"/>
            <a:chOff x="1118328" y="1703832"/>
            <a:chExt cx="9105265" cy="7807325"/>
          </a:xfrm>
        </p:grpSpPr>
        <p:sp>
          <p:nvSpPr>
            <p:cNvPr id="64" name="object 64"/>
            <p:cNvSpPr/>
            <p:nvPr/>
          </p:nvSpPr>
          <p:spPr>
            <a:xfrm>
              <a:off x="7050023" y="3700017"/>
              <a:ext cx="314325" cy="607695"/>
            </a:xfrm>
            <a:custGeom>
              <a:avLst/>
              <a:gdLst/>
              <a:ahLst/>
              <a:cxnLst/>
              <a:rect l="l" t="t" r="r" b="b"/>
              <a:pathLst>
                <a:path w="314325" h="607695">
                  <a:moveTo>
                    <a:pt x="314325" y="0"/>
                  </a:moveTo>
                  <a:lnTo>
                    <a:pt x="0" y="0"/>
                  </a:lnTo>
                  <a:lnTo>
                    <a:pt x="0" y="607694"/>
                  </a:lnTo>
                </a:path>
              </a:pathLst>
            </a:custGeom>
            <a:ln w="38100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4348" y="3580002"/>
              <a:ext cx="205612" cy="240030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7364348" y="3580002"/>
              <a:ext cx="205740" cy="240029"/>
            </a:xfrm>
            <a:custGeom>
              <a:avLst/>
              <a:gdLst/>
              <a:ahLst/>
              <a:cxnLst/>
              <a:rect l="l" t="t" r="r" b="b"/>
              <a:pathLst>
                <a:path w="205740" h="240029">
                  <a:moveTo>
                    <a:pt x="0" y="0"/>
                  </a:moveTo>
                  <a:lnTo>
                    <a:pt x="102870" y="0"/>
                  </a:lnTo>
                  <a:lnTo>
                    <a:pt x="142873" y="9429"/>
                  </a:lnTo>
                  <a:lnTo>
                    <a:pt x="175529" y="35147"/>
                  </a:lnTo>
                  <a:lnTo>
                    <a:pt x="197542" y="73294"/>
                  </a:lnTo>
                  <a:lnTo>
                    <a:pt x="205612" y="120015"/>
                  </a:lnTo>
                  <a:lnTo>
                    <a:pt x="197542" y="166735"/>
                  </a:lnTo>
                  <a:lnTo>
                    <a:pt x="175529" y="204882"/>
                  </a:lnTo>
                  <a:lnTo>
                    <a:pt x="142873" y="230600"/>
                  </a:lnTo>
                  <a:lnTo>
                    <a:pt x="102870" y="240030"/>
                  </a:lnTo>
                  <a:lnTo>
                    <a:pt x="0" y="240030"/>
                  </a:lnTo>
                  <a:lnTo>
                    <a:pt x="0" y="0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7" name="object 6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18328" y="5080812"/>
              <a:ext cx="9104866" cy="4391813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485516" y="1741932"/>
              <a:ext cx="7012940" cy="7731125"/>
            </a:xfrm>
            <a:custGeom>
              <a:avLst/>
              <a:gdLst/>
              <a:ahLst/>
              <a:cxnLst/>
              <a:rect l="l" t="t" r="r" b="b"/>
              <a:pathLst>
                <a:path w="7012940" h="7731125">
                  <a:moveTo>
                    <a:pt x="0" y="3496818"/>
                  </a:moveTo>
                  <a:lnTo>
                    <a:pt x="5856" y="3453231"/>
                  </a:lnTo>
                  <a:lnTo>
                    <a:pt x="22384" y="3414065"/>
                  </a:lnTo>
                  <a:lnTo>
                    <a:pt x="48021" y="3380882"/>
                  </a:lnTo>
                  <a:lnTo>
                    <a:pt x="81204" y="3355245"/>
                  </a:lnTo>
                  <a:lnTo>
                    <a:pt x="120370" y="3338717"/>
                  </a:lnTo>
                  <a:lnTo>
                    <a:pt x="163956" y="3332861"/>
                  </a:lnTo>
                  <a:lnTo>
                    <a:pt x="6824599" y="3332861"/>
                  </a:lnTo>
                  <a:lnTo>
                    <a:pt x="6868185" y="3338717"/>
                  </a:lnTo>
                  <a:lnTo>
                    <a:pt x="6907351" y="3355245"/>
                  </a:lnTo>
                  <a:lnTo>
                    <a:pt x="6940534" y="3380882"/>
                  </a:lnTo>
                  <a:lnTo>
                    <a:pt x="6966171" y="3414065"/>
                  </a:lnTo>
                  <a:lnTo>
                    <a:pt x="6982699" y="3453231"/>
                  </a:lnTo>
                  <a:lnTo>
                    <a:pt x="6988556" y="3496818"/>
                  </a:lnTo>
                  <a:lnTo>
                    <a:pt x="6988556" y="7566787"/>
                  </a:lnTo>
                  <a:lnTo>
                    <a:pt x="6982699" y="7610372"/>
                  </a:lnTo>
                  <a:lnTo>
                    <a:pt x="6966171" y="7649535"/>
                  </a:lnTo>
                  <a:lnTo>
                    <a:pt x="6940534" y="7682715"/>
                  </a:lnTo>
                  <a:lnTo>
                    <a:pt x="6907351" y="7708349"/>
                  </a:lnTo>
                  <a:lnTo>
                    <a:pt x="6868185" y="7724875"/>
                  </a:lnTo>
                  <a:lnTo>
                    <a:pt x="6824599" y="7730731"/>
                  </a:lnTo>
                  <a:lnTo>
                    <a:pt x="163956" y="7730731"/>
                  </a:lnTo>
                  <a:lnTo>
                    <a:pt x="120370" y="7724875"/>
                  </a:lnTo>
                  <a:lnTo>
                    <a:pt x="81204" y="7708349"/>
                  </a:lnTo>
                  <a:lnTo>
                    <a:pt x="48021" y="7682715"/>
                  </a:lnTo>
                  <a:lnTo>
                    <a:pt x="22384" y="7649535"/>
                  </a:lnTo>
                  <a:lnTo>
                    <a:pt x="5856" y="7610372"/>
                  </a:lnTo>
                  <a:lnTo>
                    <a:pt x="0" y="7566787"/>
                  </a:lnTo>
                  <a:lnTo>
                    <a:pt x="0" y="3496818"/>
                  </a:lnTo>
                  <a:close/>
                </a:path>
                <a:path w="7012940" h="7731125">
                  <a:moveTo>
                    <a:pt x="4406773" y="1303020"/>
                  </a:moveTo>
                  <a:lnTo>
                    <a:pt x="4407632" y="1255246"/>
                  </a:lnTo>
                  <a:lnTo>
                    <a:pt x="4410190" y="1207906"/>
                  </a:lnTo>
                  <a:lnTo>
                    <a:pt x="4414418" y="1161029"/>
                  </a:lnTo>
                  <a:lnTo>
                    <a:pt x="4420285" y="1114644"/>
                  </a:lnTo>
                  <a:lnTo>
                    <a:pt x="4427764" y="1068781"/>
                  </a:lnTo>
                  <a:lnTo>
                    <a:pt x="4436823" y="1023470"/>
                  </a:lnTo>
                  <a:lnTo>
                    <a:pt x="4447434" y="978739"/>
                  </a:lnTo>
                  <a:lnTo>
                    <a:pt x="4459568" y="934618"/>
                  </a:lnTo>
                  <a:lnTo>
                    <a:pt x="4473195" y="891137"/>
                  </a:lnTo>
                  <a:lnTo>
                    <a:pt x="4488285" y="848325"/>
                  </a:lnTo>
                  <a:lnTo>
                    <a:pt x="4504809" y="806211"/>
                  </a:lnTo>
                  <a:lnTo>
                    <a:pt x="4522737" y="764825"/>
                  </a:lnTo>
                  <a:lnTo>
                    <a:pt x="4542041" y="724197"/>
                  </a:lnTo>
                  <a:lnTo>
                    <a:pt x="4562691" y="684355"/>
                  </a:lnTo>
                  <a:lnTo>
                    <a:pt x="4584657" y="645329"/>
                  </a:lnTo>
                  <a:lnTo>
                    <a:pt x="4607910" y="607149"/>
                  </a:lnTo>
                  <a:lnTo>
                    <a:pt x="4632421" y="569843"/>
                  </a:lnTo>
                  <a:lnTo>
                    <a:pt x="4658159" y="533442"/>
                  </a:lnTo>
                  <a:lnTo>
                    <a:pt x="4685097" y="497975"/>
                  </a:lnTo>
                  <a:lnTo>
                    <a:pt x="4713203" y="463471"/>
                  </a:lnTo>
                  <a:lnTo>
                    <a:pt x="4742449" y="429960"/>
                  </a:lnTo>
                  <a:lnTo>
                    <a:pt x="4772806" y="397471"/>
                  </a:lnTo>
                  <a:lnTo>
                    <a:pt x="4804244" y="366033"/>
                  </a:lnTo>
                  <a:lnTo>
                    <a:pt x="4836733" y="335676"/>
                  </a:lnTo>
                  <a:lnTo>
                    <a:pt x="4870244" y="306430"/>
                  </a:lnTo>
                  <a:lnTo>
                    <a:pt x="4904748" y="278324"/>
                  </a:lnTo>
                  <a:lnTo>
                    <a:pt x="4940215" y="251386"/>
                  </a:lnTo>
                  <a:lnTo>
                    <a:pt x="4976616" y="225648"/>
                  </a:lnTo>
                  <a:lnTo>
                    <a:pt x="5013922" y="201137"/>
                  </a:lnTo>
                  <a:lnTo>
                    <a:pt x="5052102" y="177884"/>
                  </a:lnTo>
                  <a:lnTo>
                    <a:pt x="5091128" y="155918"/>
                  </a:lnTo>
                  <a:lnTo>
                    <a:pt x="5130970" y="135268"/>
                  </a:lnTo>
                  <a:lnTo>
                    <a:pt x="5171598" y="115964"/>
                  </a:lnTo>
                  <a:lnTo>
                    <a:pt x="5212984" y="98036"/>
                  </a:lnTo>
                  <a:lnTo>
                    <a:pt x="5255098" y="81512"/>
                  </a:lnTo>
                  <a:lnTo>
                    <a:pt x="5297910" y="66422"/>
                  </a:lnTo>
                  <a:lnTo>
                    <a:pt x="5341391" y="52795"/>
                  </a:lnTo>
                  <a:lnTo>
                    <a:pt x="5385512" y="40661"/>
                  </a:lnTo>
                  <a:lnTo>
                    <a:pt x="5430243" y="30050"/>
                  </a:lnTo>
                  <a:lnTo>
                    <a:pt x="5475554" y="20991"/>
                  </a:lnTo>
                  <a:lnTo>
                    <a:pt x="5521417" y="13512"/>
                  </a:lnTo>
                  <a:lnTo>
                    <a:pt x="5567802" y="7645"/>
                  </a:lnTo>
                  <a:lnTo>
                    <a:pt x="5614679" y="3417"/>
                  </a:lnTo>
                  <a:lnTo>
                    <a:pt x="5662019" y="859"/>
                  </a:lnTo>
                  <a:lnTo>
                    <a:pt x="5709792" y="0"/>
                  </a:lnTo>
                  <a:lnTo>
                    <a:pt x="5757558" y="859"/>
                  </a:lnTo>
                  <a:lnTo>
                    <a:pt x="5804890" y="3417"/>
                  </a:lnTo>
                  <a:lnTo>
                    <a:pt x="5851759" y="7645"/>
                  </a:lnTo>
                  <a:lnTo>
                    <a:pt x="5898137" y="13512"/>
                  </a:lnTo>
                  <a:lnTo>
                    <a:pt x="5943993" y="20991"/>
                  </a:lnTo>
                  <a:lnTo>
                    <a:pt x="5989298" y="30050"/>
                  </a:lnTo>
                  <a:lnTo>
                    <a:pt x="6034022" y="40661"/>
                  </a:lnTo>
                  <a:lnTo>
                    <a:pt x="6078137" y="52795"/>
                  </a:lnTo>
                  <a:lnTo>
                    <a:pt x="6121613" y="66422"/>
                  </a:lnTo>
                  <a:lnTo>
                    <a:pt x="6164420" y="81512"/>
                  </a:lnTo>
                  <a:lnTo>
                    <a:pt x="6206529" y="98036"/>
                  </a:lnTo>
                  <a:lnTo>
                    <a:pt x="6247910" y="115964"/>
                  </a:lnTo>
                  <a:lnTo>
                    <a:pt x="6288534" y="135268"/>
                  </a:lnTo>
                  <a:lnTo>
                    <a:pt x="6328372" y="155918"/>
                  </a:lnTo>
                  <a:lnTo>
                    <a:pt x="6367394" y="177884"/>
                  </a:lnTo>
                  <a:lnTo>
                    <a:pt x="6405570" y="201137"/>
                  </a:lnTo>
                  <a:lnTo>
                    <a:pt x="6442872" y="225648"/>
                  </a:lnTo>
                  <a:lnTo>
                    <a:pt x="6479270" y="251386"/>
                  </a:lnTo>
                  <a:lnTo>
                    <a:pt x="6514734" y="278324"/>
                  </a:lnTo>
                  <a:lnTo>
                    <a:pt x="6549236" y="306430"/>
                  </a:lnTo>
                  <a:lnTo>
                    <a:pt x="6582744" y="335676"/>
                  </a:lnTo>
                  <a:lnTo>
                    <a:pt x="6615231" y="366033"/>
                  </a:lnTo>
                  <a:lnTo>
                    <a:pt x="6646667" y="397471"/>
                  </a:lnTo>
                  <a:lnTo>
                    <a:pt x="6677021" y="429960"/>
                  </a:lnTo>
                  <a:lnTo>
                    <a:pt x="6706266" y="463471"/>
                  </a:lnTo>
                  <a:lnTo>
                    <a:pt x="6734371" y="497975"/>
                  </a:lnTo>
                  <a:lnTo>
                    <a:pt x="6761307" y="533442"/>
                  </a:lnTo>
                  <a:lnTo>
                    <a:pt x="6787044" y="569843"/>
                  </a:lnTo>
                  <a:lnTo>
                    <a:pt x="6811554" y="607149"/>
                  </a:lnTo>
                  <a:lnTo>
                    <a:pt x="6834806" y="645329"/>
                  </a:lnTo>
                  <a:lnTo>
                    <a:pt x="6856771" y="684355"/>
                  </a:lnTo>
                  <a:lnTo>
                    <a:pt x="6877420" y="724197"/>
                  </a:lnTo>
                  <a:lnTo>
                    <a:pt x="6896723" y="764825"/>
                  </a:lnTo>
                  <a:lnTo>
                    <a:pt x="6914651" y="806211"/>
                  </a:lnTo>
                  <a:lnTo>
                    <a:pt x="6931175" y="848325"/>
                  </a:lnTo>
                  <a:lnTo>
                    <a:pt x="6946265" y="891137"/>
                  </a:lnTo>
                  <a:lnTo>
                    <a:pt x="6959891" y="934618"/>
                  </a:lnTo>
                  <a:lnTo>
                    <a:pt x="6972024" y="978739"/>
                  </a:lnTo>
                  <a:lnTo>
                    <a:pt x="6982635" y="1023470"/>
                  </a:lnTo>
                  <a:lnTo>
                    <a:pt x="6991695" y="1068781"/>
                  </a:lnTo>
                  <a:lnTo>
                    <a:pt x="6999173" y="1114644"/>
                  </a:lnTo>
                  <a:lnTo>
                    <a:pt x="7005040" y="1161029"/>
                  </a:lnTo>
                  <a:lnTo>
                    <a:pt x="7009268" y="1207906"/>
                  </a:lnTo>
                  <a:lnTo>
                    <a:pt x="7011826" y="1255246"/>
                  </a:lnTo>
                  <a:lnTo>
                    <a:pt x="7012685" y="1303020"/>
                  </a:lnTo>
                  <a:lnTo>
                    <a:pt x="7011826" y="1350785"/>
                  </a:lnTo>
                  <a:lnTo>
                    <a:pt x="7009268" y="1398117"/>
                  </a:lnTo>
                  <a:lnTo>
                    <a:pt x="7005040" y="1444986"/>
                  </a:lnTo>
                  <a:lnTo>
                    <a:pt x="6999173" y="1491364"/>
                  </a:lnTo>
                  <a:lnTo>
                    <a:pt x="6991695" y="1537220"/>
                  </a:lnTo>
                  <a:lnTo>
                    <a:pt x="6982635" y="1582525"/>
                  </a:lnTo>
                  <a:lnTo>
                    <a:pt x="6972024" y="1627249"/>
                  </a:lnTo>
                  <a:lnTo>
                    <a:pt x="6959891" y="1671364"/>
                  </a:lnTo>
                  <a:lnTo>
                    <a:pt x="6946264" y="1714840"/>
                  </a:lnTo>
                  <a:lnTo>
                    <a:pt x="6931175" y="1757647"/>
                  </a:lnTo>
                  <a:lnTo>
                    <a:pt x="6914651" y="1799756"/>
                  </a:lnTo>
                  <a:lnTo>
                    <a:pt x="6896723" y="1841137"/>
                  </a:lnTo>
                  <a:lnTo>
                    <a:pt x="6877420" y="1881761"/>
                  </a:lnTo>
                  <a:lnTo>
                    <a:pt x="6856771" y="1921599"/>
                  </a:lnTo>
                  <a:lnTo>
                    <a:pt x="6834806" y="1960621"/>
                  </a:lnTo>
                  <a:lnTo>
                    <a:pt x="6811554" y="1998797"/>
                  </a:lnTo>
                  <a:lnTo>
                    <a:pt x="6787044" y="2036099"/>
                  </a:lnTo>
                  <a:lnTo>
                    <a:pt x="6761307" y="2072497"/>
                  </a:lnTo>
                  <a:lnTo>
                    <a:pt x="6734371" y="2107961"/>
                  </a:lnTo>
                  <a:lnTo>
                    <a:pt x="6706266" y="2142463"/>
                  </a:lnTo>
                  <a:lnTo>
                    <a:pt x="6677021" y="2175971"/>
                  </a:lnTo>
                  <a:lnTo>
                    <a:pt x="6646667" y="2208458"/>
                  </a:lnTo>
                  <a:lnTo>
                    <a:pt x="6615231" y="2239894"/>
                  </a:lnTo>
                  <a:lnTo>
                    <a:pt x="6582744" y="2270248"/>
                  </a:lnTo>
                  <a:lnTo>
                    <a:pt x="6549236" y="2299493"/>
                  </a:lnTo>
                  <a:lnTo>
                    <a:pt x="6514734" y="2327598"/>
                  </a:lnTo>
                  <a:lnTo>
                    <a:pt x="6479270" y="2354534"/>
                  </a:lnTo>
                  <a:lnTo>
                    <a:pt x="6442872" y="2380271"/>
                  </a:lnTo>
                  <a:lnTo>
                    <a:pt x="6405570" y="2404781"/>
                  </a:lnTo>
                  <a:lnTo>
                    <a:pt x="6367394" y="2428033"/>
                  </a:lnTo>
                  <a:lnTo>
                    <a:pt x="6328372" y="2449998"/>
                  </a:lnTo>
                  <a:lnTo>
                    <a:pt x="6288534" y="2470647"/>
                  </a:lnTo>
                  <a:lnTo>
                    <a:pt x="6247910" y="2489950"/>
                  </a:lnTo>
                  <a:lnTo>
                    <a:pt x="6206529" y="2507878"/>
                  </a:lnTo>
                  <a:lnTo>
                    <a:pt x="6164420" y="2524402"/>
                  </a:lnTo>
                  <a:lnTo>
                    <a:pt x="6121613" y="2539492"/>
                  </a:lnTo>
                  <a:lnTo>
                    <a:pt x="6078137" y="2553118"/>
                  </a:lnTo>
                  <a:lnTo>
                    <a:pt x="6034022" y="2565251"/>
                  </a:lnTo>
                  <a:lnTo>
                    <a:pt x="5989298" y="2575862"/>
                  </a:lnTo>
                  <a:lnTo>
                    <a:pt x="5943993" y="2584922"/>
                  </a:lnTo>
                  <a:lnTo>
                    <a:pt x="5898137" y="2592400"/>
                  </a:lnTo>
                  <a:lnTo>
                    <a:pt x="5851759" y="2598267"/>
                  </a:lnTo>
                  <a:lnTo>
                    <a:pt x="5804890" y="2602495"/>
                  </a:lnTo>
                  <a:lnTo>
                    <a:pt x="5757558" y="2605053"/>
                  </a:lnTo>
                  <a:lnTo>
                    <a:pt x="5709792" y="2605913"/>
                  </a:lnTo>
                  <a:lnTo>
                    <a:pt x="5662019" y="2605053"/>
                  </a:lnTo>
                  <a:lnTo>
                    <a:pt x="5614679" y="2602495"/>
                  </a:lnTo>
                  <a:lnTo>
                    <a:pt x="5567802" y="2598267"/>
                  </a:lnTo>
                  <a:lnTo>
                    <a:pt x="5521417" y="2592400"/>
                  </a:lnTo>
                  <a:lnTo>
                    <a:pt x="5475554" y="2584922"/>
                  </a:lnTo>
                  <a:lnTo>
                    <a:pt x="5430243" y="2575862"/>
                  </a:lnTo>
                  <a:lnTo>
                    <a:pt x="5385512" y="2565251"/>
                  </a:lnTo>
                  <a:lnTo>
                    <a:pt x="5341391" y="2553118"/>
                  </a:lnTo>
                  <a:lnTo>
                    <a:pt x="5297910" y="2539492"/>
                  </a:lnTo>
                  <a:lnTo>
                    <a:pt x="5255098" y="2524402"/>
                  </a:lnTo>
                  <a:lnTo>
                    <a:pt x="5212984" y="2507878"/>
                  </a:lnTo>
                  <a:lnTo>
                    <a:pt x="5171598" y="2489950"/>
                  </a:lnTo>
                  <a:lnTo>
                    <a:pt x="5130970" y="2470647"/>
                  </a:lnTo>
                  <a:lnTo>
                    <a:pt x="5091128" y="2449998"/>
                  </a:lnTo>
                  <a:lnTo>
                    <a:pt x="5052102" y="2428033"/>
                  </a:lnTo>
                  <a:lnTo>
                    <a:pt x="5013922" y="2404781"/>
                  </a:lnTo>
                  <a:lnTo>
                    <a:pt x="4976616" y="2380271"/>
                  </a:lnTo>
                  <a:lnTo>
                    <a:pt x="4940215" y="2354534"/>
                  </a:lnTo>
                  <a:lnTo>
                    <a:pt x="4904748" y="2327598"/>
                  </a:lnTo>
                  <a:lnTo>
                    <a:pt x="4870244" y="2299493"/>
                  </a:lnTo>
                  <a:lnTo>
                    <a:pt x="4836733" y="2270248"/>
                  </a:lnTo>
                  <a:lnTo>
                    <a:pt x="4804244" y="2239894"/>
                  </a:lnTo>
                  <a:lnTo>
                    <a:pt x="4772806" y="2208458"/>
                  </a:lnTo>
                  <a:lnTo>
                    <a:pt x="4742449" y="2175971"/>
                  </a:lnTo>
                  <a:lnTo>
                    <a:pt x="4713203" y="2142463"/>
                  </a:lnTo>
                  <a:lnTo>
                    <a:pt x="4685097" y="2107961"/>
                  </a:lnTo>
                  <a:lnTo>
                    <a:pt x="4658159" y="2072497"/>
                  </a:lnTo>
                  <a:lnTo>
                    <a:pt x="4632421" y="2036099"/>
                  </a:lnTo>
                  <a:lnTo>
                    <a:pt x="4607910" y="1998797"/>
                  </a:lnTo>
                  <a:lnTo>
                    <a:pt x="4584657" y="1960621"/>
                  </a:lnTo>
                  <a:lnTo>
                    <a:pt x="4562691" y="1921599"/>
                  </a:lnTo>
                  <a:lnTo>
                    <a:pt x="4542041" y="1881761"/>
                  </a:lnTo>
                  <a:lnTo>
                    <a:pt x="4522737" y="1841137"/>
                  </a:lnTo>
                  <a:lnTo>
                    <a:pt x="4504809" y="1799756"/>
                  </a:lnTo>
                  <a:lnTo>
                    <a:pt x="4488285" y="1757647"/>
                  </a:lnTo>
                  <a:lnTo>
                    <a:pt x="4473195" y="1714840"/>
                  </a:lnTo>
                  <a:lnTo>
                    <a:pt x="4459568" y="1671364"/>
                  </a:lnTo>
                  <a:lnTo>
                    <a:pt x="4447434" y="1627249"/>
                  </a:lnTo>
                  <a:lnTo>
                    <a:pt x="4436823" y="1582525"/>
                  </a:lnTo>
                  <a:lnTo>
                    <a:pt x="4427764" y="1537220"/>
                  </a:lnTo>
                  <a:lnTo>
                    <a:pt x="4420285" y="1491364"/>
                  </a:lnTo>
                  <a:lnTo>
                    <a:pt x="4414418" y="1444986"/>
                  </a:lnTo>
                  <a:lnTo>
                    <a:pt x="4410190" y="1398117"/>
                  </a:lnTo>
                  <a:lnTo>
                    <a:pt x="4407632" y="1350785"/>
                  </a:lnTo>
                  <a:lnTo>
                    <a:pt x="4406773" y="1303020"/>
                  </a:lnTo>
                  <a:close/>
                </a:path>
                <a:path w="7012940" h="7731125">
                  <a:moveTo>
                    <a:pt x="3494278" y="3332861"/>
                  </a:moveTo>
                  <a:lnTo>
                    <a:pt x="5709792" y="2606040"/>
                  </a:lnTo>
                </a:path>
              </a:pathLst>
            </a:custGeom>
            <a:ln w="762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9" name="object 69"/>
          <p:cNvSpPr txBox="1"/>
          <p:nvPr/>
        </p:nvSpPr>
        <p:spPr>
          <a:xfrm>
            <a:off x="10174605" y="4807076"/>
            <a:ext cx="7047230" cy="4720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14097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Malgun Gothic"/>
                <a:cs typeface="Malgun Gothic"/>
              </a:rPr>
              <a:t>Kafka의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데이터(이벤트)는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프로듀서가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요청한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데이터를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클러스터의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브로커가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기록하고, </a:t>
            </a:r>
            <a:r>
              <a:rPr sz="1400" dirty="0">
                <a:latin typeface="Malgun Gothic"/>
                <a:cs typeface="Malgun Gothic"/>
              </a:rPr>
              <a:t>저장된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컨슈머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요청에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의해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제공합니다.</a:t>
            </a:r>
            <a:endParaRPr sz="14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latin typeface="Malgun Gothic"/>
                <a:cs typeface="Malgun Gothic"/>
              </a:rPr>
              <a:t>Producer에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의한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Event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생성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요청을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Topic에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기록(저장)</a:t>
            </a:r>
            <a:endParaRPr sz="1400">
              <a:latin typeface="Malgun Gothic"/>
              <a:cs typeface="Malgun Gothic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400" dirty="0">
                <a:latin typeface="Malgun Gothic"/>
                <a:cs typeface="Malgun Gothic"/>
              </a:rPr>
              <a:t>Consumer에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의한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Event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Fetch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요청을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Topic에서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조회하여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전달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1400" dirty="0">
                <a:latin typeface="Malgun Gothic"/>
                <a:cs typeface="Malgun Gothic"/>
              </a:rPr>
              <a:t>Producer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Client는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이벤트가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포함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프로듀싱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요청을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보냅니다.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Malgun Gothic"/>
                <a:cs typeface="Malgun Gothic"/>
              </a:rPr>
              <a:t>브로커는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이러한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이벤트를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토픽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파티션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로그에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기록(저장)합니다.</a:t>
            </a:r>
            <a:endParaRPr sz="14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Malgun Gothic"/>
                <a:cs typeface="Malgun Gothic"/>
              </a:rPr>
              <a:t>Consumer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Client는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해야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하는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이벤트에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Fetch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요청을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보냅니다.</a:t>
            </a:r>
            <a:endParaRPr sz="1400">
              <a:latin typeface="Malgun Gothic"/>
              <a:cs typeface="Malgun Gothic"/>
            </a:endParaRPr>
          </a:p>
          <a:p>
            <a:pPr marL="12700" marR="6731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Malgun Gothic"/>
                <a:cs typeface="Malgun Gothic"/>
              </a:rPr>
              <a:t>좌측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다이어그램과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같이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단계별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이벤트(데이터)처리의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과정을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통해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Broker는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Topic을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저 </a:t>
            </a:r>
            <a:r>
              <a:rPr sz="1400" dirty="0">
                <a:latin typeface="Malgun Gothic"/>
                <a:cs typeface="Malgun Gothic"/>
              </a:rPr>
              <a:t>장/조회/전달의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서비스를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제공합니다.</a:t>
            </a:r>
            <a:endParaRPr sz="1400">
              <a:latin typeface="Malgun Gothic"/>
              <a:cs typeface="Malgun Gothic"/>
            </a:endParaRPr>
          </a:p>
          <a:p>
            <a:pPr marL="12700" marR="5080">
              <a:lnSpc>
                <a:spcPct val="100000"/>
              </a:lnSpc>
              <a:spcBef>
                <a:spcPts val="1680"/>
              </a:spcBef>
            </a:pPr>
            <a:r>
              <a:rPr sz="1400" dirty="0">
                <a:latin typeface="Malgun Gothic"/>
                <a:cs typeface="Malgun Gothic"/>
              </a:rPr>
              <a:t>각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단계에서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유실이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발생되지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않도록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재처리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할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있는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로직을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제공하여, </a:t>
            </a:r>
            <a:r>
              <a:rPr sz="1400" dirty="0">
                <a:latin typeface="Malgun Gothic"/>
                <a:cs typeface="Malgun Gothic"/>
              </a:rPr>
              <a:t>최소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한번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이상의</a:t>
            </a:r>
            <a:r>
              <a:rPr sz="1400" spc="-10" dirty="0">
                <a:latin typeface="Malgun Gothic"/>
                <a:cs typeface="Malgun Gothic"/>
              </a:rPr>
              <a:t> 전달(At-Least-</a:t>
            </a:r>
            <a:r>
              <a:rPr sz="1400" dirty="0">
                <a:latin typeface="Malgun Gothic"/>
                <a:cs typeface="Malgun Gothic"/>
              </a:rPr>
              <a:t>Once)의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메시지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기능을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제공합니다.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반드시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한번만 </a:t>
            </a:r>
            <a:r>
              <a:rPr sz="1400" dirty="0">
                <a:latin typeface="Malgun Gothic"/>
                <a:cs typeface="Malgun Gothic"/>
              </a:rPr>
              <a:t>처리가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되어야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하는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서비스를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위해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정확히</a:t>
            </a:r>
            <a:r>
              <a:rPr sz="1400" spc="-10" dirty="0">
                <a:latin typeface="Malgun Gothic"/>
                <a:cs typeface="Malgun Gothic"/>
              </a:rPr>
              <a:t> 한번(Exactly-</a:t>
            </a:r>
            <a:r>
              <a:rPr sz="1400" dirty="0">
                <a:latin typeface="Malgun Gothic"/>
                <a:cs typeface="Malgun Gothic"/>
              </a:rPr>
              <a:t>Once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Semantics)를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구현하기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위 </a:t>
            </a:r>
            <a:r>
              <a:rPr sz="1400" dirty="0">
                <a:latin typeface="Malgun Gothic"/>
                <a:cs typeface="Malgun Gothic"/>
              </a:rPr>
              <a:t>해서는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다양한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부분에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대해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설계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고려가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필요합니다.</a:t>
            </a:r>
            <a:endParaRPr sz="1400">
              <a:latin typeface="Malgun Gothic"/>
              <a:cs typeface="Malgun Gothic"/>
            </a:endParaRPr>
          </a:p>
          <a:p>
            <a:pPr marL="12700" marR="135890">
              <a:lnSpc>
                <a:spcPct val="100000"/>
              </a:lnSpc>
              <a:spcBef>
                <a:spcPts val="1685"/>
              </a:spcBef>
            </a:pPr>
            <a:r>
              <a:rPr sz="1400" dirty="0">
                <a:latin typeface="Malgun Gothic"/>
                <a:cs typeface="Malgun Gothic"/>
              </a:rPr>
              <a:t>일반적으로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Kafka의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최소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한번 이상의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전달(At-Least-</a:t>
            </a:r>
            <a:r>
              <a:rPr sz="1400" dirty="0">
                <a:latin typeface="Malgun Gothic"/>
                <a:cs typeface="Malgun Gothic"/>
              </a:rPr>
              <a:t>Once)의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처리를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위해 </a:t>
            </a:r>
            <a:r>
              <a:rPr sz="1400" dirty="0">
                <a:latin typeface="Malgun Gothic"/>
                <a:cs typeface="Malgun Gothic"/>
              </a:rPr>
              <a:t>Consumer에서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중복메시지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처리에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로직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또는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아키텍처를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적용하여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중요</a:t>
            </a:r>
            <a:r>
              <a:rPr sz="1400" spc="-20" dirty="0">
                <a:latin typeface="Malgun Gothic"/>
                <a:cs typeface="Malgun Gothic"/>
              </a:rPr>
              <a:t> 트랜젝션 </a:t>
            </a:r>
            <a:r>
              <a:rPr sz="1400" dirty="0">
                <a:latin typeface="Malgun Gothic"/>
                <a:cs typeface="Malgun Gothic"/>
              </a:rPr>
              <a:t>에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1회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처리를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지원</a:t>
            </a:r>
            <a:r>
              <a:rPr sz="1400" spc="-20" dirty="0">
                <a:latin typeface="Malgun Gothic"/>
                <a:cs typeface="Malgun Gothic"/>
              </a:rPr>
              <a:t> 합니다.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404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314580"/>
            <a:ext cx="18287999" cy="897241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044671" y="757554"/>
            <a:ext cx="557530" cy="557530"/>
          </a:xfrm>
          <a:custGeom>
            <a:avLst/>
            <a:gdLst/>
            <a:ahLst/>
            <a:cxnLst/>
            <a:rect l="l" t="t" r="r" b="b"/>
            <a:pathLst>
              <a:path w="557530" h="557530">
                <a:moveTo>
                  <a:pt x="448945" y="272288"/>
                </a:moveTo>
                <a:lnTo>
                  <a:pt x="406527" y="270002"/>
                </a:lnTo>
                <a:lnTo>
                  <a:pt x="362712" y="269621"/>
                </a:lnTo>
                <a:lnTo>
                  <a:pt x="306844" y="268503"/>
                </a:lnTo>
                <a:lnTo>
                  <a:pt x="288163" y="268351"/>
                </a:lnTo>
                <a:lnTo>
                  <a:pt x="288099" y="249936"/>
                </a:lnTo>
                <a:lnTo>
                  <a:pt x="288061" y="236093"/>
                </a:lnTo>
                <a:lnTo>
                  <a:pt x="288010" y="228473"/>
                </a:lnTo>
                <a:lnTo>
                  <a:pt x="287896" y="220637"/>
                </a:lnTo>
                <a:lnTo>
                  <a:pt x="287782" y="212369"/>
                </a:lnTo>
                <a:lnTo>
                  <a:pt x="287337" y="196342"/>
                </a:lnTo>
                <a:lnTo>
                  <a:pt x="287274" y="193675"/>
                </a:lnTo>
                <a:lnTo>
                  <a:pt x="286727" y="168071"/>
                </a:lnTo>
                <a:lnTo>
                  <a:pt x="286613" y="162433"/>
                </a:lnTo>
                <a:lnTo>
                  <a:pt x="286512" y="157480"/>
                </a:lnTo>
                <a:lnTo>
                  <a:pt x="286435" y="153924"/>
                </a:lnTo>
                <a:lnTo>
                  <a:pt x="286385" y="151257"/>
                </a:lnTo>
                <a:lnTo>
                  <a:pt x="286042" y="143243"/>
                </a:lnTo>
                <a:lnTo>
                  <a:pt x="285927" y="140525"/>
                </a:lnTo>
                <a:lnTo>
                  <a:pt x="285381" y="129857"/>
                </a:lnTo>
                <a:lnTo>
                  <a:pt x="284759" y="119291"/>
                </a:lnTo>
                <a:lnTo>
                  <a:pt x="284099" y="108839"/>
                </a:lnTo>
                <a:lnTo>
                  <a:pt x="272542" y="108839"/>
                </a:lnTo>
                <a:lnTo>
                  <a:pt x="271716" y="118618"/>
                </a:lnTo>
                <a:lnTo>
                  <a:pt x="271665" y="119291"/>
                </a:lnTo>
                <a:lnTo>
                  <a:pt x="271145" y="128333"/>
                </a:lnTo>
                <a:lnTo>
                  <a:pt x="271056" y="129857"/>
                </a:lnTo>
                <a:lnTo>
                  <a:pt x="270624" y="140525"/>
                </a:lnTo>
                <a:lnTo>
                  <a:pt x="270370" y="147764"/>
                </a:lnTo>
                <a:lnTo>
                  <a:pt x="270256" y="151257"/>
                </a:lnTo>
                <a:lnTo>
                  <a:pt x="268986" y="193675"/>
                </a:lnTo>
                <a:lnTo>
                  <a:pt x="268681" y="202425"/>
                </a:lnTo>
                <a:lnTo>
                  <a:pt x="268592" y="207518"/>
                </a:lnTo>
                <a:lnTo>
                  <a:pt x="268478" y="228473"/>
                </a:lnTo>
                <a:lnTo>
                  <a:pt x="265010" y="220637"/>
                </a:lnTo>
                <a:lnTo>
                  <a:pt x="260972" y="211582"/>
                </a:lnTo>
                <a:lnTo>
                  <a:pt x="257886" y="204482"/>
                </a:lnTo>
                <a:lnTo>
                  <a:pt x="254635" y="196342"/>
                </a:lnTo>
                <a:lnTo>
                  <a:pt x="237236" y="157480"/>
                </a:lnTo>
                <a:lnTo>
                  <a:pt x="232625" y="147764"/>
                </a:lnTo>
                <a:lnTo>
                  <a:pt x="223545" y="128333"/>
                </a:lnTo>
                <a:lnTo>
                  <a:pt x="218948" y="118618"/>
                </a:lnTo>
                <a:lnTo>
                  <a:pt x="207772" y="123063"/>
                </a:lnTo>
                <a:lnTo>
                  <a:pt x="211188" y="133159"/>
                </a:lnTo>
                <a:lnTo>
                  <a:pt x="214731" y="143243"/>
                </a:lnTo>
                <a:lnTo>
                  <a:pt x="221996" y="163322"/>
                </a:lnTo>
                <a:lnTo>
                  <a:pt x="237236" y="203073"/>
                </a:lnTo>
                <a:lnTo>
                  <a:pt x="240893" y="212369"/>
                </a:lnTo>
                <a:lnTo>
                  <a:pt x="248158" y="230974"/>
                </a:lnTo>
                <a:lnTo>
                  <a:pt x="250190" y="236093"/>
                </a:lnTo>
                <a:lnTo>
                  <a:pt x="243801" y="229870"/>
                </a:lnTo>
                <a:lnTo>
                  <a:pt x="231038" y="217805"/>
                </a:lnTo>
                <a:lnTo>
                  <a:pt x="194310" y="182499"/>
                </a:lnTo>
                <a:lnTo>
                  <a:pt x="162179" y="153924"/>
                </a:lnTo>
                <a:lnTo>
                  <a:pt x="154178" y="162433"/>
                </a:lnTo>
                <a:lnTo>
                  <a:pt x="182245" y="194183"/>
                </a:lnTo>
                <a:lnTo>
                  <a:pt x="211328" y="224917"/>
                </a:lnTo>
                <a:lnTo>
                  <a:pt x="217398" y="231228"/>
                </a:lnTo>
                <a:lnTo>
                  <a:pt x="229755" y="243636"/>
                </a:lnTo>
                <a:lnTo>
                  <a:pt x="235839" y="249936"/>
                </a:lnTo>
                <a:lnTo>
                  <a:pt x="163576" y="222250"/>
                </a:lnTo>
                <a:lnTo>
                  <a:pt x="153492" y="218706"/>
                </a:lnTo>
                <a:lnTo>
                  <a:pt x="133527" y="211124"/>
                </a:lnTo>
                <a:lnTo>
                  <a:pt x="123317" y="207518"/>
                </a:lnTo>
                <a:lnTo>
                  <a:pt x="118872" y="218706"/>
                </a:lnTo>
                <a:lnTo>
                  <a:pt x="157226" y="236982"/>
                </a:lnTo>
                <a:lnTo>
                  <a:pt x="196596" y="254508"/>
                </a:lnTo>
                <a:lnTo>
                  <a:pt x="204381" y="258064"/>
                </a:lnTo>
                <a:lnTo>
                  <a:pt x="212318" y="261531"/>
                </a:lnTo>
                <a:lnTo>
                  <a:pt x="228727" y="268351"/>
                </a:lnTo>
                <a:lnTo>
                  <a:pt x="219798" y="268503"/>
                </a:lnTo>
                <a:lnTo>
                  <a:pt x="202234" y="269113"/>
                </a:lnTo>
                <a:lnTo>
                  <a:pt x="192201" y="269265"/>
                </a:lnTo>
                <a:lnTo>
                  <a:pt x="151003" y="270002"/>
                </a:lnTo>
                <a:lnTo>
                  <a:pt x="140550" y="270459"/>
                </a:lnTo>
                <a:lnTo>
                  <a:pt x="108585" y="272288"/>
                </a:lnTo>
                <a:lnTo>
                  <a:pt x="108585" y="283972"/>
                </a:lnTo>
                <a:lnTo>
                  <a:pt x="119316" y="284797"/>
                </a:lnTo>
                <a:lnTo>
                  <a:pt x="129984" y="285394"/>
                </a:lnTo>
                <a:lnTo>
                  <a:pt x="193421" y="287528"/>
                </a:lnTo>
                <a:lnTo>
                  <a:pt x="268478" y="288417"/>
                </a:lnTo>
                <a:lnTo>
                  <a:pt x="268528" y="301752"/>
                </a:lnTo>
                <a:lnTo>
                  <a:pt x="268655" y="315658"/>
                </a:lnTo>
                <a:lnTo>
                  <a:pt x="268770" y="325501"/>
                </a:lnTo>
                <a:lnTo>
                  <a:pt x="268871" y="332105"/>
                </a:lnTo>
                <a:lnTo>
                  <a:pt x="268947" y="337566"/>
                </a:lnTo>
                <a:lnTo>
                  <a:pt x="269074" y="345567"/>
                </a:lnTo>
                <a:lnTo>
                  <a:pt x="269201" y="353568"/>
                </a:lnTo>
                <a:lnTo>
                  <a:pt x="269316" y="360680"/>
                </a:lnTo>
                <a:lnTo>
                  <a:pt x="269367" y="363474"/>
                </a:lnTo>
                <a:lnTo>
                  <a:pt x="270675" y="403225"/>
                </a:lnTo>
                <a:lnTo>
                  <a:pt x="271081" y="416420"/>
                </a:lnTo>
                <a:lnTo>
                  <a:pt x="271500" y="427113"/>
                </a:lnTo>
                <a:lnTo>
                  <a:pt x="272084" y="437515"/>
                </a:lnTo>
                <a:lnTo>
                  <a:pt x="272923" y="448310"/>
                </a:lnTo>
                <a:lnTo>
                  <a:pt x="284099" y="448310"/>
                </a:lnTo>
                <a:lnTo>
                  <a:pt x="284759" y="437794"/>
                </a:lnTo>
                <a:lnTo>
                  <a:pt x="285330" y="427888"/>
                </a:lnTo>
                <a:lnTo>
                  <a:pt x="285826" y="418338"/>
                </a:lnTo>
                <a:lnTo>
                  <a:pt x="285927" y="416420"/>
                </a:lnTo>
                <a:lnTo>
                  <a:pt x="286258" y="408800"/>
                </a:lnTo>
                <a:lnTo>
                  <a:pt x="286385" y="405892"/>
                </a:lnTo>
                <a:lnTo>
                  <a:pt x="287274" y="363474"/>
                </a:lnTo>
                <a:lnTo>
                  <a:pt x="287782" y="354596"/>
                </a:lnTo>
                <a:lnTo>
                  <a:pt x="287985" y="347726"/>
                </a:lnTo>
                <a:lnTo>
                  <a:pt x="288099" y="335991"/>
                </a:lnTo>
                <a:lnTo>
                  <a:pt x="288163" y="327660"/>
                </a:lnTo>
                <a:lnTo>
                  <a:pt x="291579" y="335991"/>
                </a:lnTo>
                <a:lnTo>
                  <a:pt x="295135" y="344258"/>
                </a:lnTo>
                <a:lnTo>
                  <a:pt x="302387" y="360680"/>
                </a:lnTo>
                <a:lnTo>
                  <a:pt x="319913" y="399161"/>
                </a:lnTo>
                <a:lnTo>
                  <a:pt x="324446" y="408800"/>
                </a:lnTo>
                <a:lnTo>
                  <a:pt x="328866" y="418338"/>
                </a:lnTo>
                <a:lnTo>
                  <a:pt x="333375" y="427888"/>
                </a:lnTo>
                <a:lnTo>
                  <a:pt x="338201" y="437515"/>
                </a:lnTo>
                <a:lnTo>
                  <a:pt x="348488" y="433578"/>
                </a:lnTo>
                <a:lnTo>
                  <a:pt x="344995" y="423506"/>
                </a:lnTo>
                <a:lnTo>
                  <a:pt x="337629" y="403402"/>
                </a:lnTo>
                <a:lnTo>
                  <a:pt x="334137" y="393319"/>
                </a:lnTo>
                <a:lnTo>
                  <a:pt x="319405" y="353568"/>
                </a:lnTo>
                <a:lnTo>
                  <a:pt x="316064" y="345186"/>
                </a:lnTo>
                <a:lnTo>
                  <a:pt x="312851" y="336981"/>
                </a:lnTo>
                <a:lnTo>
                  <a:pt x="309270" y="327660"/>
                </a:lnTo>
                <a:lnTo>
                  <a:pt x="306451" y="320040"/>
                </a:lnTo>
                <a:lnTo>
                  <a:pt x="312889" y="326428"/>
                </a:lnTo>
                <a:lnTo>
                  <a:pt x="319443" y="332803"/>
                </a:lnTo>
                <a:lnTo>
                  <a:pt x="332740" y="345567"/>
                </a:lnTo>
                <a:lnTo>
                  <a:pt x="364109" y="374650"/>
                </a:lnTo>
                <a:lnTo>
                  <a:pt x="395732" y="403225"/>
                </a:lnTo>
                <a:lnTo>
                  <a:pt x="403352" y="395097"/>
                </a:lnTo>
                <a:lnTo>
                  <a:pt x="375285" y="363474"/>
                </a:lnTo>
                <a:lnTo>
                  <a:pt x="346202" y="332105"/>
                </a:lnTo>
                <a:lnTo>
                  <a:pt x="334505" y="320040"/>
                </a:lnTo>
                <a:lnTo>
                  <a:pt x="327113" y="312445"/>
                </a:lnTo>
                <a:lnTo>
                  <a:pt x="320802" y="305816"/>
                </a:lnTo>
                <a:lnTo>
                  <a:pt x="337502" y="312445"/>
                </a:lnTo>
                <a:lnTo>
                  <a:pt x="345833" y="315658"/>
                </a:lnTo>
                <a:lnTo>
                  <a:pt x="394081" y="333502"/>
                </a:lnTo>
                <a:lnTo>
                  <a:pt x="404101" y="336981"/>
                </a:lnTo>
                <a:lnTo>
                  <a:pt x="424180" y="344258"/>
                </a:lnTo>
                <a:lnTo>
                  <a:pt x="434213" y="347726"/>
                </a:lnTo>
                <a:lnTo>
                  <a:pt x="438277" y="337566"/>
                </a:lnTo>
                <a:lnTo>
                  <a:pt x="399796" y="319151"/>
                </a:lnTo>
                <a:lnTo>
                  <a:pt x="370001" y="305816"/>
                </a:lnTo>
                <a:lnTo>
                  <a:pt x="360934" y="301752"/>
                </a:lnTo>
                <a:lnTo>
                  <a:pt x="328295" y="287528"/>
                </a:lnTo>
                <a:lnTo>
                  <a:pt x="337121" y="287401"/>
                </a:lnTo>
                <a:lnTo>
                  <a:pt x="355053" y="286778"/>
                </a:lnTo>
                <a:lnTo>
                  <a:pt x="403580" y="285813"/>
                </a:lnTo>
                <a:lnTo>
                  <a:pt x="405079" y="285813"/>
                </a:lnTo>
                <a:lnTo>
                  <a:pt x="415086" y="285394"/>
                </a:lnTo>
                <a:lnTo>
                  <a:pt x="415429" y="285394"/>
                </a:lnTo>
                <a:lnTo>
                  <a:pt x="448945" y="283464"/>
                </a:lnTo>
                <a:lnTo>
                  <a:pt x="448945" y="272288"/>
                </a:lnTo>
                <a:close/>
              </a:path>
              <a:path w="557530" h="557530">
                <a:moveTo>
                  <a:pt x="557530" y="278384"/>
                </a:moveTo>
                <a:lnTo>
                  <a:pt x="553897" y="233629"/>
                </a:lnTo>
                <a:lnTo>
                  <a:pt x="543369" y="190766"/>
                </a:lnTo>
                <a:lnTo>
                  <a:pt x="531114" y="161721"/>
                </a:lnTo>
                <a:lnTo>
                  <a:pt x="531114" y="278384"/>
                </a:lnTo>
                <a:lnTo>
                  <a:pt x="527037" y="323507"/>
                </a:lnTo>
                <a:lnTo>
                  <a:pt x="515239" y="366331"/>
                </a:lnTo>
                <a:lnTo>
                  <a:pt x="496557" y="405561"/>
                </a:lnTo>
                <a:lnTo>
                  <a:pt x="471614" y="440804"/>
                </a:lnTo>
                <a:lnTo>
                  <a:pt x="441172" y="471246"/>
                </a:lnTo>
                <a:lnTo>
                  <a:pt x="405930" y="496189"/>
                </a:lnTo>
                <a:lnTo>
                  <a:pt x="366636" y="514896"/>
                </a:lnTo>
                <a:lnTo>
                  <a:pt x="324002" y="526656"/>
                </a:lnTo>
                <a:lnTo>
                  <a:pt x="278765" y="530733"/>
                </a:lnTo>
                <a:lnTo>
                  <a:pt x="233514" y="526656"/>
                </a:lnTo>
                <a:lnTo>
                  <a:pt x="190881" y="514896"/>
                </a:lnTo>
                <a:lnTo>
                  <a:pt x="151587" y="496189"/>
                </a:lnTo>
                <a:lnTo>
                  <a:pt x="116344" y="471246"/>
                </a:lnTo>
                <a:lnTo>
                  <a:pt x="85902" y="440804"/>
                </a:lnTo>
                <a:lnTo>
                  <a:pt x="60960" y="405561"/>
                </a:lnTo>
                <a:lnTo>
                  <a:pt x="42278" y="366331"/>
                </a:lnTo>
                <a:lnTo>
                  <a:pt x="30568" y="323900"/>
                </a:lnTo>
                <a:lnTo>
                  <a:pt x="26441" y="278765"/>
                </a:lnTo>
                <a:lnTo>
                  <a:pt x="26416" y="278384"/>
                </a:lnTo>
                <a:lnTo>
                  <a:pt x="30429" y="233629"/>
                </a:lnTo>
                <a:lnTo>
                  <a:pt x="42113" y="190766"/>
                </a:lnTo>
                <a:lnTo>
                  <a:pt x="60960" y="150990"/>
                </a:lnTo>
                <a:lnTo>
                  <a:pt x="85902" y="115773"/>
                </a:lnTo>
                <a:lnTo>
                  <a:pt x="116344" y="85369"/>
                </a:lnTo>
                <a:lnTo>
                  <a:pt x="151587" y="60477"/>
                </a:lnTo>
                <a:lnTo>
                  <a:pt x="190881" y="41821"/>
                </a:lnTo>
                <a:lnTo>
                  <a:pt x="233514" y="30099"/>
                </a:lnTo>
                <a:lnTo>
                  <a:pt x="278765" y="26035"/>
                </a:lnTo>
                <a:lnTo>
                  <a:pt x="324002" y="30099"/>
                </a:lnTo>
                <a:lnTo>
                  <a:pt x="366636" y="41821"/>
                </a:lnTo>
                <a:lnTo>
                  <a:pt x="405930" y="60477"/>
                </a:lnTo>
                <a:lnTo>
                  <a:pt x="441172" y="85369"/>
                </a:lnTo>
                <a:lnTo>
                  <a:pt x="471614" y="115773"/>
                </a:lnTo>
                <a:lnTo>
                  <a:pt x="496557" y="150990"/>
                </a:lnTo>
                <a:lnTo>
                  <a:pt x="515302" y="190423"/>
                </a:lnTo>
                <a:lnTo>
                  <a:pt x="527024" y="233006"/>
                </a:lnTo>
                <a:lnTo>
                  <a:pt x="531114" y="278384"/>
                </a:lnTo>
                <a:lnTo>
                  <a:pt x="531114" y="161721"/>
                </a:lnTo>
                <a:lnTo>
                  <a:pt x="526567" y="150990"/>
                </a:lnTo>
                <a:lnTo>
                  <a:pt x="526478" y="150787"/>
                </a:lnTo>
                <a:lnTo>
                  <a:pt x="526351" y="150495"/>
                </a:lnTo>
                <a:lnTo>
                  <a:pt x="503656" y="114007"/>
                </a:lnTo>
                <a:lnTo>
                  <a:pt x="475767" y="81572"/>
                </a:lnTo>
                <a:lnTo>
                  <a:pt x="443268" y="53746"/>
                </a:lnTo>
                <a:lnTo>
                  <a:pt x="406869" y="31178"/>
                </a:lnTo>
                <a:lnTo>
                  <a:pt x="366852" y="14249"/>
                </a:lnTo>
                <a:lnTo>
                  <a:pt x="323951" y="3657"/>
                </a:lnTo>
                <a:lnTo>
                  <a:pt x="278765" y="0"/>
                </a:lnTo>
                <a:lnTo>
                  <a:pt x="233616" y="3657"/>
                </a:lnTo>
                <a:lnTo>
                  <a:pt x="190754" y="14249"/>
                </a:lnTo>
                <a:lnTo>
                  <a:pt x="150774" y="31178"/>
                </a:lnTo>
                <a:lnTo>
                  <a:pt x="114249" y="53873"/>
                </a:lnTo>
                <a:lnTo>
                  <a:pt x="81749" y="81762"/>
                </a:lnTo>
                <a:lnTo>
                  <a:pt x="53860" y="114261"/>
                </a:lnTo>
                <a:lnTo>
                  <a:pt x="31165" y="150787"/>
                </a:lnTo>
                <a:lnTo>
                  <a:pt x="14236" y="190766"/>
                </a:lnTo>
                <a:lnTo>
                  <a:pt x="3797" y="233006"/>
                </a:lnTo>
                <a:lnTo>
                  <a:pt x="3746" y="233248"/>
                </a:lnTo>
                <a:lnTo>
                  <a:pt x="3644" y="233629"/>
                </a:lnTo>
                <a:lnTo>
                  <a:pt x="25" y="278384"/>
                </a:lnTo>
                <a:lnTo>
                  <a:pt x="0" y="278765"/>
                </a:lnTo>
                <a:lnTo>
                  <a:pt x="3619" y="323507"/>
                </a:lnTo>
                <a:lnTo>
                  <a:pt x="3644" y="323900"/>
                </a:lnTo>
                <a:lnTo>
                  <a:pt x="14135" y="366331"/>
                </a:lnTo>
                <a:lnTo>
                  <a:pt x="31165" y="406641"/>
                </a:lnTo>
                <a:lnTo>
                  <a:pt x="53860" y="443103"/>
                </a:lnTo>
                <a:lnTo>
                  <a:pt x="81749" y="475526"/>
                </a:lnTo>
                <a:lnTo>
                  <a:pt x="114249" y="503339"/>
                </a:lnTo>
                <a:lnTo>
                  <a:pt x="150774" y="525970"/>
                </a:lnTo>
                <a:lnTo>
                  <a:pt x="190754" y="542836"/>
                </a:lnTo>
                <a:lnTo>
                  <a:pt x="233616" y="553389"/>
                </a:lnTo>
                <a:lnTo>
                  <a:pt x="278765" y="557022"/>
                </a:lnTo>
                <a:lnTo>
                  <a:pt x="323735" y="553389"/>
                </a:lnTo>
                <a:lnTo>
                  <a:pt x="366547" y="542836"/>
                </a:lnTo>
                <a:lnTo>
                  <a:pt x="406488" y="525970"/>
                </a:lnTo>
                <a:lnTo>
                  <a:pt x="443268" y="503174"/>
                </a:lnTo>
                <a:lnTo>
                  <a:pt x="475767" y="475284"/>
                </a:lnTo>
                <a:lnTo>
                  <a:pt x="503656" y="442798"/>
                </a:lnTo>
                <a:lnTo>
                  <a:pt x="526351" y="406285"/>
                </a:lnTo>
                <a:lnTo>
                  <a:pt x="543280" y="366331"/>
                </a:lnTo>
                <a:lnTo>
                  <a:pt x="553770" y="323900"/>
                </a:lnTo>
                <a:lnTo>
                  <a:pt x="553872" y="323507"/>
                </a:lnTo>
                <a:lnTo>
                  <a:pt x="557491" y="278765"/>
                </a:lnTo>
                <a:lnTo>
                  <a:pt x="557530" y="27838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32809" y="3581584"/>
            <a:ext cx="11242040" cy="28308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0055">
              <a:lnSpc>
                <a:spcPct val="114999"/>
              </a:lnSpc>
              <a:spcBef>
                <a:spcPts val="100"/>
              </a:spcBef>
            </a:pPr>
            <a:r>
              <a:rPr sz="8000" i="1" spc="1035" dirty="0">
                <a:solidFill>
                  <a:srgbClr val="FFFFFF"/>
                </a:solidFill>
                <a:latin typeface="Calibri"/>
                <a:cs typeface="Calibri"/>
              </a:rPr>
              <a:t>Confluent</a:t>
            </a:r>
            <a:r>
              <a:rPr sz="8000" i="1" spc="45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0" i="1" spc="1010" dirty="0">
                <a:solidFill>
                  <a:srgbClr val="FFFFFF"/>
                </a:solidFill>
                <a:latin typeface="Calibri"/>
                <a:cs typeface="Calibri"/>
              </a:rPr>
              <a:t>Platform </a:t>
            </a:r>
            <a:r>
              <a:rPr sz="8000" i="1" spc="969" dirty="0">
                <a:solidFill>
                  <a:srgbClr val="FFFFFF"/>
                </a:solidFill>
                <a:latin typeface="Calibri"/>
                <a:cs typeface="Calibri"/>
              </a:rPr>
              <a:t>General</a:t>
            </a:r>
            <a:r>
              <a:rPr sz="8000" i="1" spc="4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8000" i="1" spc="980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endParaRPr sz="8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43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spc="535" dirty="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sz="4400" spc="24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20" dirty="0">
                <a:solidFill>
                  <a:srgbClr val="173360"/>
                </a:solidFill>
                <a:latin typeface="Calibri"/>
                <a:cs typeface="Calibri"/>
              </a:rPr>
              <a:t>Platform</a:t>
            </a:r>
            <a:r>
              <a:rPr sz="4400" spc="25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55" dirty="0">
                <a:solidFill>
                  <a:srgbClr val="173360"/>
                </a:solidFill>
                <a:latin typeface="Calibri"/>
                <a:cs typeface="Calibri"/>
              </a:rPr>
              <a:t>Reference</a:t>
            </a:r>
            <a:r>
              <a:rPr sz="4400" spc="23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20" dirty="0">
                <a:solidFill>
                  <a:srgbClr val="173360"/>
                </a:solidFill>
                <a:latin typeface="Calibri"/>
                <a:cs typeface="Calibri"/>
              </a:rPr>
              <a:t>Architecture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71429" y="9072083"/>
            <a:ext cx="6938645" cy="5359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i="1" u="sng" spc="-3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Confluent</a:t>
            </a:r>
            <a:r>
              <a:rPr sz="950" i="1" u="sng" spc="7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 </a:t>
            </a:r>
            <a:r>
              <a:rPr sz="950" i="1" u="sng" spc="-3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Platform</a:t>
            </a:r>
            <a:r>
              <a:rPr sz="950" i="1" u="sng" spc="25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 </a:t>
            </a:r>
            <a:r>
              <a:rPr sz="950" i="1" u="sng" spc="-3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Reference</a:t>
            </a:r>
            <a:r>
              <a:rPr sz="950" i="1" u="sng" spc="55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 </a:t>
            </a:r>
            <a:r>
              <a:rPr sz="950" i="1" u="sng" spc="-2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Architecture:</a:t>
            </a:r>
            <a:r>
              <a:rPr sz="950" i="1" u="sng" spc="455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 </a:t>
            </a:r>
            <a:r>
              <a:rPr sz="950" i="1" u="sng" spc="-35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https://www.confluent.io/whitepaper/confluent-enterprise-reference-</a:t>
            </a:r>
            <a:r>
              <a:rPr sz="950" i="1" u="sng" spc="-1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Malgun Gothic"/>
                <a:cs typeface="Malgun Gothic"/>
                <a:hlinkClick r:id="rId2"/>
              </a:rPr>
              <a:t>architecture/</a:t>
            </a:r>
            <a:endParaRPr sz="9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950">
              <a:latin typeface="Malgun Gothic"/>
              <a:cs typeface="Malgun Gothic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r>
              <a:rPr sz="1000" spc="-25" dirty="0">
                <a:solidFill>
                  <a:srgbClr val="829393"/>
                </a:solidFill>
                <a:latin typeface="Malgun Gothic"/>
                <a:cs typeface="Malgun Gothic"/>
              </a:rPr>
              <a:t>33</a:t>
            </a:r>
            <a:endParaRPr sz="1000">
              <a:latin typeface="Malgun Gothic"/>
              <a:cs typeface="Malgun Gothic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05484" y="6693661"/>
          <a:ext cx="9450069" cy="2898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26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0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79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4950"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  <a:spcBef>
                          <a:spcPts val="110"/>
                        </a:spcBef>
                      </a:pPr>
                      <a:r>
                        <a:rPr sz="1400" b="1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sz="1400" b="1" spc="-8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Component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  <a:solidFill>
                      <a:srgbClr val="73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  <a:spcBef>
                          <a:spcPts val="110"/>
                        </a:spcBef>
                      </a:pPr>
                      <a:r>
                        <a:rPr sz="1400" b="1" spc="-25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용도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  <a:solidFill>
                      <a:srgbClr val="73D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45"/>
                        </a:lnSpc>
                        <a:spcBef>
                          <a:spcPts val="110"/>
                        </a:spcBef>
                      </a:pPr>
                      <a:r>
                        <a:rPr sz="1400" b="1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제안</a:t>
                      </a:r>
                      <a:r>
                        <a:rPr sz="1400" b="1" spc="-15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수량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3970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  <a:solidFill>
                      <a:srgbClr val="73D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Controller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55"/>
                        </a:spcBef>
                      </a:pP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sz="1400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Metadata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서비스(카프카</a:t>
                      </a:r>
                      <a:r>
                        <a:rPr sz="1400" spc="-4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브로커는</a:t>
                      </a:r>
                      <a:r>
                        <a:rPr sz="1400" spc="-3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정족수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투표를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위해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Controller[이전</a:t>
                      </a:r>
                      <a:r>
                        <a:rPr sz="1400" spc="-4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Zookeeper]에</a:t>
                      </a:r>
                      <a:r>
                        <a:rPr sz="1400" spc="-5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의존</a:t>
                      </a:r>
                      <a:r>
                        <a:rPr sz="1400" spc="-4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합니다.)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9685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3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노드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sz="1400" b="1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Broker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Kafka의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핵심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서비스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노드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(Topic</a:t>
                      </a:r>
                      <a:r>
                        <a:rPr sz="1400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저장</a:t>
                      </a:r>
                      <a:r>
                        <a:rPr sz="1400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Message</a:t>
                      </a:r>
                      <a:r>
                        <a:rPr sz="1400" spc="-3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송/수신</a:t>
                      </a:r>
                      <a:r>
                        <a:rPr sz="1400" spc="-4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서비스)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20320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5</a:t>
                      </a:r>
                      <a:r>
                        <a:rPr sz="1400" b="1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노드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26364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75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sz="1400" b="1" spc="-6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sz="1400" b="1" spc="-4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Center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95580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98700" marR="10160" indent="-2281555">
                        <a:lnSpc>
                          <a:spcPct val="100000"/>
                        </a:lnSpc>
                        <a:spcBef>
                          <a:spcPts val="700"/>
                        </a:spcBef>
                      </a:pP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Web</a:t>
                      </a:r>
                      <a:r>
                        <a:rPr sz="1400" spc="-3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기반의</a:t>
                      </a:r>
                      <a:r>
                        <a:rPr sz="1400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툴(Confluent</a:t>
                      </a:r>
                      <a:r>
                        <a:rPr sz="1400" spc="-4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Platform을</a:t>
                      </a:r>
                      <a:r>
                        <a:rPr sz="1400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위한</a:t>
                      </a:r>
                      <a:r>
                        <a:rPr sz="1400" spc="-3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중앙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집중식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관리,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모니터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링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및</a:t>
                      </a:r>
                      <a:r>
                        <a:rPr sz="1400" spc="-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경고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도구)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88900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40"/>
                        </a:spcBef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1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노드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95580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4950">
                <a:tc>
                  <a:txBody>
                    <a:bodyPr/>
                    <a:lstStyle/>
                    <a:p>
                      <a:pPr marL="635" algn="ctr">
                        <a:lnSpc>
                          <a:spcPts val="1639"/>
                        </a:lnSpc>
                        <a:spcBef>
                          <a:spcPts val="115"/>
                        </a:spcBef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sz="1400" b="1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Registry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639"/>
                        </a:lnSpc>
                        <a:spcBef>
                          <a:spcPts val="115"/>
                        </a:spcBef>
                      </a:pP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관리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서비스(토픽</a:t>
                      </a:r>
                      <a:r>
                        <a:rPr sz="1400" spc="-4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스키마를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위한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리포지터리)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39"/>
                        </a:lnSpc>
                        <a:spcBef>
                          <a:spcPts val="115"/>
                        </a:spcBef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노드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4605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05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508000" marR="501015" indent="139700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sz="1400" b="1" spc="-4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Connect </a:t>
                      </a: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(Connect</a:t>
                      </a:r>
                      <a:r>
                        <a:rPr sz="1400" b="1" spc="-7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Worker)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 marR="36830" indent="127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sz="1400" spc="-3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Connector</a:t>
                      </a:r>
                      <a:r>
                        <a:rPr sz="1400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운영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노드(데이터</a:t>
                      </a:r>
                      <a:r>
                        <a:rPr sz="1400" spc="-4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소스와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싱크를</a:t>
                      </a:r>
                      <a:r>
                        <a:rPr sz="1400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쉽게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통합할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있습니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다.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코드를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작성하는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대신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구성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파일을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사용하여</a:t>
                      </a:r>
                      <a:r>
                        <a:rPr sz="1400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시스템을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통합할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수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있습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니다.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또한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200개가 넘는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커넥터로</a:t>
                      </a:r>
                      <a:r>
                        <a:rPr sz="1400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구성된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라이브러리도</a:t>
                      </a:r>
                      <a:r>
                        <a:rPr sz="1400" spc="-4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늘어나고</a:t>
                      </a:r>
                      <a:r>
                        <a:rPr sz="1400" spc="-3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있습니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다.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가치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창출</a:t>
                      </a:r>
                      <a:r>
                        <a:rPr sz="1400" spc="-1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시간을</a:t>
                      </a:r>
                      <a:r>
                        <a:rPr sz="1400" spc="-2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단축합니다.)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2</a:t>
                      </a:r>
                      <a:r>
                        <a:rPr sz="1400" b="1" spc="-10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b="1" spc="-25" dirty="0">
                          <a:solidFill>
                            <a:srgbClr val="181823"/>
                          </a:solidFill>
                          <a:latin typeface="Malgun Gothic"/>
                          <a:cs typeface="Malgun Gothic"/>
                        </a:rPr>
                        <a:t>노드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147955" marB="0">
                    <a:lnL w="12700">
                      <a:solidFill>
                        <a:srgbClr val="38CCEC"/>
                      </a:solidFill>
                      <a:prstDash val="solid"/>
                    </a:lnL>
                    <a:lnR w="12700">
                      <a:solidFill>
                        <a:srgbClr val="38CCEC"/>
                      </a:solidFill>
                      <a:prstDash val="solid"/>
                    </a:lnR>
                    <a:lnT w="12700">
                      <a:solidFill>
                        <a:srgbClr val="38CCEC"/>
                      </a:solidFill>
                      <a:prstDash val="solid"/>
                    </a:lnT>
                    <a:lnB w="12700">
                      <a:solidFill>
                        <a:srgbClr val="38CCE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5" name="object 5"/>
          <p:cNvGrpSpPr/>
          <p:nvPr/>
        </p:nvGrpSpPr>
        <p:grpSpPr>
          <a:xfrm>
            <a:off x="10602341" y="7421753"/>
            <a:ext cx="6142990" cy="1361440"/>
            <a:chOff x="10602341" y="7421753"/>
            <a:chExt cx="6142990" cy="1361440"/>
          </a:xfrm>
        </p:grpSpPr>
        <p:sp>
          <p:nvSpPr>
            <p:cNvPr id="6" name="object 6"/>
            <p:cNvSpPr/>
            <p:nvPr/>
          </p:nvSpPr>
          <p:spPr>
            <a:xfrm>
              <a:off x="10615041" y="7434453"/>
              <a:ext cx="6117590" cy="1336040"/>
            </a:xfrm>
            <a:custGeom>
              <a:avLst/>
              <a:gdLst/>
              <a:ahLst/>
              <a:cxnLst/>
              <a:rect l="l" t="t" r="r" b="b"/>
              <a:pathLst>
                <a:path w="6117590" h="1336040">
                  <a:moveTo>
                    <a:pt x="5894958" y="0"/>
                  </a:moveTo>
                  <a:lnTo>
                    <a:pt x="222503" y="0"/>
                  </a:lnTo>
                  <a:lnTo>
                    <a:pt x="177647" y="4518"/>
                  </a:lnTo>
                  <a:lnTo>
                    <a:pt x="135874" y="17478"/>
                  </a:lnTo>
                  <a:lnTo>
                    <a:pt x="98077" y="37986"/>
                  </a:lnTo>
                  <a:lnTo>
                    <a:pt x="65150" y="65151"/>
                  </a:lnTo>
                  <a:lnTo>
                    <a:pt x="37986" y="98077"/>
                  </a:lnTo>
                  <a:lnTo>
                    <a:pt x="17478" y="135874"/>
                  </a:lnTo>
                  <a:lnTo>
                    <a:pt x="4518" y="177647"/>
                  </a:lnTo>
                  <a:lnTo>
                    <a:pt x="0" y="222504"/>
                  </a:lnTo>
                  <a:lnTo>
                    <a:pt x="0" y="1112901"/>
                  </a:lnTo>
                  <a:lnTo>
                    <a:pt x="4518" y="1157763"/>
                  </a:lnTo>
                  <a:lnTo>
                    <a:pt x="17478" y="1199550"/>
                  </a:lnTo>
                  <a:lnTo>
                    <a:pt x="37986" y="1237367"/>
                  </a:lnTo>
                  <a:lnTo>
                    <a:pt x="65150" y="1270317"/>
                  </a:lnTo>
                  <a:lnTo>
                    <a:pt x="98077" y="1297504"/>
                  </a:lnTo>
                  <a:lnTo>
                    <a:pt x="135874" y="1318033"/>
                  </a:lnTo>
                  <a:lnTo>
                    <a:pt x="177647" y="1331008"/>
                  </a:lnTo>
                  <a:lnTo>
                    <a:pt x="222503" y="1335532"/>
                  </a:lnTo>
                  <a:lnTo>
                    <a:pt x="5894958" y="1335532"/>
                  </a:lnTo>
                  <a:lnTo>
                    <a:pt x="5939821" y="1331008"/>
                  </a:lnTo>
                  <a:lnTo>
                    <a:pt x="5981608" y="1318033"/>
                  </a:lnTo>
                  <a:lnTo>
                    <a:pt x="6019425" y="1297504"/>
                  </a:lnTo>
                  <a:lnTo>
                    <a:pt x="6052375" y="1270317"/>
                  </a:lnTo>
                  <a:lnTo>
                    <a:pt x="6079562" y="1237367"/>
                  </a:lnTo>
                  <a:lnTo>
                    <a:pt x="6100091" y="1199550"/>
                  </a:lnTo>
                  <a:lnTo>
                    <a:pt x="6113066" y="1157763"/>
                  </a:lnTo>
                  <a:lnTo>
                    <a:pt x="6117589" y="1112901"/>
                  </a:lnTo>
                  <a:lnTo>
                    <a:pt x="6117589" y="222504"/>
                  </a:lnTo>
                  <a:lnTo>
                    <a:pt x="6113066" y="177647"/>
                  </a:lnTo>
                  <a:lnTo>
                    <a:pt x="6100091" y="135874"/>
                  </a:lnTo>
                  <a:lnTo>
                    <a:pt x="6079562" y="98077"/>
                  </a:lnTo>
                  <a:lnTo>
                    <a:pt x="6052375" y="65150"/>
                  </a:lnTo>
                  <a:lnTo>
                    <a:pt x="6019425" y="37986"/>
                  </a:lnTo>
                  <a:lnTo>
                    <a:pt x="5981608" y="17478"/>
                  </a:lnTo>
                  <a:lnTo>
                    <a:pt x="5939821" y="4518"/>
                  </a:lnTo>
                  <a:lnTo>
                    <a:pt x="5894958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15041" y="7434453"/>
              <a:ext cx="6117590" cy="1336040"/>
            </a:xfrm>
            <a:custGeom>
              <a:avLst/>
              <a:gdLst/>
              <a:ahLst/>
              <a:cxnLst/>
              <a:rect l="l" t="t" r="r" b="b"/>
              <a:pathLst>
                <a:path w="6117590" h="1336040">
                  <a:moveTo>
                    <a:pt x="0" y="222504"/>
                  </a:moveTo>
                  <a:lnTo>
                    <a:pt x="4518" y="177647"/>
                  </a:lnTo>
                  <a:lnTo>
                    <a:pt x="17478" y="135874"/>
                  </a:lnTo>
                  <a:lnTo>
                    <a:pt x="37986" y="98077"/>
                  </a:lnTo>
                  <a:lnTo>
                    <a:pt x="65150" y="65151"/>
                  </a:lnTo>
                  <a:lnTo>
                    <a:pt x="98077" y="37986"/>
                  </a:lnTo>
                  <a:lnTo>
                    <a:pt x="135874" y="17478"/>
                  </a:lnTo>
                  <a:lnTo>
                    <a:pt x="177647" y="4518"/>
                  </a:lnTo>
                  <a:lnTo>
                    <a:pt x="222503" y="0"/>
                  </a:lnTo>
                  <a:lnTo>
                    <a:pt x="5894958" y="0"/>
                  </a:lnTo>
                  <a:lnTo>
                    <a:pt x="5939821" y="4518"/>
                  </a:lnTo>
                  <a:lnTo>
                    <a:pt x="5981608" y="17478"/>
                  </a:lnTo>
                  <a:lnTo>
                    <a:pt x="6019425" y="37986"/>
                  </a:lnTo>
                  <a:lnTo>
                    <a:pt x="6052375" y="65150"/>
                  </a:lnTo>
                  <a:lnTo>
                    <a:pt x="6079562" y="98077"/>
                  </a:lnTo>
                  <a:lnTo>
                    <a:pt x="6100091" y="135874"/>
                  </a:lnTo>
                  <a:lnTo>
                    <a:pt x="6113066" y="177647"/>
                  </a:lnTo>
                  <a:lnTo>
                    <a:pt x="6117589" y="222504"/>
                  </a:lnTo>
                  <a:lnTo>
                    <a:pt x="6117589" y="1112901"/>
                  </a:lnTo>
                  <a:lnTo>
                    <a:pt x="6113066" y="1157763"/>
                  </a:lnTo>
                  <a:lnTo>
                    <a:pt x="6100091" y="1199550"/>
                  </a:lnTo>
                  <a:lnTo>
                    <a:pt x="6079562" y="1237367"/>
                  </a:lnTo>
                  <a:lnTo>
                    <a:pt x="6052375" y="1270317"/>
                  </a:lnTo>
                  <a:lnTo>
                    <a:pt x="6019425" y="1297504"/>
                  </a:lnTo>
                  <a:lnTo>
                    <a:pt x="5981608" y="1318033"/>
                  </a:lnTo>
                  <a:lnTo>
                    <a:pt x="5939821" y="1331008"/>
                  </a:lnTo>
                  <a:lnTo>
                    <a:pt x="5894958" y="1335532"/>
                  </a:lnTo>
                  <a:lnTo>
                    <a:pt x="222503" y="1335532"/>
                  </a:lnTo>
                  <a:lnTo>
                    <a:pt x="177647" y="1331008"/>
                  </a:lnTo>
                  <a:lnTo>
                    <a:pt x="135874" y="1318033"/>
                  </a:lnTo>
                  <a:lnTo>
                    <a:pt x="98077" y="1297504"/>
                  </a:lnTo>
                  <a:lnTo>
                    <a:pt x="65150" y="1270317"/>
                  </a:lnTo>
                  <a:lnTo>
                    <a:pt x="37986" y="1237367"/>
                  </a:lnTo>
                  <a:lnTo>
                    <a:pt x="17478" y="1199550"/>
                  </a:lnTo>
                  <a:lnTo>
                    <a:pt x="4518" y="1157763"/>
                  </a:lnTo>
                  <a:lnTo>
                    <a:pt x="0" y="1112901"/>
                  </a:lnTo>
                  <a:lnTo>
                    <a:pt x="0" y="222504"/>
                  </a:lnTo>
                  <a:close/>
                </a:path>
              </a:pathLst>
            </a:custGeom>
            <a:ln w="25400">
              <a:solidFill>
                <a:srgbClr val="5A636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0877169" y="7917942"/>
              <a:ext cx="1707514" cy="661670"/>
            </a:xfrm>
            <a:custGeom>
              <a:avLst/>
              <a:gdLst/>
              <a:ahLst/>
              <a:cxnLst/>
              <a:rect l="l" t="t" r="r" b="b"/>
              <a:pathLst>
                <a:path w="1707515" h="661670">
                  <a:moveTo>
                    <a:pt x="0" y="110235"/>
                  </a:moveTo>
                  <a:lnTo>
                    <a:pt x="8649" y="67347"/>
                  </a:lnTo>
                  <a:lnTo>
                    <a:pt x="32242" y="32305"/>
                  </a:lnTo>
                  <a:lnTo>
                    <a:pt x="67240" y="8669"/>
                  </a:lnTo>
                  <a:lnTo>
                    <a:pt x="110108" y="0"/>
                  </a:lnTo>
                  <a:lnTo>
                    <a:pt x="1596771" y="0"/>
                  </a:lnTo>
                  <a:lnTo>
                    <a:pt x="1639712" y="8669"/>
                  </a:lnTo>
                  <a:lnTo>
                    <a:pt x="1674749" y="32305"/>
                  </a:lnTo>
                  <a:lnTo>
                    <a:pt x="1698355" y="67347"/>
                  </a:lnTo>
                  <a:lnTo>
                    <a:pt x="1707006" y="110235"/>
                  </a:lnTo>
                  <a:lnTo>
                    <a:pt x="1707006" y="551052"/>
                  </a:lnTo>
                  <a:lnTo>
                    <a:pt x="1698355" y="593941"/>
                  </a:lnTo>
                  <a:lnTo>
                    <a:pt x="1674749" y="628983"/>
                  </a:lnTo>
                  <a:lnTo>
                    <a:pt x="1639712" y="652619"/>
                  </a:lnTo>
                  <a:lnTo>
                    <a:pt x="1596771" y="661288"/>
                  </a:lnTo>
                  <a:lnTo>
                    <a:pt x="110108" y="661288"/>
                  </a:lnTo>
                  <a:lnTo>
                    <a:pt x="67240" y="652619"/>
                  </a:lnTo>
                  <a:lnTo>
                    <a:pt x="32242" y="628983"/>
                  </a:lnTo>
                  <a:lnTo>
                    <a:pt x="8649" y="593941"/>
                  </a:lnTo>
                  <a:lnTo>
                    <a:pt x="0" y="551052"/>
                  </a:lnTo>
                  <a:lnTo>
                    <a:pt x="0" y="110235"/>
                  </a:lnTo>
                  <a:close/>
                </a:path>
              </a:pathLst>
            </a:custGeom>
            <a:ln w="2857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759820" y="7528636"/>
            <a:ext cx="16046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solidFill>
                  <a:srgbClr val="221F1F"/>
                </a:solidFill>
                <a:latin typeface="Malgun Gothic"/>
                <a:cs typeface="Malgun Gothic"/>
              </a:rPr>
              <a:t>범례</a:t>
            </a:r>
            <a:endParaRPr sz="1800">
              <a:latin typeface="Malgun Gothic"/>
              <a:cs typeface="Malgun Gothic"/>
            </a:endParaRPr>
          </a:p>
          <a:p>
            <a:pPr marL="765810" marR="5080" indent="-414655">
              <a:lnSpc>
                <a:spcPct val="101299"/>
              </a:lnSpc>
              <a:spcBef>
                <a:spcPts val="1145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Confluent</a:t>
            </a:r>
            <a:r>
              <a:rPr sz="1600" b="1" spc="6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50" dirty="0">
                <a:solidFill>
                  <a:srgbClr val="173360"/>
                </a:solidFill>
                <a:latin typeface="Malgun Gothic"/>
                <a:cs typeface="Malgun Gothic"/>
              </a:rPr>
              <a:t>서 </a:t>
            </a:r>
            <a:r>
              <a:rPr sz="1600" b="1" spc="-25" dirty="0">
                <a:solidFill>
                  <a:srgbClr val="173360"/>
                </a:solidFill>
                <a:latin typeface="Malgun Gothic"/>
                <a:cs typeface="Malgun Gothic"/>
              </a:rPr>
              <a:t>비스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2663551" y="7933435"/>
            <a:ext cx="1551940" cy="661670"/>
          </a:xfrm>
          <a:custGeom>
            <a:avLst/>
            <a:gdLst/>
            <a:ahLst/>
            <a:cxnLst/>
            <a:rect l="l" t="t" r="r" b="b"/>
            <a:pathLst>
              <a:path w="1551940" h="661670">
                <a:moveTo>
                  <a:pt x="0" y="110108"/>
                </a:moveTo>
                <a:lnTo>
                  <a:pt x="8669" y="67240"/>
                </a:lnTo>
                <a:lnTo>
                  <a:pt x="32305" y="32242"/>
                </a:lnTo>
                <a:lnTo>
                  <a:pt x="67347" y="8649"/>
                </a:lnTo>
                <a:lnTo>
                  <a:pt x="110235" y="0"/>
                </a:lnTo>
                <a:lnTo>
                  <a:pt x="1441704" y="0"/>
                </a:lnTo>
                <a:lnTo>
                  <a:pt x="1484592" y="8649"/>
                </a:lnTo>
                <a:lnTo>
                  <a:pt x="1519634" y="32242"/>
                </a:lnTo>
                <a:lnTo>
                  <a:pt x="1543270" y="67240"/>
                </a:lnTo>
                <a:lnTo>
                  <a:pt x="1551939" y="110108"/>
                </a:lnTo>
                <a:lnTo>
                  <a:pt x="1551939" y="550925"/>
                </a:lnTo>
                <a:lnTo>
                  <a:pt x="1543270" y="593814"/>
                </a:lnTo>
                <a:lnTo>
                  <a:pt x="1519634" y="628856"/>
                </a:lnTo>
                <a:lnTo>
                  <a:pt x="1484592" y="652492"/>
                </a:lnTo>
                <a:lnTo>
                  <a:pt x="1441704" y="661161"/>
                </a:lnTo>
                <a:lnTo>
                  <a:pt x="110235" y="661161"/>
                </a:lnTo>
                <a:lnTo>
                  <a:pt x="67347" y="652492"/>
                </a:lnTo>
                <a:lnTo>
                  <a:pt x="32305" y="628856"/>
                </a:lnTo>
                <a:lnTo>
                  <a:pt x="8669" y="593814"/>
                </a:lnTo>
                <a:lnTo>
                  <a:pt x="0" y="550925"/>
                </a:lnTo>
                <a:lnTo>
                  <a:pt x="0" y="110108"/>
                </a:lnTo>
                <a:close/>
              </a:path>
            </a:pathLst>
          </a:custGeom>
          <a:ln w="28575">
            <a:solidFill>
              <a:srgbClr val="0074A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2876021" y="8088630"/>
            <a:ext cx="112903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0074A1"/>
                </a:solidFill>
                <a:latin typeface="Malgun Gothic"/>
                <a:cs typeface="Malgun Gothic"/>
              </a:rPr>
              <a:t>외부</a:t>
            </a:r>
            <a:r>
              <a:rPr sz="1600" b="1" spc="55" dirty="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0074A1"/>
                </a:solidFill>
                <a:latin typeface="Malgun Gothic"/>
                <a:cs typeface="Malgun Gothic"/>
              </a:rPr>
              <a:t>서비스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374114" y="8034908"/>
            <a:ext cx="817244" cy="425450"/>
          </a:xfrm>
          <a:custGeom>
            <a:avLst/>
            <a:gdLst/>
            <a:ahLst/>
            <a:cxnLst/>
            <a:rect l="l" t="t" r="r" b="b"/>
            <a:pathLst>
              <a:path w="817244" h="425450">
                <a:moveTo>
                  <a:pt x="185420" y="254000"/>
                </a:moveTo>
                <a:lnTo>
                  <a:pt x="13970" y="339725"/>
                </a:lnTo>
                <a:lnTo>
                  <a:pt x="185420" y="425450"/>
                </a:lnTo>
                <a:lnTo>
                  <a:pt x="185420" y="254000"/>
                </a:lnTo>
                <a:close/>
              </a:path>
              <a:path w="817244" h="425450">
                <a:moveTo>
                  <a:pt x="373888" y="311150"/>
                </a:moveTo>
                <a:lnTo>
                  <a:pt x="316738" y="311150"/>
                </a:lnTo>
                <a:lnTo>
                  <a:pt x="316738" y="368300"/>
                </a:lnTo>
                <a:lnTo>
                  <a:pt x="373888" y="368300"/>
                </a:lnTo>
                <a:lnTo>
                  <a:pt x="373888" y="311150"/>
                </a:lnTo>
                <a:close/>
              </a:path>
              <a:path w="817244" h="425450">
                <a:moveTo>
                  <a:pt x="602488" y="311150"/>
                </a:moveTo>
                <a:lnTo>
                  <a:pt x="545338" y="311150"/>
                </a:lnTo>
                <a:lnTo>
                  <a:pt x="545338" y="368300"/>
                </a:lnTo>
                <a:lnTo>
                  <a:pt x="602488" y="368300"/>
                </a:lnTo>
                <a:lnTo>
                  <a:pt x="602488" y="311150"/>
                </a:lnTo>
                <a:close/>
              </a:path>
              <a:path w="817244" h="425450">
                <a:moveTo>
                  <a:pt x="802767" y="85725"/>
                </a:moveTo>
                <a:lnTo>
                  <a:pt x="800506" y="74625"/>
                </a:lnTo>
                <a:lnTo>
                  <a:pt x="794385" y="65532"/>
                </a:lnTo>
                <a:lnTo>
                  <a:pt x="785291" y="59410"/>
                </a:lnTo>
                <a:lnTo>
                  <a:pt x="774192" y="57150"/>
                </a:lnTo>
                <a:lnTo>
                  <a:pt x="731266" y="57150"/>
                </a:lnTo>
                <a:lnTo>
                  <a:pt x="171450" y="57150"/>
                </a:lnTo>
                <a:lnTo>
                  <a:pt x="171450" y="0"/>
                </a:ln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731266" y="114300"/>
                </a:lnTo>
                <a:lnTo>
                  <a:pt x="774192" y="114300"/>
                </a:lnTo>
                <a:lnTo>
                  <a:pt x="785291" y="112077"/>
                </a:lnTo>
                <a:lnTo>
                  <a:pt x="794385" y="105968"/>
                </a:lnTo>
                <a:lnTo>
                  <a:pt x="800506" y="96888"/>
                </a:lnTo>
                <a:lnTo>
                  <a:pt x="802767" y="85725"/>
                </a:lnTo>
                <a:close/>
              </a:path>
              <a:path w="817244" h="425450">
                <a:moveTo>
                  <a:pt x="816737" y="339725"/>
                </a:moveTo>
                <a:lnTo>
                  <a:pt x="814476" y="328625"/>
                </a:lnTo>
                <a:lnTo>
                  <a:pt x="808355" y="319532"/>
                </a:lnTo>
                <a:lnTo>
                  <a:pt x="799261" y="313410"/>
                </a:lnTo>
                <a:lnTo>
                  <a:pt x="788162" y="311150"/>
                </a:lnTo>
                <a:lnTo>
                  <a:pt x="773938" y="311150"/>
                </a:lnTo>
                <a:lnTo>
                  <a:pt x="773938" y="325386"/>
                </a:lnTo>
                <a:lnTo>
                  <a:pt x="773938" y="354076"/>
                </a:lnTo>
                <a:lnTo>
                  <a:pt x="759587" y="339725"/>
                </a:lnTo>
                <a:lnTo>
                  <a:pt x="773938" y="325386"/>
                </a:lnTo>
                <a:lnTo>
                  <a:pt x="773938" y="311150"/>
                </a:lnTo>
                <a:lnTo>
                  <a:pt x="745236" y="311150"/>
                </a:lnTo>
                <a:lnTo>
                  <a:pt x="745236" y="368300"/>
                </a:lnTo>
                <a:lnTo>
                  <a:pt x="773938" y="368300"/>
                </a:lnTo>
                <a:lnTo>
                  <a:pt x="788162" y="368300"/>
                </a:lnTo>
                <a:lnTo>
                  <a:pt x="799261" y="366077"/>
                </a:lnTo>
                <a:lnTo>
                  <a:pt x="808355" y="359968"/>
                </a:lnTo>
                <a:lnTo>
                  <a:pt x="814476" y="350888"/>
                </a:lnTo>
                <a:lnTo>
                  <a:pt x="816737" y="339725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173960" y="7995919"/>
            <a:ext cx="1250950" cy="522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:</a:t>
            </a:r>
            <a:r>
              <a:rPr sz="1600" b="1" spc="-2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필수</a:t>
            </a:r>
            <a:r>
              <a:rPr sz="1600" b="1" spc="-1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173360"/>
                </a:solidFill>
                <a:latin typeface="Malgun Gothic"/>
                <a:cs typeface="Malgun Gothic"/>
              </a:rPr>
              <a:t>연결</a:t>
            </a:r>
            <a:endParaRPr sz="1600">
              <a:latin typeface="Malgun Gothic"/>
              <a:cs typeface="Malgun Gothic"/>
            </a:endParaRPr>
          </a:p>
          <a:p>
            <a:pPr marL="26670">
              <a:lnSpc>
                <a:spcPct val="100000"/>
              </a:lnSpc>
              <a:spcBef>
                <a:spcPts val="80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:</a:t>
            </a:r>
            <a:r>
              <a:rPr sz="1600" b="1" spc="-3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선택형</a:t>
            </a:r>
            <a:r>
              <a:rPr sz="1600" b="1" spc="-2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173360"/>
                </a:solidFill>
                <a:latin typeface="Malgun Gothic"/>
                <a:cs typeface="Malgun Gothic"/>
              </a:rPr>
              <a:t>연결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953694" y="1835721"/>
            <a:ext cx="3347085" cy="1075055"/>
            <a:chOff x="6953694" y="1835721"/>
            <a:chExt cx="3347085" cy="1075055"/>
          </a:xfrm>
        </p:grpSpPr>
        <p:sp>
          <p:nvSpPr>
            <p:cNvPr id="15" name="object 15"/>
            <p:cNvSpPr/>
            <p:nvPr/>
          </p:nvSpPr>
          <p:spPr>
            <a:xfrm>
              <a:off x="6967981" y="1850008"/>
              <a:ext cx="3318510" cy="1046480"/>
            </a:xfrm>
            <a:custGeom>
              <a:avLst/>
              <a:gdLst/>
              <a:ahLst/>
              <a:cxnLst/>
              <a:rect l="l" t="t" r="r" b="b"/>
              <a:pathLst>
                <a:path w="3318509" h="1046480">
                  <a:moveTo>
                    <a:pt x="0" y="174371"/>
                  </a:moveTo>
                  <a:lnTo>
                    <a:pt x="6231" y="128028"/>
                  </a:lnTo>
                  <a:lnTo>
                    <a:pt x="23814" y="86378"/>
                  </a:lnTo>
                  <a:lnTo>
                    <a:pt x="51085" y="51085"/>
                  </a:lnTo>
                  <a:lnTo>
                    <a:pt x="86378" y="23814"/>
                  </a:lnTo>
                  <a:lnTo>
                    <a:pt x="128028" y="6231"/>
                  </a:lnTo>
                  <a:lnTo>
                    <a:pt x="174371" y="0"/>
                  </a:lnTo>
                  <a:lnTo>
                    <a:pt x="3144012" y="0"/>
                  </a:lnTo>
                  <a:lnTo>
                    <a:pt x="3190354" y="6231"/>
                  </a:lnTo>
                  <a:lnTo>
                    <a:pt x="3232004" y="23814"/>
                  </a:lnTo>
                  <a:lnTo>
                    <a:pt x="3267297" y="51085"/>
                  </a:lnTo>
                  <a:lnTo>
                    <a:pt x="3294568" y="86378"/>
                  </a:lnTo>
                  <a:lnTo>
                    <a:pt x="3312151" y="128028"/>
                  </a:lnTo>
                  <a:lnTo>
                    <a:pt x="3318383" y="174371"/>
                  </a:lnTo>
                  <a:lnTo>
                    <a:pt x="3318383" y="871855"/>
                  </a:lnTo>
                  <a:lnTo>
                    <a:pt x="3312151" y="918197"/>
                  </a:lnTo>
                  <a:lnTo>
                    <a:pt x="3294568" y="959847"/>
                  </a:lnTo>
                  <a:lnTo>
                    <a:pt x="3267297" y="995140"/>
                  </a:lnTo>
                  <a:lnTo>
                    <a:pt x="3232004" y="1022411"/>
                  </a:lnTo>
                  <a:lnTo>
                    <a:pt x="3190354" y="1039994"/>
                  </a:lnTo>
                  <a:lnTo>
                    <a:pt x="3144012" y="1046226"/>
                  </a:lnTo>
                  <a:lnTo>
                    <a:pt x="174371" y="1046226"/>
                  </a:lnTo>
                  <a:lnTo>
                    <a:pt x="128028" y="1039994"/>
                  </a:lnTo>
                  <a:lnTo>
                    <a:pt x="86378" y="1022411"/>
                  </a:lnTo>
                  <a:lnTo>
                    <a:pt x="51085" y="995140"/>
                  </a:lnTo>
                  <a:lnTo>
                    <a:pt x="23814" y="959847"/>
                  </a:lnTo>
                  <a:lnTo>
                    <a:pt x="6231" y="918197"/>
                  </a:lnTo>
                  <a:lnTo>
                    <a:pt x="0" y="871855"/>
                  </a:lnTo>
                  <a:lnTo>
                    <a:pt x="0" y="174371"/>
                  </a:lnTo>
                  <a:close/>
                </a:path>
              </a:pathLst>
            </a:custGeom>
            <a:ln w="2857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145273" y="2295651"/>
              <a:ext cx="1411605" cy="433070"/>
            </a:xfrm>
            <a:custGeom>
              <a:avLst/>
              <a:gdLst/>
              <a:ahLst/>
              <a:cxnLst/>
              <a:rect l="l" t="t" r="r" b="b"/>
              <a:pathLst>
                <a:path w="1411604" h="433069">
                  <a:moveTo>
                    <a:pt x="1339087" y="0"/>
                  </a:moveTo>
                  <a:lnTo>
                    <a:pt x="72135" y="0"/>
                  </a:lnTo>
                  <a:lnTo>
                    <a:pt x="44041" y="5681"/>
                  </a:lnTo>
                  <a:lnTo>
                    <a:pt x="21113" y="21161"/>
                  </a:lnTo>
                  <a:lnTo>
                    <a:pt x="5663" y="44094"/>
                  </a:lnTo>
                  <a:lnTo>
                    <a:pt x="0" y="72136"/>
                  </a:lnTo>
                  <a:lnTo>
                    <a:pt x="0" y="360806"/>
                  </a:lnTo>
                  <a:lnTo>
                    <a:pt x="5663" y="388848"/>
                  </a:lnTo>
                  <a:lnTo>
                    <a:pt x="21113" y="411781"/>
                  </a:lnTo>
                  <a:lnTo>
                    <a:pt x="44041" y="427261"/>
                  </a:lnTo>
                  <a:lnTo>
                    <a:pt x="72135" y="432943"/>
                  </a:lnTo>
                  <a:lnTo>
                    <a:pt x="1339087" y="432943"/>
                  </a:lnTo>
                  <a:lnTo>
                    <a:pt x="1367182" y="427261"/>
                  </a:lnTo>
                  <a:lnTo>
                    <a:pt x="1390110" y="411781"/>
                  </a:lnTo>
                  <a:lnTo>
                    <a:pt x="1405560" y="388848"/>
                  </a:lnTo>
                  <a:lnTo>
                    <a:pt x="1411224" y="360806"/>
                  </a:lnTo>
                  <a:lnTo>
                    <a:pt x="1411224" y="72136"/>
                  </a:lnTo>
                  <a:lnTo>
                    <a:pt x="1405560" y="44094"/>
                  </a:lnTo>
                  <a:lnTo>
                    <a:pt x="1390110" y="21161"/>
                  </a:lnTo>
                  <a:lnTo>
                    <a:pt x="1367182" y="5681"/>
                  </a:lnTo>
                  <a:lnTo>
                    <a:pt x="1339087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145273" y="2295651"/>
              <a:ext cx="1411605" cy="433070"/>
            </a:xfrm>
            <a:custGeom>
              <a:avLst/>
              <a:gdLst/>
              <a:ahLst/>
              <a:cxnLst/>
              <a:rect l="l" t="t" r="r" b="b"/>
              <a:pathLst>
                <a:path w="1411604" h="433069">
                  <a:moveTo>
                    <a:pt x="0" y="72136"/>
                  </a:moveTo>
                  <a:lnTo>
                    <a:pt x="5663" y="44094"/>
                  </a:lnTo>
                  <a:lnTo>
                    <a:pt x="21113" y="21161"/>
                  </a:lnTo>
                  <a:lnTo>
                    <a:pt x="44041" y="5681"/>
                  </a:lnTo>
                  <a:lnTo>
                    <a:pt x="72135" y="0"/>
                  </a:lnTo>
                  <a:lnTo>
                    <a:pt x="1339087" y="0"/>
                  </a:lnTo>
                  <a:lnTo>
                    <a:pt x="1367182" y="5681"/>
                  </a:lnTo>
                  <a:lnTo>
                    <a:pt x="1390110" y="21161"/>
                  </a:lnTo>
                  <a:lnTo>
                    <a:pt x="1405560" y="44094"/>
                  </a:lnTo>
                  <a:lnTo>
                    <a:pt x="1411224" y="72136"/>
                  </a:lnTo>
                  <a:lnTo>
                    <a:pt x="1411224" y="360806"/>
                  </a:lnTo>
                  <a:lnTo>
                    <a:pt x="1405560" y="388848"/>
                  </a:lnTo>
                  <a:lnTo>
                    <a:pt x="1390110" y="411781"/>
                  </a:lnTo>
                  <a:lnTo>
                    <a:pt x="1367182" y="427261"/>
                  </a:lnTo>
                  <a:lnTo>
                    <a:pt x="1339087" y="432943"/>
                  </a:lnTo>
                  <a:lnTo>
                    <a:pt x="72135" y="432943"/>
                  </a:lnTo>
                  <a:lnTo>
                    <a:pt x="44041" y="427261"/>
                  </a:lnTo>
                  <a:lnTo>
                    <a:pt x="21113" y="411781"/>
                  </a:lnTo>
                  <a:lnTo>
                    <a:pt x="5663" y="388848"/>
                  </a:lnTo>
                  <a:lnTo>
                    <a:pt x="0" y="360806"/>
                  </a:lnTo>
                  <a:lnTo>
                    <a:pt x="0" y="72136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708897" y="2295651"/>
              <a:ext cx="1411605" cy="433070"/>
            </a:xfrm>
            <a:custGeom>
              <a:avLst/>
              <a:gdLst/>
              <a:ahLst/>
              <a:cxnLst/>
              <a:rect l="l" t="t" r="r" b="b"/>
              <a:pathLst>
                <a:path w="1411604" h="433069">
                  <a:moveTo>
                    <a:pt x="1339087" y="0"/>
                  </a:moveTo>
                  <a:lnTo>
                    <a:pt x="72135" y="0"/>
                  </a:lnTo>
                  <a:lnTo>
                    <a:pt x="44041" y="5681"/>
                  </a:lnTo>
                  <a:lnTo>
                    <a:pt x="21113" y="21161"/>
                  </a:lnTo>
                  <a:lnTo>
                    <a:pt x="5663" y="44094"/>
                  </a:lnTo>
                  <a:lnTo>
                    <a:pt x="0" y="72136"/>
                  </a:lnTo>
                  <a:lnTo>
                    <a:pt x="0" y="360806"/>
                  </a:lnTo>
                  <a:lnTo>
                    <a:pt x="5663" y="388848"/>
                  </a:lnTo>
                  <a:lnTo>
                    <a:pt x="21113" y="411781"/>
                  </a:lnTo>
                  <a:lnTo>
                    <a:pt x="44041" y="427261"/>
                  </a:lnTo>
                  <a:lnTo>
                    <a:pt x="72135" y="432943"/>
                  </a:lnTo>
                  <a:lnTo>
                    <a:pt x="1339087" y="432943"/>
                  </a:lnTo>
                  <a:lnTo>
                    <a:pt x="1367202" y="427261"/>
                  </a:lnTo>
                  <a:lnTo>
                    <a:pt x="1390173" y="411781"/>
                  </a:lnTo>
                  <a:lnTo>
                    <a:pt x="1405667" y="388848"/>
                  </a:lnTo>
                  <a:lnTo>
                    <a:pt x="1411351" y="360806"/>
                  </a:lnTo>
                  <a:lnTo>
                    <a:pt x="1411351" y="72136"/>
                  </a:lnTo>
                  <a:lnTo>
                    <a:pt x="1405667" y="44094"/>
                  </a:lnTo>
                  <a:lnTo>
                    <a:pt x="1390173" y="21161"/>
                  </a:lnTo>
                  <a:lnTo>
                    <a:pt x="1367202" y="5681"/>
                  </a:lnTo>
                  <a:lnTo>
                    <a:pt x="1339087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708897" y="2295651"/>
              <a:ext cx="1411605" cy="433070"/>
            </a:xfrm>
            <a:custGeom>
              <a:avLst/>
              <a:gdLst/>
              <a:ahLst/>
              <a:cxnLst/>
              <a:rect l="l" t="t" r="r" b="b"/>
              <a:pathLst>
                <a:path w="1411604" h="433069">
                  <a:moveTo>
                    <a:pt x="0" y="72136"/>
                  </a:moveTo>
                  <a:lnTo>
                    <a:pt x="5663" y="44094"/>
                  </a:lnTo>
                  <a:lnTo>
                    <a:pt x="21113" y="21161"/>
                  </a:lnTo>
                  <a:lnTo>
                    <a:pt x="44041" y="5681"/>
                  </a:lnTo>
                  <a:lnTo>
                    <a:pt x="72135" y="0"/>
                  </a:lnTo>
                  <a:lnTo>
                    <a:pt x="1339087" y="0"/>
                  </a:lnTo>
                  <a:lnTo>
                    <a:pt x="1367202" y="5681"/>
                  </a:lnTo>
                  <a:lnTo>
                    <a:pt x="1390173" y="21161"/>
                  </a:lnTo>
                  <a:lnTo>
                    <a:pt x="1405667" y="44094"/>
                  </a:lnTo>
                  <a:lnTo>
                    <a:pt x="1411351" y="72136"/>
                  </a:lnTo>
                  <a:lnTo>
                    <a:pt x="1411351" y="360806"/>
                  </a:lnTo>
                  <a:lnTo>
                    <a:pt x="1405667" y="388848"/>
                  </a:lnTo>
                  <a:lnTo>
                    <a:pt x="1390173" y="411781"/>
                  </a:lnTo>
                  <a:lnTo>
                    <a:pt x="1367202" y="427261"/>
                  </a:lnTo>
                  <a:lnTo>
                    <a:pt x="1339087" y="432943"/>
                  </a:lnTo>
                  <a:lnTo>
                    <a:pt x="72135" y="432943"/>
                  </a:lnTo>
                  <a:lnTo>
                    <a:pt x="44041" y="427261"/>
                  </a:lnTo>
                  <a:lnTo>
                    <a:pt x="21113" y="411781"/>
                  </a:lnTo>
                  <a:lnTo>
                    <a:pt x="5663" y="388848"/>
                  </a:lnTo>
                  <a:lnTo>
                    <a:pt x="0" y="360806"/>
                  </a:lnTo>
                  <a:lnTo>
                    <a:pt x="0" y="72136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7511922" y="1959991"/>
            <a:ext cx="2334260" cy="6858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01625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Schema</a:t>
            </a:r>
            <a:r>
              <a:rPr sz="1600" b="1" spc="6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173360"/>
                </a:solidFill>
                <a:latin typeface="Malgun Gothic"/>
                <a:cs typeface="Malgun Gothic"/>
              </a:rPr>
              <a:t>Registry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330"/>
              </a:spcBef>
              <a:tabLst>
                <a:tab pos="1485900" algn="l"/>
              </a:tabLst>
            </a:pP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Leader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Follower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9926383" y="1655254"/>
            <a:ext cx="510540" cy="471805"/>
            <a:chOff x="9926383" y="1655254"/>
            <a:chExt cx="510540" cy="471805"/>
          </a:xfrm>
        </p:grpSpPr>
        <p:sp>
          <p:nvSpPr>
            <p:cNvPr id="22" name="object 22"/>
            <p:cNvSpPr/>
            <p:nvPr/>
          </p:nvSpPr>
          <p:spPr>
            <a:xfrm>
              <a:off x="9931145" y="1660017"/>
              <a:ext cx="501015" cy="462280"/>
            </a:xfrm>
            <a:custGeom>
              <a:avLst/>
              <a:gdLst/>
              <a:ahLst/>
              <a:cxnLst/>
              <a:rect l="l" t="t" r="r" b="b"/>
              <a:pathLst>
                <a:path w="501015" h="462280">
                  <a:moveTo>
                    <a:pt x="250189" y="0"/>
                  </a:moveTo>
                  <a:lnTo>
                    <a:pt x="199768" y="4691"/>
                  </a:lnTo>
                  <a:lnTo>
                    <a:pt x="152804" y="18147"/>
                  </a:lnTo>
                  <a:lnTo>
                    <a:pt x="110306" y="39440"/>
                  </a:lnTo>
                  <a:lnTo>
                    <a:pt x="73278" y="67643"/>
                  </a:lnTo>
                  <a:lnTo>
                    <a:pt x="42728" y="101829"/>
                  </a:lnTo>
                  <a:lnTo>
                    <a:pt x="19661" y="141071"/>
                  </a:lnTo>
                  <a:lnTo>
                    <a:pt x="5082" y="184441"/>
                  </a:lnTo>
                  <a:lnTo>
                    <a:pt x="0" y="231012"/>
                  </a:lnTo>
                  <a:lnTo>
                    <a:pt x="5082" y="277584"/>
                  </a:lnTo>
                  <a:lnTo>
                    <a:pt x="19661" y="320954"/>
                  </a:lnTo>
                  <a:lnTo>
                    <a:pt x="42728" y="360196"/>
                  </a:lnTo>
                  <a:lnTo>
                    <a:pt x="73278" y="394382"/>
                  </a:lnTo>
                  <a:lnTo>
                    <a:pt x="110306" y="422585"/>
                  </a:lnTo>
                  <a:lnTo>
                    <a:pt x="152804" y="443878"/>
                  </a:lnTo>
                  <a:lnTo>
                    <a:pt x="199768" y="457334"/>
                  </a:lnTo>
                  <a:lnTo>
                    <a:pt x="250189" y="462025"/>
                  </a:lnTo>
                  <a:lnTo>
                    <a:pt x="300653" y="457334"/>
                  </a:lnTo>
                  <a:lnTo>
                    <a:pt x="347648" y="443878"/>
                  </a:lnTo>
                  <a:lnTo>
                    <a:pt x="390169" y="422585"/>
                  </a:lnTo>
                  <a:lnTo>
                    <a:pt x="427212" y="394382"/>
                  </a:lnTo>
                  <a:lnTo>
                    <a:pt x="457771" y="360196"/>
                  </a:lnTo>
                  <a:lnTo>
                    <a:pt x="480843" y="320954"/>
                  </a:lnTo>
                  <a:lnTo>
                    <a:pt x="495423" y="277584"/>
                  </a:lnTo>
                  <a:lnTo>
                    <a:pt x="500506" y="231012"/>
                  </a:lnTo>
                  <a:lnTo>
                    <a:pt x="495423" y="184441"/>
                  </a:lnTo>
                  <a:lnTo>
                    <a:pt x="480843" y="141071"/>
                  </a:lnTo>
                  <a:lnTo>
                    <a:pt x="457771" y="101829"/>
                  </a:lnTo>
                  <a:lnTo>
                    <a:pt x="427212" y="67643"/>
                  </a:lnTo>
                  <a:lnTo>
                    <a:pt x="390169" y="39440"/>
                  </a:lnTo>
                  <a:lnTo>
                    <a:pt x="347648" y="18147"/>
                  </a:lnTo>
                  <a:lnTo>
                    <a:pt x="300653" y="4691"/>
                  </a:lnTo>
                  <a:lnTo>
                    <a:pt x="25018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9931145" y="1660017"/>
              <a:ext cx="501015" cy="462280"/>
            </a:xfrm>
            <a:custGeom>
              <a:avLst/>
              <a:gdLst/>
              <a:ahLst/>
              <a:cxnLst/>
              <a:rect l="l" t="t" r="r" b="b"/>
              <a:pathLst>
                <a:path w="501015" h="462280">
                  <a:moveTo>
                    <a:pt x="0" y="231012"/>
                  </a:moveTo>
                  <a:lnTo>
                    <a:pt x="5082" y="184441"/>
                  </a:lnTo>
                  <a:lnTo>
                    <a:pt x="19661" y="141071"/>
                  </a:lnTo>
                  <a:lnTo>
                    <a:pt x="42728" y="101829"/>
                  </a:lnTo>
                  <a:lnTo>
                    <a:pt x="73278" y="67643"/>
                  </a:lnTo>
                  <a:lnTo>
                    <a:pt x="110306" y="39440"/>
                  </a:lnTo>
                  <a:lnTo>
                    <a:pt x="152804" y="18147"/>
                  </a:lnTo>
                  <a:lnTo>
                    <a:pt x="199768" y="4691"/>
                  </a:lnTo>
                  <a:lnTo>
                    <a:pt x="250189" y="0"/>
                  </a:lnTo>
                  <a:lnTo>
                    <a:pt x="300653" y="4691"/>
                  </a:lnTo>
                  <a:lnTo>
                    <a:pt x="347648" y="18147"/>
                  </a:lnTo>
                  <a:lnTo>
                    <a:pt x="390169" y="39440"/>
                  </a:lnTo>
                  <a:lnTo>
                    <a:pt x="427212" y="67643"/>
                  </a:lnTo>
                  <a:lnTo>
                    <a:pt x="457771" y="101829"/>
                  </a:lnTo>
                  <a:lnTo>
                    <a:pt x="480843" y="141071"/>
                  </a:lnTo>
                  <a:lnTo>
                    <a:pt x="495423" y="184441"/>
                  </a:lnTo>
                  <a:lnTo>
                    <a:pt x="500506" y="231012"/>
                  </a:lnTo>
                  <a:lnTo>
                    <a:pt x="495423" y="277584"/>
                  </a:lnTo>
                  <a:lnTo>
                    <a:pt x="480843" y="320954"/>
                  </a:lnTo>
                  <a:lnTo>
                    <a:pt x="457771" y="360196"/>
                  </a:lnTo>
                  <a:lnTo>
                    <a:pt x="427212" y="394382"/>
                  </a:lnTo>
                  <a:lnTo>
                    <a:pt x="390169" y="422585"/>
                  </a:lnTo>
                  <a:lnTo>
                    <a:pt x="347648" y="443878"/>
                  </a:lnTo>
                  <a:lnTo>
                    <a:pt x="300653" y="457334"/>
                  </a:lnTo>
                  <a:lnTo>
                    <a:pt x="250189" y="462025"/>
                  </a:lnTo>
                  <a:lnTo>
                    <a:pt x="199768" y="457334"/>
                  </a:lnTo>
                  <a:lnTo>
                    <a:pt x="152804" y="443878"/>
                  </a:lnTo>
                  <a:lnTo>
                    <a:pt x="110306" y="422585"/>
                  </a:lnTo>
                  <a:lnTo>
                    <a:pt x="73278" y="394382"/>
                  </a:lnTo>
                  <a:lnTo>
                    <a:pt x="42728" y="360196"/>
                  </a:lnTo>
                  <a:lnTo>
                    <a:pt x="19661" y="320954"/>
                  </a:lnTo>
                  <a:lnTo>
                    <a:pt x="5082" y="277584"/>
                  </a:lnTo>
                  <a:lnTo>
                    <a:pt x="0" y="23101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0082910" y="1683511"/>
            <a:ext cx="198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2363957" y="3752469"/>
            <a:ext cx="2957830" cy="1046480"/>
          </a:xfrm>
          <a:custGeom>
            <a:avLst/>
            <a:gdLst/>
            <a:ahLst/>
            <a:cxnLst/>
            <a:rect l="l" t="t" r="r" b="b"/>
            <a:pathLst>
              <a:path w="2957830" h="1046479">
                <a:moveTo>
                  <a:pt x="0" y="174370"/>
                </a:moveTo>
                <a:lnTo>
                  <a:pt x="6231" y="127984"/>
                </a:lnTo>
                <a:lnTo>
                  <a:pt x="23814" y="86322"/>
                </a:lnTo>
                <a:lnTo>
                  <a:pt x="51085" y="51038"/>
                </a:lnTo>
                <a:lnTo>
                  <a:pt x="86378" y="23786"/>
                </a:lnTo>
                <a:lnTo>
                  <a:pt x="128028" y="6222"/>
                </a:lnTo>
                <a:lnTo>
                  <a:pt x="174371" y="0"/>
                </a:lnTo>
                <a:lnTo>
                  <a:pt x="2783332" y="0"/>
                </a:lnTo>
                <a:lnTo>
                  <a:pt x="2829674" y="6222"/>
                </a:lnTo>
                <a:lnTo>
                  <a:pt x="2871324" y="23786"/>
                </a:lnTo>
                <a:lnTo>
                  <a:pt x="2906617" y="51038"/>
                </a:lnTo>
                <a:lnTo>
                  <a:pt x="2933888" y="86322"/>
                </a:lnTo>
                <a:lnTo>
                  <a:pt x="2951471" y="127984"/>
                </a:lnTo>
                <a:lnTo>
                  <a:pt x="2957703" y="174370"/>
                </a:lnTo>
                <a:lnTo>
                  <a:pt x="2957703" y="871727"/>
                </a:lnTo>
                <a:lnTo>
                  <a:pt x="2951471" y="918114"/>
                </a:lnTo>
                <a:lnTo>
                  <a:pt x="2933888" y="959776"/>
                </a:lnTo>
                <a:lnTo>
                  <a:pt x="2906617" y="995060"/>
                </a:lnTo>
                <a:lnTo>
                  <a:pt x="2871324" y="1022312"/>
                </a:lnTo>
                <a:lnTo>
                  <a:pt x="2829674" y="1039876"/>
                </a:lnTo>
                <a:lnTo>
                  <a:pt x="2783332" y="1046098"/>
                </a:lnTo>
                <a:lnTo>
                  <a:pt x="174371" y="1046098"/>
                </a:lnTo>
                <a:lnTo>
                  <a:pt x="128028" y="1039876"/>
                </a:lnTo>
                <a:lnTo>
                  <a:pt x="86378" y="1022312"/>
                </a:lnTo>
                <a:lnTo>
                  <a:pt x="51085" y="995060"/>
                </a:lnTo>
                <a:lnTo>
                  <a:pt x="23814" y="959776"/>
                </a:lnTo>
                <a:lnTo>
                  <a:pt x="6231" y="918114"/>
                </a:lnTo>
                <a:lnTo>
                  <a:pt x="0" y="871727"/>
                </a:lnTo>
                <a:lnTo>
                  <a:pt x="0" y="174370"/>
                </a:lnTo>
                <a:close/>
              </a:path>
            </a:pathLst>
          </a:custGeom>
          <a:ln w="28575">
            <a:solidFill>
              <a:srgbClr val="00838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13271754" y="3862577"/>
            <a:ext cx="114427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0074A1"/>
                </a:solidFill>
                <a:latin typeface="Malgun Gothic"/>
                <a:cs typeface="Malgun Gothic"/>
              </a:rPr>
              <a:t>Application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12472669" y="4209796"/>
            <a:ext cx="737870" cy="364490"/>
            <a:chOff x="12472669" y="4209796"/>
            <a:chExt cx="737870" cy="364490"/>
          </a:xfrm>
        </p:grpSpPr>
        <p:sp>
          <p:nvSpPr>
            <p:cNvPr id="28" name="object 28"/>
            <p:cNvSpPr/>
            <p:nvPr/>
          </p:nvSpPr>
          <p:spPr>
            <a:xfrm>
              <a:off x="12485369" y="4222496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655574" y="0"/>
                  </a:moveTo>
                  <a:lnTo>
                    <a:pt x="56514" y="0"/>
                  </a:lnTo>
                  <a:lnTo>
                    <a:pt x="34504" y="4437"/>
                  </a:lnTo>
                  <a:lnTo>
                    <a:pt x="16541" y="16541"/>
                  </a:lnTo>
                  <a:lnTo>
                    <a:pt x="4437" y="34504"/>
                  </a:lnTo>
                  <a:lnTo>
                    <a:pt x="0" y="56514"/>
                  </a:lnTo>
                  <a:lnTo>
                    <a:pt x="0" y="282193"/>
                  </a:lnTo>
                  <a:lnTo>
                    <a:pt x="4437" y="304204"/>
                  </a:lnTo>
                  <a:lnTo>
                    <a:pt x="16541" y="322167"/>
                  </a:lnTo>
                  <a:lnTo>
                    <a:pt x="34504" y="334271"/>
                  </a:lnTo>
                  <a:lnTo>
                    <a:pt x="56514" y="338708"/>
                  </a:lnTo>
                  <a:lnTo>
                    <a:pt x="655574" y="338708"/>
                  </a:lnTo>
                  <a:lnTo>
                    <a:pt x="677511" y="334271"/>
                  </a:lnTo>
                  <a:lnTo>
                    <a:pt x="695436" y="322167"/>
                  </a:lnTo>
                  <a:lnTo>
                    <a:pt x="707526" y="304204"/>
                  </a:lnTo>
                  <a:lnTo>
                    <a:pt x="711962" y="282193"/>
                  </a:lnTo>
                  <a:lnTo>
                    <a:pt x="711962" y="56514"/>
                  </a:lnTo>
                  <a:lnTo>
                    <a:pt x="707526" y="34504"/>
                  </a:lnTo>
                  <a:lnTo>
                    <a:pt x="695436" y="16541"/>
                  </a:lnTo>
                  <a:lnTo>
                    <a:pt x="677511" y="4437"/>
                  </a:lnTo>
                  <a:lnTo>
                    <a:pt x="655574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2485369" y="4222496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0" y="56514"/>
                  </a:moveTo>
                  <a:lnTo>
                    <a:pt x="4437" y="34504"/>
                  </a:lnTo>
                  <a:lnTo>
                    <a:pt x="16541" y="16541"/>
                  </a:lnTo>
                  <a:lnTo>
                    <a:pt x="34504" y="4437"/>
                  </a:lnTo>
                  <a:lnTo>
                    <a:pt x="56514" y="0"/>
                  </a:lnTo>
                  <a:lnTo>
                    <a:pt x="655574" y="0"/>
                  </a:lnTo>
                  <a:lnTo>
                    <a:pt x="677511" y="4437"/>
                  </a:lnTo>
                  <a:lnTo>
                    <a:pt x="695436" y="16541"/>
                  </a:lnTo>
                  <a:lnTo>
                    <a:pt x="707526" y="34504"/>
                  </a:lnTo>
                  <a:lnTo>
                    <a:pt x="711962" y="56514"/>
                  </a:lnTo>
                  <a:lnTo>
                    <a:pt x="711962" y="282193"/>
                  </a:lnTo>
                  <a:lnTo>
                    <a:pt x="707526" y="304204"/>
                  </a:lnTo>
                  <a:lnTo>
                    <a:pt x="695436" y="322167"/>
                  </a:lnTo>
                  <a:lnTo>
                    <a:pt x="677511" y="334271"/>
                  </a:lnTo>
                  <a:lnTo>
                    <a:pt x="655574" y="338708"/>
                  </a:lnTo>
                  <a:lnTo>
                    <a:pt x="56514" y="338708"/>
                  </a:lnTo>
                  <a:lnTo>
                    <a:pt x="34504" y="334271"/>
                  </a:lnTo>
                  <a:lnTo>
                    <a:pt x="16541" y="322167"/>
                  </a:lnTo>
                  <a:lnTo>
                    <a:pt x="4437" y="304204"/>
                  </a:lnTo>
                  <a:lnTo>
                    <a:pt x="0" y="282193"/>
                  </a:lnTo>
                  <a:lnTo>
                    <a:pt x="0" y="56514"/>
                  </a:lnTo>
                  <a:close/>
                </a:path>
              </a:pathLst>
            </a:custGeom>
            <a:ln w="254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624943" y="4269994"/>
            <a:ext cx="4337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2625069" y="4362196"/>
            <a:ext cx="737870" cy="364490"/>
            <a:chOff x="12625069" y="4362196"/>
            <a:chExt cx="737870" cy="364490"/>
          </a:xfrm>
        </p:grpSpPr>
        <p:sp>
          <p:nvSpPr>
            <p:cNvPr id="32" name="object 32"/>
            <p:cNvSpPr/>
            <p:nvPr/>
          </p:nvSpPr>
          <p:spPr>
            <a:xfrm>
              <a:off x="12637769" y="4374896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655574" y="0"/>
                  </a:moveTo>
                  <a:lnTo>
                    <a:pt x="56514" y="0"/>
                  </a:lnTo>
                  <a:lnTo>
                    <a:pt x="34504" y="4437"/>
                  </a:lnTo>
                  <a:lnTo>
                    <a:pt x="16541" y="16541"/>
                  </a:lnTo>
                  <a:lnTo>
                    <a:pt x="4437" y="34504"/>
                  </a:lnTo>
                  <a:lnTo>
                    <a:pt x="0" y="56514"/>
                  </a:lnTo>
                  <a:lnTo>
                    <a:pt x="0" y="282193"/>
                  </a:lnTo>
                  <a:lnTo>
                    <a:pt x="4437" y="304204"/>
                  </a:lnTo>
                  <a:lnTo>
                    <a:pt x="16541" y="322167"/>
                  </a:lnTo>
                  <a:lnTo>
                    <a:pt x="34504" y="334271"/>
                  </a:lnTo>
                  <a:lnTo>
                    <a:pt x="56514" y="338708"/>
                  </a:lnTo>
                  <a:lnTo>
                    <a:pt x="655574" y="338708"/>
                  </a:lnTo>
                  <a:lnTo>
                    <a:pt x="677511" y="334271"/>
                  </a:lnTo>
                  <a:lnTo>
                    <a:pt x="695436" y="322167"/>
                  </a:lnTo>
                  <a:lnTo>
                    <a:pt x="707526" y="304204"/>
                  </a:lnTo>
                  <a:lnTo>
                    <a:pt x="711962" y="282193"/>
                  </a:lnTo>
                  <a:lnTo>
                    <a:pt x="711962" y="56514"/>
                  </a:lnTo>
                  <a:lnTo>
                    <a:pt x="707526" y="34504"/>
                  </a:lnTo>
                  <a:lnTo>
                    <a:pt x="695436" y="16541"/>
                  </a:lnTo>
                  <a:lnTo>
                    <a:pt x="677511" y="4437"/>
                  </a:lnTo>
                  <a:lnTo>
                    <a:pt x="655574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2637769" y="4374896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0" y="56514"/>
                  </a:moveTo>
                  <a:lnTo>
                    <a:pt x="4437" y="34504"/>
                  </a:lnTo>
                  <a:lnTo>
                    <a:pt x="16541" y="16541"/>
                  </a:lnTo>
                  <a:lnTo>
                    <a:pt x="34504" y="4437"/>
                  </a:lnTo>
                  <a:lnTo>
                    <a:pt x="56514" y="0"/>
                  </a:lnTo>
                  <a:lnTo>
                    <a:pt x="655574" y="0"/>
                  </a:lnTo>
                  <a:lnTo>
                    <a:pt x="677511" y="4437"/>
                  </a:lnTo>
                  <a:lnTo>
                    <a:pt x="695436" y="16541"/>
                  </a:lnTo>
                  <a:lnTo>
                    <a:pt x="707526" y="34504"/>
                  </a:lnTo>
                  <a:lnTo>
                    <a:pt x="711962" y="56514"/>
                  </a:lnTo>
                  <a:lnTo>
                    <a:pt x="711962" y="282193"/>
                  </a:lnTo>
                  <a:lnTo>
                    <a:pt x="707526" y="304204"/>
                  </a:lnTo>
                  <a:lnTo>
                    <a:pt x="695436" y="322167"/>
                  </a:lnTo>
                  <a:lnTo>
                    <a:pt x="677511" y="334271"/>
                  </a:lnTo>
                  <a:lnTo>
                    <a:pt x="655574" y="338708"/>
                  </a:lnTo>
                  <a:lnTo>
                    <a:pt x="56514" y="338708"/>
                  </a:lnTo>
                  <a:lnTo>
                    <a:pt x="34504" y="334271"/>
                  </a:lnTo>
                  <a:lnTo>
                    <a:pt x="16541" y="322167"/>
                  </a:lnTo>
                  <a:lnTo>
                    <a:pt x="4437" y="304204"/>
                  </a:lnTo>
                  <a:lnTo>
                    <a:pt x="0" y="282193"/>
                  </a:lnTo>
                  <a:lnTo>
                    <a:pt x="0" y="56514"/>
                  </a:lnTo>
                  <a:close/>
                </a:path>
              </a:pathLst>
            </a:custGeom>
            <a:ln w="254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12777343" y="4422394"/>
            <a:ext cx="4337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3426820" y="4215765"/>
            <a:ext cx="737870" cy="364490"/>
            <a:chOff x="13426820" y="4215765"/>
            <a:chExt cx="737870" cy="364490"/>
          </a:xfrm>
        </p:grpSpPr>
        <p:sp>
          <p:nvSpPr>
            <p:cNvPr id="36" name="object 36"/>
            <p:cNvSpPr/>
            <p:nvPr/>
          </p:nvSpPr>
          <p:spPr>
            <a:xfrm>
              <a:off x="13439520" y="4228465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655573" y="0"/>
                  </a:moveTo>
                  <a:lnTo>
                    <a:pt x="56515" y="0"/>
                  </a:lnTo>
                  <a:lnTo>
                    <a:pt x="34504" y="4435"/>
                  </a:lnTo>
                  <a:lnTo>
                    <a:pt x="16541" y="16525"/>
                  </a:lnTo>
                  <a:lnTo>
                    <a:pt x="4437" y="34450"/>
                  </a:lnTo>
                  <a:lnTo>
                    <a:pt x="0" y="56387"/>
                  </a:lnTo>
                  <a:lnTo>
                    <a:pt x="0" y="282194"/>
                  </a:lnTo>
                  <a:lnTo>
                    <a:pt x="4437" y="304131"/>
                  </a:lnTo>
                  <a:lnTo>
                    <a:pt x="16541" y="322056"/>
                  </a:lnTo>
                  <a:lnTo>
                    <a:pt x="34504" y="334146"/>
                  </a:lnTo>
                  <a:lnTo>
                    <a:pt x="56515" y="338582"/>
                  </a:lnTo>
                  <a:lnTo>
                    <a:pt x="655573" y="338582"/>
                  </a:lnTo>
                  <a:lnTo>
                    <a:pt x="677511" y="334146"/>
                  </a:lnTo>
                  <a:lnTo>
                    <a:pt x="695436" y="322056"/>
                  </a:lnTo>
                  <a:lnTo>
                    <a:pt x="707526" y="304131"/>
                  </a:lnTo>
                  <a:lnTo>
                    <a:pt x="711961" y="282194"/>
                  </a:lnTo>
                  <a:lnTo>
                    <a:pt x="711961" y="56387"/>
                  </a:lnTo>
                  <a:lnTo>
                    <a:pt x="707526" y="34450"/>
                  </a:lnTo>
                  <a:lnTo>
                    <a:pt x="695436" y="16525"/>
                  </a:lnTo>
                  <a:lnTo>
                    <a:pt x="677511" y="4435"/>
                  </a:lnTo>
                  <a:lnTo>
                    <a:pt x="65557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439520" y="4228465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0" y="56387"/>
                  </a:moveTo>
                  <a:lnTo>
                    <a:pt x="4437" y="34450"/>
                  </a:lnTo>
                  <a:lnTo>
                    <a:pt x="16541" y="16525"/>
                  </a:lnTo>
                  <a:lnTo>
                    <a:pt x="34504" y="4435"/>
                  </a:lnTo>
                  <a:lnTo>
                    <a:pt x="56515" y="0"/>
                  </a:lnTo>
                  <a:lnTo>
                    <a:pt x="655573" y="0"/>
                  </a:lnTo>
                  <a:lnTo>
                    <a:pt x="677511" y="4435"/>
                  </a:lnTo>
                  <a:lnTo>
                    <a:pt x="695436" y="16525"/>
                  </a:lnTo>
                  <a:lnTo>
                    <a:pt x="707526" y="34450"/>
                  </a:lnTo>
                  <a:lnTo>
                    <a:pt x="711961" y="56387"/>
                  </a:lnTo>
                  <a:lnTo>
                    <a:pt x="711961" y="282194"/>
                  </a:lnTo>
                  <a:lnTo>
                    <a:pt x="707526" y="304131"/>
                  </a:lnTo>
                  <a:lnTo>
                    <a:pt x="695436" y="322056"/>
                  </a:lnTo>
                  <a:lnTo>
                    <a:pt x="677511" y="334146"/>
                  </a:lnTo>
                  <a:lnTo>
                    <a:pt x="655573" y="338582"/>
                  </a:lnTo>
                  <a:lnTo>
                    <a:pt x="56515" y="338582"/>
                  </a:lnTo>
                  <a:lnTo>
                    <a:pt x="34504" y="334146"/>
                  </a:lnTo>
                  <a:lnTo>
                    <a:pt x="16541" y="322056"/>
                  </a:lnTo>
                  <a:lnTo>
                    <a:pt x="4437" y="304131"/>
                  </a:lnTo>
                  <a:lnTo>
                    <a:pt x="0" y="282194"/>
                  </a:lnTo>
                  <a:lnTo>
                    <a:pt x="0" y="56387"/>
                  </a:lnTo>
                  <a:close/>
                </a:path>
              </a:pathLst>
            </a:custGeom>
            <a:ln w="254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3578966" y="4275531"/>
            <a:ext cx="43370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3579220" y="4368165"/>
            <a:ext cx="737870" cy="364490"/>
            <a:chOff x="13579220" y="4368165"/>
            <a:chExt cx="737870" cy="364490"/>
          </a:xfrm>
        </p:grpSpPr>
        <p:sp>
          <p:nvSpPr>
            <p:cNvPr id="40" name="object 40"/>
            <p:cNvSpPr/>
            <p:nvPr/>
          </p:nvSpPr>
          <p:spPr>
            <a:xfrm>
              <a:off x="13591920" y="4380865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655573" y="0"/>
                  </a:moveTo>
                  <a:lnTo>
                    <a:pt x="56515" y="0"/>
                  </a:lnTo>
                  <a:lnTo>
                    <a:pt x="34504" y="4435"/>
                  </a:lnTo>
                  <a:lnTo>
                    <a:pt x="16541" y="16525"/>
                  </a:lnTo>
                  <a:lnTo>
                    <a:pt x="4437" y="34450"/>
                  </a:lnTo>
                  <a:lnTo>
                    <a:pt x="0" y="56387"/>
                  </a:lnTo>
                  <a:lnTo>
                    <a:pt x="0" y="282194"/>
                  </a:lnTo>
                  <a:lnTo>
                    <a:pt x="4437" y="304131"/>
                  </a:lnTo>
                  <a:lnTo>
                    <a:pt x="16541" y="322056"/>
                  </a:lnTo>
                  <a:lnTo>
                    <a:pt x="34504" y="334146"/>
                  </a:lnTo>
                  <a:lnTo>
                    <a:pt x="56515" y="338582"/>
                  </a:lnTo>
                  <a:lnTo>
                    <a:pt x="655573" y="338582"/>
                  </a:lnTo>
                  <a:lnTo>
                    <a:pt x="677511" y="334146"/>
                  </a:lnTo>
                  <a:lnTo>
                    <a:pt x="695436" y="322056"/>
                  </a:lnTo>
                  <a:lnTo>
                    <a:pt x="707526" y="304131"/>
                  </a:lnTo>
                  <a:lnTo>
                    <a:pt x="711961" y="282194"/>
                  </a:lnTo>
                  <a:lnTo>
                    <a:pt x="711961" y="56387"/>
                  </a:lnTo>
                  <a:lnTo>
                    <a:pt x="707526" y="34450"/>
                  </a:lnTo>
                  <a:lnTo>
                    <a:pt x="695436" y="16525"/>
                  </a:lnTo>
                  <a:lnTo>
                    <a:pt x="677511" y="4435"/>
                  </a:lnTo>
                  <a:lnTo>
                    <a:pt x="65557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3591920" y="4380865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0" y="56387"/>
                  </a:moveTo>
                  <a:lnTo>
                    <a:pt x="4437" y="34450"/>
                  </a:lnTo>
                  <a:lnTo>
                    <a:pt x="16541" y="16525"/>
                  </a:lnTo>
                  <a:lnTo>
                    <a:pt x="34504" y="4435"/>
                  </a:lnTo>
                  <a:lnTo>
                    <a:pt x="56515" y="0"/>
                  </a:lnTo>
                  <a:lnTo>
                    <a:pt x="655573" y="0"/>
                  </a:lnTo>
                  <a:lnTo>
                    <a:pt x="677511" y="4435"/>
                  </a:lnTo>
                  <a:lnTo>
                    <a:pt x="695436" y="16525"/>
                  </a:lnTo>
                  <a:lnTo>
                    <a:pt x="707526" y="34450"/>
                  </a:lnTo>
                  <a:lnTo>
                    <a:pt x="711961" y="56387"/>
                  </a:lnTo>
                  <a:lnTo>
                    <a:pt x="711961" y="282194"/>
                  </a:lnTo>
                  <a:lnTo>
                    <a:pt x="707526" y="304131"/>
                  </a:lnTo>
                  <a:lnTo>
                    <a:pt x="695436" y="322056"/>
                  </a:lnTo>
                  <a:lnTo>
                    <a:pt x="677511" y="334146"/>
                  </a:lnTo>
                  <a:lnTo>
                    <a:pt x="655573" y="338582"/>
                  </a:lnTo>
                  <a:lnTo>
                    <a:pt x="56515" y="338582"/>
                  </a:lnTo>
                  <a:lnTo>
                    <a:pt x="34504" y="334146"/>
                  </a:lnTo>
                  <a:lnTo>
                    <a:pt x="16541" y="322056"/>
                  </a:lnTo>
                  <a:lnTo>
                    <a:pt x="4437" y="304131"/>
                  </a:lnTo>
                  <a:lnTo>
                    <a:pt x="0" y="282194"/>
                  </a:lnTo>
                  <a:lnTo>
                    <a:pt x="0" y="56387"/>
                  </a:lnTo>
                  <a:close/>
                </a:path>
              </a:pathLst>
            </a:custGeom>
            <a:ln w="254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13731366" y="4428489"/>
            <a:ext cx="4337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4347952" y="4226559"/>
            <a:ext cx="737870" cy="364490"/>
            <a:chOff x="14347952" y="4226559"/>
            <a:chExt cx="737870" cy="364490"/>
          </a:xfrm>
        </p:grpSpPr>
        <p:sp>
          <p:nvSpPr>
            <p:cNvPr id="44" name="object 44"/>
            <p:cNvSpPr/>
            <p:nvPr/>
          </p:nvSpPr>
          <p:spPr>
            <a:xfrm>
              <a:off x="14360652" y="4239259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655446" y="0"/>
                  </a:moveTo>
                  <a:lnTo>
                    <a:pt x="56388" y="0"/>
                  </a:lnTo>
                  <a:lnTo>
                    <a:pt x="34450" y="4437"/>
                  </a:lnTo>
                  <a:lnTo>
                    <a:pt x="16525" y="16541"/>
                  </a:lnTo>
                  <a:lnTo>
                    <a:pt x="4435" y="34504"/>
                  </a:lnTo>
                  <a:lnTo>
                    <a:pt x="0" y="56514"/>
                  </a:lnTo>
                  <a:lnTo>
                    <a:pt x="0" y="282320"/>
                  </a:lnTo>
                  <a:lnTo>
                    <a:pt x="4435" y="304258"/>
                  </a:lnTo>
                  <a:lnTo>
                    <a:pt x="16525" y="322183"/>
                  </a:lnTo>
                  <a:lnTo>
                    <a:pt x="34450" y="334273"/>
                  </a:lnTo>
                  <a:lnTo>
                    <a:pt x="56388" y="338709"/>
                  </a:lnTo>
                  <a:lnTo>
                    <a:pt x="655446" y="338709"/>
                  </a:lnTo>
                  <a:lnTo>
                    <a:pt x="677457" y="334273"/>
                  </a:lnTo>
                  <a:lnTo>
                    <a:pt x="695420" y="322183"/>
                  </a:lnTo>
                  <a:lnTo>
                    <a:pt x="707524" y="304258"/>
                  </a:lnTo>
                  <a:lnTo>
                    <a:pt x="711961" y="282320"/>
                  </a:lnTo>
                  <a:lnTo>
                    <a:pt x="711961" y="56514"/>
                  </a:lnTo>
                  <a:lnTo>
                    <a:pt x="707524" y="34504"/>
                  </a:lnTo>
                  <a:lnTo>
                    <a:pt x="695420" y="16541"/>
                  </a:lnTo>
                  <a:lnTo>
                    <a:pt x="677457" y="4437"/>
                  </a:lnTo>
                  <a:lnTo>
                    <a:pt x="65544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4360652" y="4239259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0" y="56514"/>
                  </a:moveTo>
                  <a:lnTo>
                    <a:pt x="4435" y="34504"/>
                  </a:lnTo>
                  <a:lnTo>
                    <a:pt x="16525" y="16541"/>
                  </a:lnTo>
                  <a:lnTo>
                    <a:pt x="34450" y="4437"/>
                  </a:lnTo>
                  <a:lnTo>
                    <a:pt x="56388" y="0"/>
                  </a:lnTo>
                  <a:lnTo>
                    <a:pt x="655446" y="0"/>
                  </a:lnTo>
                  <a:lnTo>
                    <a:pt x="677457" y="4437"/>
                  </a:lnTo>
                  <a:lnTo>
                    <a:pt x="695420" y="16541"/>
                  </a:lnTo>
                  <a:lnTo>
                    <a:pt x="707524" y="34504"/>
                  </a:lnTo>
                  <a:lnTo>
                    <a:pt x="711961" y="56514"/>
                  </a:lnTo>
                  <a:lnTo>
                    <a:pt x="711961" y="282320"/>
                  </a:lnTo>
                  <a:lnTo>
                    <a:pt x="707524" y="304258"/>
                  </a:lnTo>
                  <a:lnTo>
                    <a:pt x="695420" y="322183"/>
                  </a:lnTo>
                  <a:lnTo>
                    <a:pt x="677457" y="334273"/>
                  </a:lnTo>
                  <a:lnTo>
                    <a:pt x="655446" y="338709"/>
                  </a:lnTo>
                  <a:lnTo>
                    <a:pt x="56388" y="338709"/>
                  </a:lnTo>
                  <a:lnTo>
                    <a:pt x="34450" y="334273"/>
                  </a:lnTo>
                  <a:lnTo>
                    <a:pt x="16525" y="322183"/>
                  </a:lnTo>
                  <a:lnTo>
                    <a:pt x="4435" y="304258"/>
                  </a:lnTo>
                  <a:lnTo>
                    <a:pt x="0" y="282320"/>
                  </a:lnTo>
                  <a:lnTo>
                    <a:pt x="0" y="56514"/>
                  </a:lnTo>
                  <a:close/>
                </a:path>
              </a:pathLst>
            </a:custGeom>
            <a:ln w="254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14500097" y="4286757"/>
            <a:ext cx="4337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4500352" y="4378959"/>
            <a:ext cx="737870" cy="364490"/>
            <a:chOff x="14500352" y="4378959"/>
            <a:chExt cx="737870" cy="364490"/>
          </a:xfrm>
        </p:grpSpPr>
        <p:sp>
          <p:nvSpPr>
            <p:cNvPr id="48" name="object 48"/>
            <p:cNvSpPr/>
            <p:nvPr/>
          </p:nvSpPr>
          <p:spPr>
            <a:xfrm>
              <a:off x="14513052" y="4391659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655446" y="0"/>
                  </a:moveTo>
                  <a:lnTo>
                    <a:pt x="56388" y="0"/>
                  </a:lnTo>
                  <a:lnTo>
                    <a:pt x="34450" y="4437"/>
                  </a:lnTo>
                  <a:lnTo>
                    <a:pt x="16525" y="16541"/>
                  </a:lnTo>
                  <a:lnTo>
                    <a:pt x="4435" y="34504"/>
                  </a:lnTo>
                  <a:lnTo>
                    <a:pt x="0" y="56514"/>
                  </a:lnTo>
                  <a:lnTo>
                    <a:pt x="0" y="282320"/>
                  </a:lnTo>
                  <a:lnTo>
                    <a:pt x="4435" y="304258"/>
                  </a:lnTo>
                  <a:lnTo>
                    <a:pt x="16525" y="322183"/>
                  </a:lnTo>
                  <a:lnTo>
                    <a:pt x="34450" y="334273"/>
                  </a:lnTo>
                  <a:lnTo>
                    <a:pt x="56388" y="338709"/>
                  </a:lnTo>
                  <a:lnTo>
                    <a:pt x="655446" y="338709"/>
                  </a:lnTo>
                  <a:lnTo>
                    <a:pt x="677457" y="334273"/>
                  </a:lnTo>
                  <a:lnTo>
                    <a:pt x="695420" y="322183"/>
                  </a:lnTo>
                  <a:lnTo>
                    <a:pt x="707524" y="304258"/>
                  </a:lnTo>
                  <a:lnTo>
                    <a:pt x="711961" y="282320"/>
                  </a:lnTo>
                  <a:lnTo>
                    <a:pt x="711961" y="56514"/>
                  </a:lnTo>
                  <a:lnTo>
                    <a:pt x="707524" y="34504"/>
                  </a:lnTo>
                  <a:lnTo>
                    <a:pt x="695420" y="16541"/>
                  </a:lnTo>
                  <a:lnTo>
                    <a:pt x="677457" y="4437"/>
                  </a:lnTo>
                  <a:lnTo>
                    <a:pt x="65544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4513052" y="4391659"/>
              <a:ext cx="712470" cy="339090"/>
            </a:xfrm>
            <a:custGeom>
              <a:avLst/>
              <a:gdLst/>
              <a:ahLst/>
              <a:cxnLst/>
              <a:rect l="l" t="t" r="r" b="b"/>
              <a:pathLst>
                <a:path w="712469" h="339089">
                  <a:moveTo>
                    <a:pt x="0" y="56514"/>
                  </a:moveTo>
                  <a:lnTo>
                    <a:pt x="4435" y="34504"/>
                  </a:lnTo>
                  <a:lnTo>
                    <a:pt x="16525" y="16541"/>
                  </a:lnTo>
                  <a:lnTo>
                    <a:pt x="34450" y="4437"/>
                  </a:lnTo>
                  <a:lnTo>
                    <a:pt x="56388" y="0"/>
                  </a:lnTo>
                  <a:lnTo>
                    <a:pt x="655446" y="0"/>
                  </a:lnTo>
                  <a:lnTo>
                    <a:pt x="677457" y="4437"/>
                  </a:lnTo>
                  <a:lnTo>
                    <a:pt x="695420" y="16541"/>
                  </a:lnTo>
                  <a:lnTo>
                    <a:pt x="707524" y="34504"/>
                  </a:lnTo>
                  <a:lnTo>
                    <a:pt x="711961" y="56514"/>
                  </a:lnTo>
                  <a:lnTo>
                    <a:pt x="711961" y="282320"/>
                  </a:lnTo>
                  <a:lnTo>
                    <a:pt x="707524" y="304258"/>
                  </a:lnTo>
                  <a:lnTo>
                    <a:pt x="695420" y="322183"/>
                  </a:lnTo>
                  <a:lnTo>
                    <a:pt x="677457" y="334273"/>
                  </a:lnTo>
                  <a:lnTo>
                    <a:pt x="655446" y="338709"/>
                  </a:lnTo>
                  <a:lnTo>
                    <a:pt x="56388" y="338709"/>
                  </a:lnTo>
                  <a:lnTo>
                    <a:pt x="34450" y="334273"/>
                  </a:lnTo>
                  <a:lnTo>
                    <a:pt x="16525" y="322183"/>
                  </a:lnTo>
                  <a:lnTo>
                    <a:pt x="4435" y="304258"/>
                  </a:lnTo>
                  <a:lnTo>
                    <a:pt x="0" y="282320"/>
                  </a:lnTo>
                  <a:lnTo>
                    <a:pt x="0" y="56514"/>
                  </a:lnTo>
                  <a:close/>
                </a:path>
              </a:pathLst>
            </a:custGeom>
            <a:ln w="254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4652497" y="4439157"/>
            <a:ext cx="43370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spc="-20" dirty="0">
                <a:solidFill>
                  <a:srgbClr val="FFFFFF"/>
                </a:solidFill>
                <a:latin typeface="Malgun Gothic"/>
                <a:cs typeface="Malgun Gothic"/>
              </a:rPr>
              <a:t>Apps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11345671" y="1922145"/>
            <a:ext cx="4307205" cy="1543685"/>
          </a:xfrm>
          <a:custGeom>
            <a:avLst/>
            <a:gdLst/>
            <a:ahLst/>
            <a:cxnLst/>
            <a:rect l="l" t="t" r="r" b="b"/>
            <a:pathLst>
              <a:path w="4307205" h="1543685">
                <a:moveTo>
                  <a:pt x="0" y="201802"/>
                </a:moveTo>
                <a:lnTo>
                  <a:pt x="5333" y="155514"/>
                </a:lnTo>
                <a:lnTo>
                  <a:pt x="20524" y="113031"/>
                </a:lnTo>
                <a:lnTo>
                  <a:pt x="44357" y="75563"/>
                </a:lnTo>
                <a:lnTo>
                  <a:pt x="75616" y="44317"/>
                </a:lnTo>
                <a:lnTo>
                  <a:pt x="113087" y="20502"/>
                </a:lnTo>
                <a:lnTo>
                  <a:pt x="155554" y="5326"/>
                </a:lnTo>
                <a:lnTo>
                  <a:pt x="201802" y="0"/>
                </a:lnTo>
                <a:lnTo>
                  <a:pt x="4105020" y="0"/>
                </a:lnTo>
                <a:lnTo>
                  <a:pt x="4151316" y="5326"/>
                </a:lnTo>
                <a:lnTo>
                  <a:pt x="4193817" y="20502"/>
                </a:lnTo>
                <a:lnTo>
                  <a:pt x="4231310" y="44317"/>
                </a:lnTo>
                <a:lnTo>
                  <a:pt x="4262583" y="75563"/>
                </a:lnTo>
                <a:lnTo>
                  <a:pt x="4286423" y="113031"/>
                </a:lnTo>
                <a:lnTo>
                  <a:pt x="4301616" y="155514"/>
                </a:lnTo>
                <a:lnTo>
                  <a:pt x="4306951" y="201802"/>
                </a:lnTo>
                <a:lnTo>
                  <a:pt x="4306951" y="1341754"/>
                </a:lnTo>
                <a:lnTo>
                  <a:pt x="4301616" y="1388043"/>
                </a:lnTo>
                <a:lnTo>
                  <a:pt x="4286423" y="1430526"/>
                </a:lnTo>
                <a:lnTo>
                  <a:pt x="4262583" y="1467994"/>
                </a:lnTo>
                <a:lnTo>
                  <a:pt x="4231310" y="1499240"/>
                </a:lnTo>
                <a:lnTo>
                  <a:pt x="4193817" y="1523055"/>
                </a:lnTo>
                <a:lnTo>
                  <a:pt x="4151316" y="1538231"/>
                </a:lnTo>
                <a:lnTo>
                  <a:pt x="4105020" y="1543557"/>
                </a:lnTo>
                <a:lnTo>
                  <a:pt x="201802" y="1543557"/>
                </a:lnTo>
                <a:lnTo>
                  <a:pt x="155554" y="1538231"/>
                </a:lnTo>
                <a:lnTo>
                  <a:pt x="113087" y="1523055"/>
                </a:lnTo>
                <a:lnTo>
                  <a:pt x="75616" y="1499240"/>
                </a:lnTo>
                <a:lnTo>
                  <a:pt x="44357" y="1467994"/>
                </a:lnTo>
                <a:lnTo>
                  <a:pt x="20524" y="1430526"/>
                </a:lnTo>
                <a:lnTo>
                  <a:pt x="5333" y="1388043"/>
                </a:lnTo>
                <a:lnTo>
                  <a:pt x="0" y="1341754"/>
                </a:lnTo>
                <a:lnTo>
                  <a:pt x="0" y="201802"/>
                </a:lnTo>
                <a:close/>
              </a:path>
            </a:pathLst>
          </a:custGeom>
          <a:ln w="28575">
            <a:solidFill>
              <a:srgbClr val="1733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12774930" y="2040128"/>
            <a:ext cx="144907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Kafka</a:t>
            </a:r>
            <a:r>
              <a:rPr sz="1600" b="1" spc="2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173360"/>
                </a:solidFill>
                <a:latin typeface="Malgun Gothic"/>
                <a:cs typeface="Malgun Gothic"/>
              </a:rPr>
              <a:t>Connect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1662473" y="2513774"/>
            <a:ext cx="1771650" cy="821055"/>
            <a:chOff x="11662473" y="2513774"/>
            <a:chExt cx="1771650" cy="821055"/>
          </a:xfrm>
        </p:grpSpPr>
        <p:sp>
          <p:nvSpPr>
            <p:cNvPr id="54" name="object 54"/>
            <p:cNvSpPr/>
            <p:nvPr/>
          </p:nvSpPr>
          <p:spPr>
            <a:xfrm>
              <a:off x="11667235" y="2518536"/>
              <a:ext cx="1762125" cy="811530"/>
            </a:xfrm>
            <a:custGeom>
              <a:avLst/>
              <a:gdLst/>
              <a:ahLst/>
              <a:cxnLst/>
              <a:rect l="l" t="t" r="r" b="b"/>
              <a:pathLst>
                <a:path w="1762125" h="811529">
                  <a:moveTo>
                    <a:pt x="1626616" y="0"/>
                  </a:moveTo>
                  <a:lnTo>
                    <a:pt x="135255" y="0"/>
                  </a:lnTo>
                  <a:lnTo>
                    <a:pt x="92512" y="6884"/>
                  </a:lnTo>
                  <a:lnTo>
                    <a:pt x="55385" y="26058"/>
                  </a:lnTo>
                  <a:lnTo>
                    <a:pt x="26103" y="55302"/>
                  </a:lnTo>
                  <a:lnTo>
                    <a:pt x="6897" y="92399"/>
                  </a:lnTo>
                  <a:lnTo>
                    <a:pt x="0" y="135128"/>
                  </a:lnTo>
                  <a:lnTo>
                    <a:pt x="0" y="676021"/>
                  </a:lnTo>
                  <a:lnTo>
                    <a:pt x="6897" y="718763"/>
                  </a:lnTo>
                  <a:lnTo>
                    <a:pt x="26103" y="755890"/>
                  </a:lnTo>
                  <a:lnTo>
                    <a:pt x="55385" y="785172"/>
                  </a:lnTo>
                  <a:lnTo>
                    <a:pt x="92512" y="804378"/>
                  </a:lnTo>
                  <a:lnTo>
                    <a:pt x="135255" y="811276"/>
                  </a:lnTo>
                  <a:lnTo>
                    <a:pt x="1626616" y="811276"/>
                  </a:lnTo>
                  <a:lnTo>
                    <a:pt x="1669344" y="804378"/>
                  </a:lnTo>
                  <a:lnTo>
                    <a:pt x="1706441" y="785172"/>
                  </a:lnTo>
                  <a:lnTo>
                    <a:pt x="1735685" y="755890"/>
                  </a:lnTo>
                  <a:lnTo>
                    <a:pt x="1754859" y="718763"/>
                  </a:lnTo>
                  <a:lnTo>
                    <a:pt x="1761744" y="676021"/>
                  </a:lnTo>
                  <a:lnTo>
                    <a:pt x="1761744" y="135128"/>
                  </a:lnTo>
                  <a:lnTo>
                    <a:pt x="1754859" y="92399"/>
                  </a:lnTo>
                  <a:lnTo>
                    <a:pt x="1735685" y="55302"/>
                  </a:lnTo>
                  <a:lnTo>
                    <a:pt x="1706441" y="26058"/>
                  </a:lnTo>
                  <a:lnTo>
                    <a:pt x="1669344" y="6884"/>
                  </a:lnTo>
                  <a:lnTo>
                    <a:pt x="1626616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1667235" y="2518536"/>
              <a:ext cx="1762125" cy="811530"/>
            </a:xfrm>
            <a:custGeom>
              <a:avLst/>
              <a:gdLst/>
              <a:ahLst/>
              <a:cxnLst/>
              <a:rect l="l" t="t" r="r" b="b"/>
              <a:pathLst>
                <a:path w="1762125" h="811529">
                  <a:moveTo>
                    <a:pt x="0" y="135128"/>
                  </a:moveTo>
                  <a:lnTo>
                    <a:pt x="6897" y="92399"/>
                  </a:lnTo>
                  <a:lnTo>
                    <a:pt x="26103" y="55302"/>
                  </a:lnTo>
                  <a:lnTo>
                    <a:pt x="55385" y="26058"/>
                  </a:lnTo>
                  <a:lnTo>
                    <a:pt x="92512" y="6884"/>
                  </a:lnTo>
                  <a:lnTo>
                    <a:pt x="135255" y="0"/>
                  </a:lnTo>
                  <a:lnTo>
                    <a:pt x="1626616" y="0"/>
                  </a:lnTo>
                  <a:lnTo>
                    <a:pt x="1669344" y="6884"/>
                  </a:lnTo>
                  <a:lnTo>
                    <a:pt x="1706441" y="26058"/>
                  </a:lnTo>
                  <a:lnTo>
                    <a:pt x="1735685" y="55302"/>
                  </a:lnTo>
                  <a:lnTo>
                    <a:pt x="1754859" y="92399"/>
                  </a:lnTo>
                  <a:lnTo>
                    <a:pt x="1761744" y="135128"/>
                  </a:lnTo>
                  <a:lnTo>
                    <a:pt x="1761744" y="676021"/>
                  </a:lnTo>
                  <a:lnTo>
                    <a:pt x="1754859" y="718763"/>
                  </a:lnTo>
                  <a:lnTo>
                    <a:pt x="1735685" y="755890"/>
                  </a:lnTo>
                  <a:lnTo>
                    <a:pt x="1706441" y="785172"/>
                  </a:lnTo>
                  <a:lnTo>
                    <a:pt x="1669344" y="804378"/>
                  </a:lnTo>
                  <a:lnTo>
                    <a:pt x="1626616" y="811276"/>
                  </a:lnTo>
                  <a:lnTo>
                    <a:pt x="135255" y="811276"/>
                  </a:lnTo>
                  <a:lnTo>
                    <a:pt x="92512" y="804378"/>
                  </a:lnTo>
                  <a:lnTo>
                    <a:pt x="55385" y="785172"/>
                  </a:lnTo>
                  <a:lnTo>
                    <a:pt x="26103" y="755890"/>
                  </a:lnTo>
                  <a:lnTo>
                    <a:pt x="6897" y="718763"/>
                  </a:lnTo>
                  <a:lnTo>
                    <a:pt x="0" y="676021"/>
                  </a:lnTo>
                  <a:lnTo>
                    <a:pt x="0" y="135128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1982957" y="2661285"/>
            <a:ext cx="1130935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8740">
              <a:lnSpc>
                <a:spcPct val="101299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Worker</a:t>
            </a:r>
            <a:r>
              <a:rPr sz="1600" b="1" spc="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Malgun Gothic"/>
                <a:cs typeface="Malgun Gothic"/>
              </a:rPr>
              <a:t>+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Connectors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3519849" y="2513774"/>
            <a:ext cx="1771650" cy="821055"/>
            <a:chOff x="13519849" y="2513774"/>
            <a:chExt cx="1771650" cy="821055"/>
          </a:xfrm>
        </p:grpSpPr>
        <p:sp>
          <p:nvSpPr>
            <p:cNvPr id="58" name="object 58"/>
            <p:cNvSpPr/>
            <p:nvPr/>
          </p:nvSpPr>
          <p:spPr>
            <a:xfrm>
              <a:off x="13524611" y="2518536"/>
              <a:ext cx="1762125" cy="811530"/>
            </a:xfrm>
            <a:custGeom>
              <a:avLst/>
              <a:gdLst/>
              <a:ahLst/>
              <a:cxnLst/>
              <a:rect l="l" t="t" r="r" b="b"/>
              <a:pathLst>
                <a:path w="1762125" h="811529">
                  <a:moveTo>
                    <a:pt x="1626615" y="0"/>
                  </a:moveTo>
                  <a:lnTo>
                    <a:pt x="135254" y="0"/>
                  </a:lnTo>
                  <a:lnTo>
                    <a:pt x="92512" y="6884"/>
                  </a:lnTo>
                  <a:lnTo>
                    <a:pt x="55385" y="26058"/>
                  </a:lnTo>
                  <a:lnTo>
                    <a:pt x="26103" y="55302"/>
                  </a:lnTo>
                  <a:lnTo>
                    <a:pt x="6897" y="92399"/>
                  </a:lnTo>
                  <a:lnTo>
                    <a:pt x="0" y="135128"/>
                  </a:lnTo>
                  <a:lnTo>
                    <a:pt x="0" y="676021"/>
                  </a:lnTo>
                  <a:lnTo>
                    <a:pt x="6897" y="718763"/>
                  </a:lnTo>
                  <a:lnTo>
                    <a:pt x="26103" y="755890"/>
                  </a:lnTo>
                  <a:lnTo>
                    <a:pt x="55385" y="785172"/>
                  </a:lnTo>
                  <a:lnTo>
                    <a:pt x="92512" y="804378"/>
                  </a:lnTo>
                  <a:lnTo>
                    <a:pt x="135254" y="811276"/>
                  </a:lnTo>
                  <a:lnTo>
                    <a:pt x="1626615" y="811276"/>
                  </a:lnTo>
                  <a:lnTo>
                    <a:pt x="1669344" y="804378"/>
                  </a:lnTo>
                  <a:lnTo>
                    <a:pt x="1706441" y="785172"/>
                  </a:lnTo>
                  <a:lnTo>
                    <a:pt x="1735685" y="755890"/>
                  </a:lnTo>
                  <a:lnTo>
                    <a:pt x="1754859" y="718763"/>
                  </a:lnTo>
                  <a:lnTo>
                    <a:pt x="1761744" y="676021"/>
                  </a:lnTo>
                  <a:lnTo>
                    <a:pt x="1761744" y="135128"/>
                  </a:lnTo>
                  <a:lnTo>
                    <a:pt x="1754859" y="92399"/>
                  </a:lnTo>
                  <a:lnTo>
                    <a:pt x="1735685" y="55302"/>
                  </a:lnTo>
                  <a:lnTo>
                    <a:pt x="1706441" y="26058"/>
                  </a:lnTo>
                  <a:lnTo>
                    <a:pt x="1669344" y="6884"/>
                  </a:lnTo>
                  <a:lnTo>
                    <a:pt x="1626615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3524611" y="2518536"/>
              <a:ext cx="1762125" cy="811530"/>
            </a:xfrm>
            <a:custGeom>
              <a:avLst/>
              <a:gdLst/>
              <a:ahLst/>
              <a:cxnLst/>
              <a:rect l="l" t="t" r="r" b="b"/>
              <a:pathLst>
                <a:path w="1762125" h="811529">
                  <a:moveTo>
                    <a:pt x="0" y="135128"/>
                  </a:moveTo>
                  <a:lnTo>
                    <a:pt x="6897" y="92399"/>
                  </a:lnTo>
                  <a:lnTo>
                    <a:pt x="26103" y="55302"/>
                  </a:lnTo>
                  <a:lnTo>
                    <a:pt x="55385" y="26058"/>
                  </a:lnTo>
                  <a:lnTo>
                    <a:pt x="92512" y="6884"/>
                  </a:lnTo>
                  <a:lnTo>
                    <a:pt x="135254" y="0"/>
                  </a:lnTo>
                  <a:lnTo>
                    <a:pt x="1626615" y="0"/>
                  </a:lnTo>
                  <a:lnTo>
                    <a:pt x="1669344" y="6884"/>
                  </a:lnTo>
                  <a:lnTo>
                    <a:pt x="1706441" y="26058"/>
                  </a:lnTo>
                  <a:lnTo>
                    <a:pt x="1735685" y="55302"/>
                  </a:lnTo>
                  <a:lnTo>
                    <a:pt x="1754859" y="92399"/>
                  </a:lnTo>
                  <a:lnTo>
                    <a:pt x="1761744" y="135128"/>
                  </a:lnTo>
                  <a:lnTo>
                    <a:pt x="1761744" y="676021"/>
                  </a:lnTo>
                  <a:lnTo>
                    <a:pt x="1754859" y="718763"/>
                  </a:lnTo>
                  <a:lnTo>
                    <a:pt x="1735685" y="755890"/>
                  </a:lnTo>
                  <a:lnTo>
                    <a:pt x="1706441" y="785172"/>
                  </a:lnTo>
                  <a:lnTo>
                    <a:pt x="1669344" y="804378"/>
                  </a:lnTo>
                  <a:lnTo>
                    <a:pt x="1626615" y="811276"/>
                  </a:lnTo>
                  <a:lnTo>
                    <a:pt x="135254" y="811276"/>
                  </a:lnTo>
                  <a:lnTo>
                    <a:pt x="92512" y="804378"/>
                  </a:lnTo>
                  <a:lnTo>
                    <a:pt x="55385" y="785172"/>
                  </a:lnTo>
                  <a:lnTo>
                    <a:pt x="26103" y="755890"/>
                  </a:lnTo>
                  <a:lnTo>
                    <a:pt x="6897" y="718763"/>
                  </a:lnTo>
                  <a:lnTo>
                    <a:pt x="0" y="676021"/>
                  </a:lnTo>
                  <a:lnTo>
                    <a:pt x="0" y="135128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3840460" y="2661285"/>
            <a:ext cx="1130935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78740">
              <a:lnSpc>
                <a:spcPct val="101299"/>
              </a:lnSpc>
              <a:spcBef>
                <a:spcPts val="95"/>
              </a:spcBef>
            </a:pP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Worker</a:t>
            </a:r>
            <a:r>
              <a:rPr sz="1600" b="1" spc="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50" dirty="0">
                <a:solidFill>
                  <a:srgbClr val="FFFFFF"/>
                </a:solidFill>
                <a:latin typeface="Malgun Gothic"/>
                <a:cs typeface="Malgun Gothic"/>
              </a:rPr>
              <a:t>+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Connectors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5288576" y="1750123"/>
            <a:ext cx="510540" cy="471805"/>
            <a:chOff x="15288576" y="1750123"/>
            <a:chExt cx="510540" cy="471805"/>
          </a:xfrm>
        </p:grpSpPr>
        <p:sp>
          <p:nvSpPr>
            <p:cNvPr id="62" name="object 62"/>
            <p:cNvSpPr/>
            <p:nvPr/>
          </p:nvSpPr>
          <p:spPr>
            <a:xfrm>
              <a:off x="15293339" y="1754885"/>
              <a:ext cx="501015" cy="462280"/>
            </a:xfrm>
            <a:custGeom>
              <a:avLst/>
              <a:gdLst/>
              <a:ahLst/>
              <a:cxnLst/>
              <a:rect l="l" t="t" r="r" b="b"/>
              <a:pathLst>
                <a:path w="501015" h="462280">
                  <a:moveTo>
                    <a:pt x="250190" y="0"/>
                  </a:moveTo>
                  <a:lnTo>
                    <a:pt x="199768" y="4696"/>
                  </a:lnTo>
                  <a:lnTo>
                    <a:pt x="152804" y="18166"/>
                  </a:lnTo>
                  <a:lnTo>
                    <a:pt x="110306" y="39480"/>
                  </a:lnTo>
                  <a:lnTo>
                    <a:pt x="73278" y="67706"/>
                  </a:lnTo>
                  <a:lnTo>
                    <a:pt x="42728" y="101916"/>
                  </a:lnTo>
                  <a:lnTo>
                    <a:pt x="19661" y="141178"/>
                  </a:lnTo>
                  <a:lnTo>
                    <a:pt x="5082" y="184562"/>
                  </a:lnTo>
                  <a:lnTo>
                    <a:pt x="0" y="231140"/>
                  </a:lnTo>
                  <a:lnTo>
                    <a:pt x="5082" y="277675"/>
                  </a:lnTo>
                  <a:lnTo>
                    <a:pt x="19661" y="321028"/>
                  </a:lnTo>
                  <a:lnTo>
                    <a:pt x="42728" y="360267"/>
                  </a:lnTo>
                  <a:lnTo>
                    <a:pt x="73278" y="394462"/>
                  </a:lnTo>
                  <a:lnTo>
                    <a:pt x="110306" y="422679"/>
                  </a:lnTo>
                  <a:lnTo>
                    <a:pt x="152804" y="443988"/>
                  </a:lnTo>
                  <a:lnTo>
                    <a:pt x="199768" y="457456"/>
                  </a:lnTo>
                  <a:lnTo>
                    <a:pt x="250190" y="462153"/>
                  </a:lnTo>
                  <a:lnTo>
                    <a:pt x="300653" y="457456"/>
                  </a:lnTo>
                  <a:lnTo>
                    <a:pt x="347648" y="443988"/>
                  </a:lnTo>
                  <a:lnTo>
                    <a:pt x="390169" y="422679"/>
                  </a:lnTo>
                  <a:lnTo>
                    <a:pt x="427212" y="394462"/>
                  </a:lnTo>
                  <a:lnTo>
                    <a:pt x="457771" y="360267"/>
                  </a:lnTo>
                  <a:lnTo>
                    <a:pt x="480843" y="321028"/>
                  </a:lnTo>
                  <a:lnTo>
                    <a:pt x="495423" y="277675"/>
                  </a:lnTo>
                  <a:lnTo>
                    <a:pt x="500506" y="231140"/>
                  </a:lnTo>
                  <a:lnTo>
                    <a:pt x="495423" y="184562"/>
                  </a:lnTo>
                  <a:lnTo>
                    <a:pt x="480843" y="141178"/>
                  </a:lnTo>
                  <a:lnTo>
                    <a:pt x="457771" y="101916"/>
                  </a:lnTo>
                  <a:lnTo>
                    <a:pt x="427212" y="67706"/>
                  </a:lnTo>
                  <a:lnTo>
                    <a:pt x="390169" y="39480"/>
                  </a:lnTo>
                  <a:lnTo>
                    <a:pt x="347648" y="18166"/>
                  </a:lnTo>
                  <a:lnTo>
                    <a:pt x="300653" y="4696"/>
                  </a:lnTo>
                  <a:lnTo>
                    <a:pt x="25019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5293339" y="1754885"/>
              <a:ext cx="501015" cy="462280"/>
            </a:xfrm>
            <a:custGeom>
              <a:avLst/>
              <a:gdLst/>
              <a:ahLst/>
              <a:cxnLst/>
              <a:rect l="l" t="t" r="r" b="b"/>
              <a:pathLst>
                <a:path w="501015" h="462280">
                  <a:moveTo>
                    <a:pt x="0" y="231140"/>
                  </a:moveTo>
                  <a:lnTo>
                    <a:pt x="5082" y="184562"/>
                  </a:lnTo>
                  <a:lnTo>
                    <a:pt x="19661" y="141178"/>
                  </a:lnTo>
                  <a:lnTo>
                    <a:pt x="42728" y="101916"/>
                  </a:lnTo>
                  <a:lnTo>
                    <a:pt x="73278" y="67706"/>
                  </a:lnTo>
                  <a:lnTo>
                    <a:pt x="110306" y="39480"/>
                  </a:lnTo>
                  <a:lnTo>
                    <a:pt x="152804" y="18166"/>
                  </a:lnTo>
                  <a:lnTo>
                    <a:pt x="199768" y="4696"/>
                  </a:lnTo>
                  <a:lnTo>
                    <a:pt x="250190" y="0"/>
                  </a:lnTo>
                  <a:lnTo>
                    <a:pt x="300653" y="4696"/>
                  </a:lnTo>
                  <a:lnTo>
                    <a:pt x="347648" y="18166"/>
                  </a:lnTo>
                  <a:lnTo>
                    <a:pt x="390169" y="39480"/>
                  </a:lnTo>
                  <a:lnTo>
                    <a:pt x="427212" y="67706"/>
                  </a:lnTo>
                  <a:lnTo>
                    <a:pt x="457771" y="101916"/>
                  </a:lnTo>
                  <a:lnTo>
                    <a:pt x="480843" y="141178"/>
                  </a:lnTo>
                  <a:lnTo>
                    <a:pt x="495423" y="184562"/>
                  </a:lnTo>
                  <a:lnTo>
                    <a:pt x="500506" y="231140"/>
                  </a:lnTo>
                  <a:lnTo>
                    <a:pt x="495423" y="277675"/>
                  </a:lnTo>
                  <a:lnTo>
                    <a:pt x="480843" y="321028"/>
                  </a:lnTo>
                  <a:lnTo>
                    <a:pt x="457771" y="360267"/>
                  </a:lnTo>
                  <a:lnTo>
                    <a:pt x="427212" y="394462"/>
                  </a:lnTo>
                  <a:lnTo>
                    <a:pt x="390169" y="422679"/>
                  </a:lnTo>
                  <a:lnTo>
                    <a:pt x="347648" y="443988"/>
                  </a:lnTo>
                  <a:lnTo>
                    <a:pt x="300653" y="457456"/>
                  </a:lnTo>
                  <a:lnTo>
                    <a:pt x="250190" y="462153"/>
                  </a:lnTo>
                  <a:lnTo>
                    <a:pt x="199768" y="457456"/>
                  </a:lnTo>
                  <a:lnTo>
                    <a:pt x="152804" y="443988"/>
                  </a:lnTo>
                  <a:lnTo>
                    <a:pt x="110306" y="422679"/>
                  </a:lnTo>
                  <a:lnTo>
                    <a:pt x="73278" y="394462"/>
                  </a:lnTo>
                  <a:lnTo>
                    <a:pt x="42728" y="360267"/>
                  </a:lnTo>
                  <a:lnTo>
                    <a:pt x="19661" y="321028"/>
                  </a:lnTo>
                  <a:lnTo>
                    <a:pt x="5082" y="277675"/>
                  </a:lnTo>
                  <a:lnTo>
                    <a:pt x="0" y="231140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5445486" y="1778634"/>
            <a:ext cx="19875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029130" y="5242242"/>
            <a:ext cx="2967355" cy="785495"/>
            <a:chOff x="8029130" y="5242242"/>
            <a:chExt cx="2967355" cy="785495"/>
          </a:xfrm>
        </p:grpSpPr>
        <p:sp>
          <p:nvSpPr>
            <p:cNvPr id="66" name="object 66"/>
            <p:cNvSpPr/>
            <p:nvPr/>
          </p:nvSpPr>
          <p:spPr>
            <a:xfrm>
              <a:off x="8043418" y="5256529"/>
              <a:ext cx="2938780" cy="756920"/>
            </a:xfrm>
            <a:custGeom>
              <a:avLst/>
              <a:gdLst/>
              <a:ahLst/>
              <a:cxnLst/>
              <a:rect l="l" t="t" r="r" b="b"/>
              <a:pathLst>
                <a:path w="2938779" h="756920">
                  <a:moveTo>
                    <a:pt x="2812541" y="0"/>
                  </a:moveTo>
                  <a:lnTo>
                    <a:pt x="126110" y="0"/>
                  </a:lnTo>
                  <a:lnTo>
                    <a:pt x="76991" y="9900"/>
                  </a:lnTo>
                  <a:lnTo>
                    <a:pt x="36909" y="36909"/>
                  </a:lnTo>
                  <a:lnTo>
                    <a:pt x="9900" y="76991"/>
                  </a:lnTo>
                  <a:lnTo>
                    <a:pt x="0" y="126111"/>
                  </a:lnTo>
                  <a:lnTo>
                    <a:pt x="0" y="630555"/>
                  </a:lnTo>
                  <a:lnTo>
                    <a:pt x="9900" y="679694"/>
                  </a:lnTo>
                  <a:lnTo>
                    <a:pt x="36909" y="719820"/>
                  </a:lnTo>
                  <a:lnTo>
                    <a:pt x="76991" y="746873"/>
                  </a:lnTo>
                  <a:lnTo>
                    <a:pt x="126110" y="756793"/>
                  </a:lnTo>
                  <a:lnTo>
                    <a:pt x="2812541" y="756793"/>
                  </a:lnTo>
                  <a:lnTo>
                    <a:pt x="2861681" y="746873"/>
                  </a:lnTo>
                  <a:lnTo>
                    <a:pt x="2901807" y="719820"/>
                  </a:lnTo>
                  <a:lnTo>
                    <a:pt x="2928860" y="679694"/>
                  </a:lnTo>
                  <a:lnTo>
                    <a:pt x="2938779" y="630555"/>
                  </a:lnTo>
                  <a:lnTo>
                    <a:pt x="2938779" y="126111"/>
                  </a:lnTo>
                  <a:lnTo>
                    <a:pt x="2928860" y="76991"/>
                  </a:lnTo>
                  <a:lnTo>
                    <a:pt x="2901807" y="36909"/>
                  </a:lnTo>
                  <a:lnTo>
                    <a:pt x="2861681" y="9900"/>
                  </a:lnTo>
                  <a:lnTo>
                    <a:pt x="2812541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8043418" y="5256529"/>
              <a:ext cx="2938780" cy="756920"/>
            </a:xfrm>
            <a:custGeom>
              <a:avLst/>
              <a:gdLst/>
              <a:ahLst/>
              <a:cxnLst/>
              <a:rect l="l" t="t" r="r" b="b"/>
              <a:pathLst>
                <a:path w="2938779" h="756920">
                  <a:moveTo>
                    <a:pt x="0" y="126111"/>
                  </a:moveTo>
                  <a:lnTo>
                    <a:pt x="9900" y="76991"/>
                  </a:lnTo>
                  <a:lnTo>
                    <a:pt x="36909" y="36909"/>
                  </a:lnTo>
                  <a:lnTo>
                    <a:pt x="76991" y="9900"/>
                  </a:lnTo>
                  <a:lnTo>
                    <a:pt x="126110" y="0"/>
                  </a:lnTo>
                  <a:lnTo>
                    <a:pt x="2812541" y="0"/>
                  </a:lnTo>
                  <a:lnTo>
                    <a:pt x="2861681" y="9900"/>
                  </a:lnTo>
                  <a:lnTo>
                    <a:pt x="2901807" y="36909"/>
                  </a:lnTo>
                  <a:lnTo>
                    <a:pt x="2928860" y="76991"/>
                  </a:lnTo>
                  <a:lnTo>
                    <a:pt x="2938779" y="126111"/>
                  </a:lnTo>
                  <a:lnTo>
                    <a:pt x="2938779" y="630555"/>
                  </a:lnTo>
                  <a:lnTo>
                    <a:pt x="2928860" y="679694"/>
                  </a:lnTo>
                  <a:lnTo>
                    <a:pt x="2901807" y="719820"/>
                  </a:lnTo>
                  <a:lnTo>
                    <a:pt x="2861681" y="746873"/>
                  </a:lnTo>
                  <a:lnTo>
                    <a:pt x="2812541" y="756793"/>
                  </a:lnTo>
                  <a:lnTo>
                    <a:pt x="126110" y="756793"/>
                  </a:lnTo>
                  <a:lnTo>
                    <a:pt x="76991" y="746873"/>
                  </a:lnTo>
                  <a:lnTo>
                    <a:pt x="36909" y="719820"/>
                  </a:lnTo>
                  <a:lnTo>
                    <a:pt x="9900" y="679694"/>
                  </a:lnTo>
                  <a:lnTo>
                    <a:pt x="0" y="630555"/>
                  </a:lnTo>
                  <a:lnTo>
                    <a:pt x="0" y="126111"/>
                  </a:lnTo>
                  <a:close/>
                </a:path>
              </a:pathLst>
            </a:custGeom>
            <a:ln w="2857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776461" y="5372226"/>
            <a:ext cx="1471930" cy="5194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43840">
              <a:lnSpc>
                <a:spcPct val="101299"/>
              </a:lnSpc>
              <a:spcBef>
                <a:spcPts val="95"/>
              </a:spcBef>
            </a:pP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Confluent 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Control</a:t>
            </a:r>
            <a:r>
              <a:rPr sz="1600" b="1" spc="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Center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0597705" y="5041455"/>
            <a:ext cx="510540" cy="476250"/>
            <a:chOff x="10597705" y="5041455"/>
            <a:chExt cx="510540" cy="476250"/>
          </a:xfrm>
        </p:grpSpPr>
        <p:sp>
          <p:nvSpPr>
            <p:cNvPr id="70" name="object 70"/>
            <p:cNvSpPr/>
            <p:nvPr/>
          </p:nvSpPr>
          <p:spPr>
            <a:xfrm>
              <a:off x="10602468" y="5046217"/>
              <a:ext cx="501015" cy="466725"/>
            </a:xfrm>
            <a:custGeom>
              <a:avLst/>
              <a:gdLst/>
              <a:ahLst/>
              <a:cxnLst/>
              <a:rect l="l" t="t" r="r" b="b"/>
              <a:pathLst>
                <a:path w="501015" h="466725">
                  <a:moveTo>
                    <a:pt x="250189" y="0"/>
                  </a:moveTo>
                  <a:lnTo>
                    <a:pt x="199768" y="4742"/>
                  </a:lnTo>
                  <a:lnTo>
                    <a:pt x="152804" y="18345"/>
                  </a:lnTo>
                  <a:lnTo>
                    <a:pt x="110306" y="39868"/>
                  </a:lnTo>
                  <a:lnTo>
                    <a:pt x="73278" y="68373"/>
                  </a:lnTo>
                  <a:lnTo>
                    <a:pt x="42728" y="102920"/>
                  </a:lnTo>
                  <a:lnTo>
                    <a:pt x="19661" y="142571"/>
                  </a:lnTo>
                  <a:lnTo>
                    <a:pt x="5082" y="186386"/>
                  </a:lnTo>
                  <a:lnTo>
                    <a:pt x="0" y="233426"/>
                  </a:lnTo>
                  <a:lnTo>
                    <a:pt x="5082" y="280423"/>
                  </a:lnTo>
                  <a:lnTo>
                    <a:pt x="19661" y="324207"/>
                  </a:lnTo>
                  <a:lnTo>
                    <a:pt x="42728" y="363835"/>
                  </a:lnTo>
                  <a:lnTo>
                    <a:pt x="73278" y="398367"/>
                  </a:lnTo>
                  <a:lnTo>
                    <a:pt x="110306" y="426862"/>
                  </a:lnTo>
                  <a:lnTo>
                    <a:pt x="152804" y="448381"/>
                  </a:lnTo>
                  <a:lnTo>
                    <a:pt x="199768" y="461982"/>
                  </a:lnTo>
                  <a:lnTo>
                    <a:pt x="250189" y="466725"/>
                  </a:lnTo>
                  <a:lnTo>
                    <a:pt x="300653" y="461982"/>
                  </a:lnTo>
                  <a:lnTo>
                    <a:pt x="347648" y="448381"/>
                  </a:lnTo>
                  <a:lnTo>
                    <a:pt x="390169" y="426862"/>
                  </a:lnTo>
                  <a:lnTo>
                    <a:pt x="427212" y="398367"/>
                  </a:lnTo>
                  <a:lnTo>
                    <a:pt x="457771" y="363835"/>
                  </a:lnTo>
                  <a:lnTo>
                    <a:pt x="480843" y="324207"/>
                  </a:lnTo>
                  <a:lnTo>
                    <a:pt x="495423" y="280423"/>
                  </a:lnTo>
                  <a:lnTo>
                    <a:pt x="500506" y="233426"/>
                  </a:lnTo>
                  <a:lnTo>
                    <a:pt x="495423" y="186386"/>
                  </a:lnTo>
                  <a:lnTo>
                    <a:pt x="480843" y="142571"/>
                  </a:lnTo>
                  <a:lnTo>
                    <a:pt x="457771" y="102920"/>
                  </a:lnTo>
                  <a:lnTo>
                    <a:pt x="427212" y="68373"/>
                  </a:lnTo>
                  <a:lnTo>
                    <a:pt x="390169" y="39868"/>
                  </a:lnTo>
                  <a:lnTo>
                    <a:pt x="347648" y="18345"/>
                  </a:lnTo>
                  <a:lnTo>
                    <a:pt x="300653" y="4742"/>
                  </a:lnTo>
                  <a:lnTo>
                    <a:pt x="25018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10602468" y="5046217"/>
              <a:ext cx="501015" cy="466725"/>
            </a:xfrm>
            <a:custGeom>
              <a:avLst/>
              <a:gdLst/>
              <a:ahLst/>
              <a:cxnLst/>
              <a:rect l="l" t="t" r="r" b="b"/>
              <a:pathLst>
                <a:path w="501015" h="466725">
                  <a:moveTo>
                    <a:pt x="0" y="233426"/>
                  </a:moveTo>
                  <a:lnTo>
                    <a:pt x="5082" y="186386"/>
                  </a:lnTo>
                  <a:lnTo>
                    <a:pt x="19661" y="142571"/>
                  </a:lnTo>
                  <a:lnTo>
                    <a:pt x="42728" y="102920"/>
                  </a:lnTo>
                  <a:lnTo>
                    <a:pt x="73278" y="68373"/>
                  </a:lnTo>
                  <a:lnTo>
                    <a:pt x="110306" y="39868"/>
                  </a:lnTo>
                  <a:lnTo>
                    <a:pt x="152804" y="18345"/>
                  </a:lnTo>
                  <a:lnTo>
                    <a:pt x="199768" y="4742"/>
                  </a:lnTo>
                  <a:lnTo>
                    <a:pt x="250189" y="0"/>
                  </a:lnTo>
                  <a:lnTo>
                    <a:pt x="300653" y="4742"/>
                  </a:lnTo>
                  <a:lnTo>
                    <a:pt x="347648" y="18345"/>
                  </a:lnTo>
                  <a:lnTo>
                    <a:pt x="390169" y="39868"/>
                  </a:lnTo>
                  <a:lnTo>
                    <a:pt x="427212" y="68373"/>
                  </a:lnTo>
                  <a:lnTo>
                    <a:pt x="457771" y="102920"/>
                  </a:lnTo>
                  <a:lnTo>
                    <a:pt x="480843" y="142571"/>
                  </a:lnTo>
                  <a:lnTo>
                    <a:pt x="495423" y="186386"/>
                  </a:lnTo>
                  <a:lnTo>
                    <a:pt x="500506" y="233426"/>
                  </a:lnTo>
                  <a:lnTo>
                    <a:pt x="495423" y="280423"/>
                  </a:lnTo>
                  <a:lnTo>
                    <a:pt x="480843" y="324207"/>
                  </a:lnTo>
                  <a:lnTo>
                    <a:pt x="457771" y="363835"/>
                  </a:lnTo>
                  <a:lnTo>
                    <a:pt x="427212" y="398367"/>
                  </a:lnTo>
                  <a:lnTo>
                    <a:pt x="390169" y="426862"/>
                  </a:lnTo>
                  <a:lnTo>
                    <a:pt x="347648" y="448381"/>
                  </a:lnTo>
                  <a:lnTo>
                    <a:pt x="300653" y="461982"/>
                  </a:lnTo>
                  <a:lnTo>
                    <a:pt x="250189" y="466725"/>
                  </a:lnTo>
                  <a:lnTo>
                    <a:pt x="199768" y="461982"/>
                  </a:lnTo>
                  <a:lnTo>
                    <a:pt x="152804" y="448381"/>
                  </a:lnTo>
                  <a:lnTo>
                    <a:pt x="110306" y="426862"/>
                  </a:lnTo>
                  <a:lnTo>
                    <a:pt x="73278" y="398367"/>
                  </a:lnTo>
                  <a:lnTo>
                    <a:pt x="42728" y="363835"/>
                  </a:lnTo>
                  <a:lnTo>
                    <a:pt x="19661" y="324207"/>
                  </a:lnTo>
                  <a:lnTo>
                    <a:pt x="5082" y="280423"/>
                  </a:lnTo>
                  <a:lnTo>
                    <a:pt x="0" y="233426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0784840" y="5072634"/>
            <a:ext cx="1358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405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1467485" y="3105023"/>
            <a:ext cx="9147810" cy="1289050"/>
          </a:xfrm>
          <a:custGeom>
            <a:avLst/>
            <a:gdLst/>
            <a:ahLst/>
            <a:cxnLst/>
            <a:rect l="l" t="t" r="r" b="b"/>
            <a:pathLst>
              <a:path w="9147810" h="1289050">
                <a:moveTo>
                  <a:pt x="0" y="214756"/>
                </a:moveTo>
                <a:lnTo>
                  <a:pt x="5671" y="165511"/>
                </a:lnTo>
                <a:lnTo>
                  <a:pt x="21826" y="120307"/>
                </a:lnTo>
                <a:lnTo>
                  <a:pt x="47176" y="80432"/>
                </a:lnTo>
                <a:lnTo>
                  <a:pt x="80432" y="47176"/>
                </a:lnTo>
                <a:lnTo>
                  <a:pt x="120307" y="21826"/>
                </a:lnTo>
                <a:lnTo>
                  <a:pt x="165511" y="5671"/>
                </a:lnTo>
                <a:lnTo>
                  <a:pt x="214757" y="0"/>
                </a:lnTo>
                <a:lnTo>
                  <a:pt x="8932799" y="0"/>
                </a:lnTo>
                <a:lnTo>
                  <a:pt x="8982044" y="5671"/>
                </a:lnTo>
                <a:lnTo>
                  <a:pt x="9027248" y="21826"/>
                </a:lnTo>
                <a:lnTo>
                  <a:pt x="9067123" y="47176"/>
                </a:lnTo>
                <a:lnTo>
                  <a:pt x="9100379" y="80432"/>
                </a:lnTo>
                <a:lnTo>
                  <a:pt x="9125729" y="120307"/>
                </a:lnTo>
                <a:lnTo>
                  <a:pt x="9141884" y="165511"/>
                </a:lnTo>
                <a:lnTo>
                  <a:pt x="9147556" y="214756"/>
                </a:lnTo>
                <a:lnTo>
                  <a:pt x="9147556" y="1073785"/>
                </a:lnTo>
                <a:lnTo>
                  <a:pt x="9141884" y="1123030"/>
                </a:lnTo>
                <a:lnTo>
                  <a:pt x="9125729" y="1168234"/>
                </a:lnTo>
                <a:lnTo>
                  <a:pt x="9100379" y="1208109"/>
                </a:lnTo>
                <a:lnTo>
                  <a:pt x="9067123" y="1241365"/>
                </a:lnTo>
                <a:lnTo>
                  <a:pt x="9027248" y="1266715"/>
                </a:lnTo>
                <a:lnTo>
                  <a:pt x="8982044" y="1282870"/>
                </a:lnTo>
                <a:lnTo>
                  <a:pt x="8932799" y="1288541"/>
                </a:lnTo>
                <a:lnTo>
                  <a:pt x="214757" y="1288541"/>
                </a:lnTo>
                <a:lnTo>
                  <a:pt x="165511" y="1282870"/>
                </a:lnTo>
                <a:lnTo>
                  <a:pt x="120307" y="1266715"/>
                </a:lnTo>
                <a:lnTo>
                  <a:pt x="80432" y="1241365"/>
                </a:lnTo>
                <a:lnTo>
                  <a:pt x="47176" y="1208109"/>
                </a:lnTo>
                <a:lnTo>
                  <a:pt x="21826" y="1168234"/>
                </a:lnTo>
                <a:lnTo>
                  <a:pt x="5671" y="1123030"/>
                </a:lnTo>
                <a:lnTo>
                  <a:pt x="0" y="1073785"/>
                </a:lnTo>
                <a:lnTo>
                  <a:pt x="0" y="214756"/>
                </a:lnTo>
                <a:close/>
              </a:path>
            </a:pathLst>
          </a:custGeom>
          <a:ln w="28574">
            <a:solidFill>
              <a:srgbClr val="1733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4933315" y="3227069"/>
            <a:ext cx="221742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Kafka</a:t>
            </a:r>
            <a:r>
              <a:rPr sz="1600" b="1" spc="1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173360"/>
                </a:solidFill>
                <a:latin typeface="Malgun Gothic"/>
                <a:cs typeface="Malgun Gothic"/>
              </a:rPr>
              <a:t>Cluster(Brokers)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353117" y="3558349"/>
            <a:ext cx="1645920" cy="689610"/>
            <a:chOff x="3353117" y="3558349"/>
            <a:chExt cx="1645920" cy="689610"/>
          </a:xfrm>
        </p:grpSpPr>
        <p:sp>
          <p:nvSpPr>
            <p:cNvPr id="76" name="object 76"/>
            <p:cNvSpPr/>
            <p:nvPr/>
          </p:nvSpPr>
          <p:spPr>
            <a:xfrm>
              <a:off x="3357879" y="3563111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1522730" y="0"/>
                  </a:moveTo>
                  <a:lnTo>
                    <a:pt x="113284" y="0"/>
                  </a:lnTo>
                  <a:lnTo>
                    <a:pt x="69169" y="8913"/>
                  </a:lnTo>
                  <a:lnTo>
                    <a:pt x="33162" y="33210"/>
                  </a:lnTo>
                  <a:lnTo>
                    <a:pt x="8895" y="69222"/>
                  </a:lnTo>
                  <a:lnTo>
                    <a:pt x="0" y="113284"/>
                  </a:lnTo>
                  <a:lnTo>
                    <a:pt x="0" y="566420"/>
                  </a:lnTo>
                  <a:lnTo>
                    <a:pt x="8895" y="610461"/>
                  </a:lnTo>
                  <a:lnTo>
                    <a:pt x="33162" y="646430"/>
                  </a:lnTo>
                  <a:lnTo>
                    <a:pt x="69169" y="670683"/>
                  </a:lnTo>
                  <a:lnTo>
                    <a:pt x="113284" y="679577"/>
                  </a:lnTo>
                  <a:lnTo>
                    <a:pt x="1522730" y="679577"/>
                  </a:lnTo>
                  <a:lnTo>
                    <a:pt x="1566844" y="670683"/>
                  </a:lnTo>
                  <a:lnTo>
                    <a:pt x="1602851" y="646430"/>
                  </a:lnTo>
                  <a:lnTo>
                    <a:pt x="1627118" y="610461"/>
                  </a:lnTo>
                  <a:lnTo>
                    <a:pt x="1636014" y="566420"/>
                  </a:lnTo>
                  <a:lnTo>
                    <a:pt x="1636014" y="113284"/>
                  </a:lnTo>
                  <a:lnTo>
                    <a:pt x="1627118" y="69222"/>
                  </a:lnTo>
                  <a:lnTo>
                    <a:pt x="1602851" y="33210"/>
                  </a:lnTo>
                  <a:lnTo>
                    <a:pt x="1566844" y="8913"/>
                  </a:lnTo>
                  <a:lnTo>
                    <a:pt x="1522730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357879" y="3563111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0" y="113284"/>
                  </a:moveTo>
                  <a:lnTo>
                    <a:pt x="8895" y="69222"/>
                  </a:lnTo>
                  <a:lnTo>
                    <a:pt x="33162" y="33210"/>
                  </a:lnTo>
                  <a:lnTo>
                    <a:pt x="69169" y="8913"/>
                  </a:lnTo>
                  <a:lnTo>
                    <a:pt x="113284" y="0"/>
                  </a:lnTo>
                  <a:lnTo>
                    <a:pt x="1522730" y="0"/>
                  </a:lnTo>
                  <a:lnTo>
                    <a:pt x="1566844" y="8913"/>
                  </a:lnTo>
                  <a:lnTo>
                    <a:pt x="1602851" y="33210"/>
                  </a:lnTo>
                  <a:lnTo>
                    <a:pt x="1627118" y="69222"/>
                  </a:lnTo>
                  <a:lnTo>
                    <a:pt x="1636014" y="113284"/>
                  </a:lnTo>
                  <a:lnTo>
                    <a:pt x="1636014" y="566420"/>
                  </a:lnTo>
                  <a:lnTo>
                    <a:pt x="1627118" y="610461"/>
                  </a:lnTo>
                  <a:lnTo>
                    <a:pt x="1602851" y="646430"/>
                  </a:lnTo>
                  <a:lnTo>
                    <a:pt x="1566844" y="670683"/>
                  </a:lnTo>
                  <a:lnTo>
                    <a:pt x="1522730" y="679577"/>
                  </a:lnTo>
                  <a:lnTo>
                    <a:pt x="113284" y="679577"/>
                  </a:lnTo>
                  <a:lnTo>
                    <a:pt x="69169" y="670683"/>
                  </a:lnTo>
                  <a:lnTo>
                    <a:pt x="33162" y="646430"/>
                  </a:lnTo>
                  <a:lnTo>
                    <a:pt x="8895" y="610461"/>
                  </a:lnTo>
                  <a:lnTo>
                    <a:pt x="0" y="566420"/>
                  </a:lnTo>
                  <a:lnTo>
                    <a:pt x="0" y="113284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527805" y="3764025"/>
            <a:ext cx="129603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1600" b="1" spc="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166042" y="3558349"/>
            <a:ext cx="1645920" cy="689610"/>
            <a:chOff x="5166042" y="3558349"/>
            <a:chExt cx="1645920" cy="689610"/>
          </a:xfrm>
        </p:grpSpPr>
        <p:sp>
          <p:nvSpPr>
            <p:cNvPr id="80" name="object 80"/>
            <p:cNvSpPr/>
            <p:nvPr/>
          </p:nvSpPr>
          <p:spPr>
            <a:xfrm>
              <a:off x="5170804" y="3563111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1522729" y="0"/>
                  </a:moveTo>
                  <a:lnTo>
                    <a:pt x="113157" y="0"/>
                  </a:lnTo>
                  <a:lnTo>
                    <a:pt x="69115" y="8913"/>
                  </a:lnTo>
                  <a:lnTo>
                    <a:pt x="33147" y="33210"/>
                  </a:lnTo>
                  <a:lnTo>
                    <a:pt x="8893" y="69222"/>
                  </a:lnTo>
                  <a:lnTo>
                    <a:pt x="0" y="113284"/>
                  </a:lnTo>
                  <a:lnTo>
                    <a:pt x="0" y="566420"/>
                  </a:lnTo>
                  <a:lnTo>
                    <a:pt x="8893" y="610461"/>
                  </a:lnTo>
                  <a:lnTo>
                    <a:pt x="33146" y="646430"/>
                  </a:lnTo>
                  <a:lnTo>
                    <a:pt x="69115" y="670683"/>
                  </a:lnTo>
                  <a:lnTo>
                    <a:pt x="113157" y="679577"/>
                  </a:lnTo>
                  <a:lnTo>
                    <a:pt x="1522729" y="679577"/>
                  </a:lnTo>
                  <a:lnTo>
                    <a:pt x="1566844" y="670683"/>
                  </a:lnTo>
                  <a:lnTo>
                    <a:pt x="1602851" y="646430"/>
                  </a:lnTo>
                  <a:lnTo>
                    <a:pt x="1627118" y="610461"/>
                  </a:lnTo>
                  <a:lnTo>
                    <a:pt x="1636014" y="566420"/>
                  </a:lnTo>
                  <a:lnTo>
                    <a:pt x="1636014" y="113284"/>
                  </a:lnTo>
                  <a:lnTo>
                    <a:pt x="1627118" y="69222"/>
                  </a:lnTo>
                  <a:lnTo>
                    <a:pt x="1602851" y="33210"/>
                  </a:lnTo>
                  <a:lnTo>
                    <a:pt x="1566844" y="8913"/>
                  </a:lnTo>
                  <a:lnTo>
                    <a:pt x="1522729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5170804" y="3563111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0" y="113284"/>
                  </a:moveTo>
                  <a:lnTo>
                    <a:pt x="8893" y="69222"/>
                  </a:lnTo>
                  <a:lnTo>
                    <a:pt x="33147" y="33210"/>
                  </a:lnTo>
                  <a:lnTo>
                    <a:pt x="69115" y="8913"/>
                  </a:lnTo>
                  <a:lnTo>
                    <a:pt x="113157" y="0"/>
                  </a:lnTo>
                  <a:lnTo>
                    <a:pt x="1522729" y="0"/>
                  </a:lnTo>
                  <a:lnTo>
                    <a:pt x="1566844" y="8913"/>
                  </a:lnTo>
                  <a:lnTo>
                    <a:pt x="1602851" y="33210"/>
                  </a:lnTo>
                  <a:lnTo>
                    <a:pt x="1627118" y="69222"/>
                  </a:lnTo>
                  <a:lnTo>
                    <a:pt x="1636014" y="113284"/>
                  </a:lnTo>
                  <a:lnTo>
                    <a:pt x="1636014" y="566420"/>
                  </a:lnTo>
                  <a:lnTo>
                    <a:pt x="1627118" y="610461"/>
                  </a:lnTo>
                  <a:lnTo>
                    <a:pt x="1602851" y="646430"/>
                  </a:lnTo>
                  <a:lnTo>
                    <a:pt x="1566844" y="670683"/>
                  </a:lnTo>
                  <a:lnTo>
                    <a:pt x="1522729" y="679577"/>
                  </a:lnTo>
                  <a:lnTo>
                    <a:pt x="113157" y="679577"/>
                  </a:lnTo>
                  <a:lnTo>
                    <a:pt x="69115" y="670683"/>
                  </a:lnTo>
                  <a:lnTo>
                    <a:pt x="33146" y="646430"/>
                  </a:lnTo>
                  <a:lnTo>
                    <a:pt x="8893" y="610461"/>
                  </a:lnTo>
                  <a:lnTo>
                    <a:pt x="0" y="566420"/>
                  </a:lnTo>
                  <a:lnTo>
                    <a:pt x="0" y="113284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5340858" y="3764025"/>
            <a:ext cx="129603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1600" b="1" spc="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6994969" y="3558349"/>
            <a:ext cx="1645920" cy="689610"/>
            <a:chOff x="6994969" y="3558349"/>
            <a:chExt cx="1645920" cy="689610"/>
          </a:xfrm>
        </p:grpSpPr>
        <p:sp>
          <p:nvSpPr>
            <p:cNvPr id="84" name="object 84"/>
            <p:cNvSpPr/>
            <p:nvPr/>
          </p:nvSpPr>
          <p:spPr>
            <a:xfrm>
              <a:off x="6999731" y="3563111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1522729" y="0"/>
                  </a:moveTo>
                  <a:lnTo>
                    <a:pt x="113284" y="0"/>
                  </a:lnTo>
                  <a:lnTo>
                    <a:pt x="69169" y="8913"/>
                  </a:lnTo>
                  <a:lnTo>
                    <a:pt x="33162" y="33210"/>
                  </a:lnTo>
                  <a:lnTo>
                    <a:pt x="8895" y="69222"/>
                  </a:lnTo>
                  <a:lnTo>
                    <a:pt x="0" y="113284"/>
                  </a:lnTo>
                  <a:lnTo>
                    <a:pt x="0" y="566420"/>
                  </a:lnTo>
                  <a:lnTo>
                    <a:pt x="8895" y="610461"/>
                  </a:lnTo>
                  <a:lnTo>
                    <a:pt x="33162" y="646430"/>
                  </a:lnTo>
                  <a:lnTo>
                    <a:pt x="69169" y="670683"/>
                  </a:lnTo>
                  <a:lnTo>
                    <a:pt x="113284" y="679577"/>
                  </a:lnTo>
                  <a:lnTo>
                    <a:pt x="1522729" y="679577"/>
                  </a:lnTo>
                  <a:lnTo>
                    <a:pt x="1566844" y="670683"/>
                  </a:lnTo>
                  <a:lnTo>
                    <a:pt x="1602851" y="646430"/>
                  </a:lnTo>
                  <a:lnTo>
                    <a:pt x="1627118" y="610461"/>
                  </a:lnTo>
                  <a:lnTo>
                    <a:pt x="1636014" y="566420"/>
                  </a:lnTo>
                  <a:lnTo>
                    <a:pt x="1636014" y="113284"/>
                  </a:lnTo>
                  <a:lnTo>
                    <a:pt x="1627118" y="69222"/>
                  </a:lnTo>
                  <a:lnTo>
                    <a:pt x="1602851" y="33210"/>
                  </a:lnTo>
                  <a:lnTo>
                    <a:pt x="1566844" y="8913"/>
                  </a:lnTo>
                  <a:lnTo>
                    <a:pt x="1522729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999731" y="3563111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0" y="113284"/>
                  </a:moveTo>
                  <a:lnTo>
                    <a:pt x="8895" y="69222"/>
                  </a:lnTo>
                  <a:lnTo>
                    <a:pt x="33162" y="33210"/>
                  </a:lnTo>
                  <a:lnTo>
                    <a:pt x="69169" y="8913"/>
                  </a:lnTo>
                  <a:lnTo>
                    <a:pt x="113284" y="0"/>
                  </a:lnTo>
                  <a:lnTo>
                    <a:pt x="1522729" y="0"/>
                  </a:lnTo>
                  <a:lnTo>
                    <a:pt x="1566844" y="8913"/>
                  </a:lnTo>
                  <a:lnTo>
                    <a:pt x="1602851" y="33210"/>
                  </a:lnTo>
                  <a:lnTo>
                    <a:pt x="1627118" y="69222"/>
                  </a:lnTo>
                  <a:lnTo>
                    <a:pt x="1636014" y="113284"/>
                  </a:lnTo>
                  <a:lnTo>
                    <a:pt x="1636014" y="566420"/>
                  </a:lnTo>
                  <a:lnTo>
                    <a:pt x="1627118" y="610461"/>
                  </a:lnTo>
                  <a:lnTo>
                    <a:pt x="1602851" y="646430"/>
                  </a:lnTo>
                  <a:lnTo>
                    <a:pt x="1566844" y="670683"/>
                  </a:lnTo>
                  <a:lnTo>
                    <a:pt x="1522729" y="679577"/>
                  </a:lnTo>
                  <a:lnTo>
                    <a:pt x="113284" y="679577"/>
                  </a:lnTo>
                  <a:lnTo>
                    <a:pt x="69169" y="670683"/>
                  </a:lnTo>
                  <a:lnTo>
                    <a:pt x="33162" y="646430"/>
                  </a:lnTo>
                  <a:lnTo>
                    <a:pt x="8895" y="610461"/>
                  </a:lnTo>
                  <a:lnTo>
                    <a:pt x="0" y="566420"/>
                  </a:lnTo>
                  <a:lnTo>
                    <a:pt x="0" y="113284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7169911" y="3764025"/>
            <a:ext cx="129603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1600" b="1" spc="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8807767" y="3558349"/>
            <a:ext cx="1645920" cy="689610"/>
            <a:chOff x="8807767" y="3558349"/>
            <a:chExt cx="1645920" cy="689610"/>
          </a:xfrm>
        </p:grpSpPr>
        <p:sp>
          <p:nvSpPr>
            <p:cNvPr id="88" name="object 88"/>
            <p:cNvSpPr/>
            <p:nvPr/>
          </p:nvSpPr>
          <p:spPr>
            <a:xfrm>
              <a:off x="8812530" y="3563111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1522856" y="0"/>
                  </a:moveTo>
                  <a:lnTo>
                    <a:pt x="113284" y="0"/>
                  </a:lnTo>
                  <a:lnTo>
                    <a:pt x="69222" y="8913"/>
                  </a:lnTo>
                  <a:lnTo>
                    <a:pt x="33210" y="33210"/>
                  </a:lnTo>
                  <a:lnTo>
                    <a:pt x="8913" y="69222"/>
                  </a:lnTo>
                  <a:lnTo>
                    <a:pt x="0" y="113284"/>
                  </a:lnTo>
                  <a:lnTo>
                    <a:pt x="0" y="566420"/>
                  </a:lnTo>
                  <a:lnTo>
                    <a:pt x="8913" y="610461"/>
                  </a:lnTo>
                  <a:lnTo>
                    <a:pt x="33210" y="646430"/>
                  </a:lnTo>
                  <a:lnTo>
                    <a:pt x="69222" y="670683"/>
                  </a:lnTo>
                  <a:lnTo>
                    <a:pt x="113284" y="679577"/>
                  </a:lnTo>
                  <a:lnTo>
                    <a:pt x="1522856" y="679577"/>
                  </a:lnTo>
                  <a:lnTo>
                    <a:pt x="1566918" y="670683"/>
                  </a:lnTo>
                  <a:lnTo>
                    <a:pt x="1602930" y="646430"/>
                  </a:lnTo>
                  <a:lnTo>
                    <a:pt x="1627227" y="610461"/>
                  </a:lnTo>
                  <a:lnTo>
                    <a:pt x="1636141" y="566420"/>
                  </a:lnTo>
                  <a:lnTo>
                    <a:pt x="1636141" y="113284"/>
                  </a:lnTo>
                  <a:lnTo>
                    <a:pt x="1627227" y="69222"/>
                  </a:lnTo>
                  <a:lnTo>
                    <a:pt x="1602930" y="33210"/>
                  </a:lnTo>
                  <a:lnTo>
                    <a:pt x="1566918" y="8913"/>
                  </a:lnTo>
                  <a:lnTo>
                    <a:pt x="1522856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8812530" y="3563111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0" y="113284"/>
                  </a:moveTo>
                  <a:lnTo>
                    <a:pt x="8913" y="69222"/>
                  </a:lnTo>
                  <a:lnTo>
                    <a:pt x="33210" y="33210"/>
                  </a:lnTo>
                  <a:lnTo>
                    <a:pt x="69222" y="8913"/>
                  </a:lnTo>
                  <a:lnTo>
                    <a:pt x="113284" y="0"/>
                  </a:lnTo>
                  <a:lnTo>
                    <a:pt x="1522856" y="0"/>
                  </a:lnTo>
                  <a:lnTo>
                    <a:pt x="1566918" y="8913"/>
                  </a:lnTo>
                  <a:lnTo>
                    <a:pt x="1602930" y="33210"/>
                  </a:lnTo>
                  <a:lnTo>
                    <a:pt x="1627227" y="69222"/>
                  </a:lnTo>
                  <a:lnTo>
                    <a:pt x="1636141" y="113284"/>
                  </a:lnTo>
                  <a:lnTo>
                    <a:pt x="1636141" y="566420"/>
                  </a:lnTo>
                  <a:lnTo>
                    <a:pt x="1627227" y="610461"/>
                  </a:lnTo>
                  <a:lnTo>
                    <a:pt x="1602930" y="646430"/>
                  </a:lnTo>
                  <a:lnTo>
                    <a:pt x="1566918" y="670683"/>
                  </a:lnTo>
                  <a:lnTo>
                    <a:pt x="1522856" y="679577"/>
                  </a:lnTo>
                  <a:lnTo>
                    <a:pt x="113284" y="679577"/>
                  </a:lnTo>
                  <a:lnTo>
                    <a:pt x="69222" y="670683"/>
                  </a:lnTo>
                  <a:lnTo>
                    <a:pt x="33210" y="646430"/>
                  </a:lnTo>
                  <a:lnTo>
                    <a:pt x="8913" y="610461"/>
                  </a:lnTo>
                  <a:lnTo>
                    <a:pt x="0" y="566420"/>
                  </a:lnTo>
                  <a:lnTo>
                    <a:pt x="0" y="113284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8982836" y="3764025"/>
            <a:ext cx="129603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1600" b="1" spc="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1571815" y="3575875"/>
            <a:ext cx="1645920" cy="689610"/>
            <a:chOff x="1571815" y="3575875"/>
            <a:chExt cx="1645920" cy="689610"/>
          </a:xfrm>
        </p:grpSpPr>
        <p:sp>
          <p:nvSpPr>
            <p:cNvPr id="92" name="object 92"/>
            <p:cNvSpPr/>
            <p:nvPr/>
          </p:nvSpPr>
          <p:spPr>
            <a:xfrm>
              <a:off x="1576577" y="3580638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1522730" y="0"/>
                  </a:moveTo>
                  <a:lnTo>
                    <a:pt x="113284" y="0"/>
                  </a:lnTo>
                  <a:lnTo>
                    <a:pt x="69169" y="8913"/>
                  </a:lnTo>
                  <a:lnTo>
                    <a:pt x="33162" y="33210"/>
                  </a:lnTo>
                  <a:lnTo>
                    <a:pt x="8895" y="69222"/>
                  </a:lnTo>
                  <a:lnTo>
                    <a:pt x="0" y="113283"/>
                  </a:lnTo>
                  <a:lnTo>
                    <a:pt x="0" y="566292"/>
                  </a:lnTo>
                  <a:lnTo>
                    <a:pt x="8895" y="610407"/>
                  </a:lnTo>
                  <a:lnTo>
                    <a:pt x="33162" y="646414"/>
                  </a:lnTo>
                  <a:lnTo>
                    <a:pt x="69169" y="670681"/>
                  </a:lnTo>
                  <a:lnTo>
                    <a:pt x="113284" y="679576"/>
                  </a:lnTo>
                  <a:lnTo>
                    <a:pt x="1522730" y="679576"/>
                  </a:lnTo>
                  <a:lnTo>
                    <a:pt x="1566844" y="670681"/>
                  </a:lnTo>
                  <a:lnTo>
                    <a:pt x="1602851" y="646414"/>
                  </a:lnTo>
                  <a:lnTo>
                    <a:pt x="1627118" y="610407"/>
                  </a:lnTo>
                  <a:lnTo>
                    <a:pt x="1636014" y="566292"/>
                  </a:lnTo>
                  <a:lnTo>
                    <a:pt x="1636014" y="113283"/>
                  </a:lnTo>
                  <a:lnTo>
                    <a:pt x="1627118" y="69222"/>
                  </a:lnTo>
                  <a:lnTo>
                    <a:pt x="1602851" y="33210"/>
                  </a:lnTo>
                  <a:lnTo>
                    <a:pt x="1566844" y="8913"/>
                  </a:lnTo>
                  <a:lnTo>
                    <a:pt x="1522730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576577" y="3580638"/>
              <a:ext cx="1636395" cy="680085"/>
            </a:xfrm>
            <a:custGeom>
              <a:avLst/>
              <a:gdLst/>
              <a:ahLst/>
              <a:cxnLst/>
              <a:rect l="l" t="t" r="r" b="b"/>
              <a:pathLst>
                <a:path w="1636395" h="680085">
                  <a:moveTo>
                    <a:pt x="0" y="113283"/>
                  </a:moveTo>
                  <a:lnTo>
                    <a:pt x="8895" y="69222"/>
                  </a:lnTo>
                  <a:lnTo>
                    <a:pt x="33162" y="33210"/>
                  </a:lnTo>
                  <a:lnTo>
                    <a:pt x="69169" y="8913"/>
                  </a:lnTo>
                  <a:lnTo>
                    <a:pt x="113284" y="0"/>
                  </a:lnTo>
                  <a:lnTo>
                    <a:pt x="1522730" y="0"/>
                  </a:lnTo>
                  <a:lnTo>
                    <a:pt x="1566844" y="8913"/>
                  </a:lnTo>
                  <a:lnTo>
                    <a:pt x="1602851" y="33210"/>
                  </a:lnTo>
                  <a:lnTo>
                    <a:pt x="1627118" y="69222"/>
                  </a:lnTo>
                  <a:lnTo>
                    <a:pt x="1636014" y="113283"/>
                  </a:lnTo>
                  <a:lnTo>
                    <a:pt x="1636014" y="566292"/>
                  </a:lnTo>
                  <a:lnTo>
                    <a:pt x="1627118" y="610407"/>
                  </a:lnTo>
                  <a:lnTo>
                    <a:pt x="1602851" y="646414"/>
                  </a:lnTo>
                  <a:lnTo>
                    <a:pt x="1566844" y="670681"/>
                  </a:lnTo>
                  <a:lnTo>
                    <a:pt x="1522730" y="679576"/>
                  </a:lnTo>
                  <a:lnTo>
                    <a:pt x="113284" y="679576"/>
                  </a:lnTo>
                  <a:lnTo>
                    <a:pt x="69169" y="670681"/>
                  </a:lnTo>
                  <a:lnTo>
                    <a:pt x="33162" y="646414"/>
                  </a:lnTo>
                  <a:lnTo>
                    <a:pt x="8895" y="610407"/>
                  </a:lnTo>
                  <a:lnTo>
                    <a:pt x="0" y="566292"/>
                  </a:lnTo>
                  <a:lnTo>
                    <a:pt x="0" y="113283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1746250" y="3781425"/>
            <a:ext cx="129603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1600" b="1" spc="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95" name="object 95"/>
          <p:cNvGrpSpPr/>
          <p:nvPr/>
        </p:nvGrpSpPr>
        <p:grpSpPr>
          <a:xfrm>
            <a:off x="10261536" y="2920936"/>
            <a:ext cx="510540" cy="471805"/>
            <a:chOff x="10261536" y="2920936"/>
            <a:chExt cx="510540" cy="471805"/>
          </a:xfrm>
        </p:grpSpPr>
        <p:sp>
          <p:nvSpPr>
            <p:cNvPr id="96" name="object 96"/>
            <p:cNvSpPr/>
            <p:nvPr/>
          </p:nvSpPr>
          <p:spPr>
            <a:xfrm>
              <a:off x="10266298" y="2925698"/>
              <a:ext cx="501015" cy="462280"/>
            </a:xfrm>
            <a:custGeom>
              <a:avLst/>
              <a:gdLst/>
              <a:ahLst/>
              <a:cxnLst/>
              <a:rect l="l" t="t" r="r" b="b"/>
              <a:pathLst>
                <a:path w="501015" h="462279">
                  <a:moveTo>
                    <a:pt x="250317" y="0"/>
                  </a:moveTo>
                  <a:lnTo>
                    <a:pt x="199853" y="4691"/>
                  </a:lnTo>
                  <a:lnTo>
                    <a:pt x="152858" y="18147"/>
                  </a:lnTo>
                  <a:lnTo>
                    <a:pt x="110337" y="39440"/>
                  </a:lnTo>
                  <a:lnTo>
                    <a:pt x="73294" y="67643"/>
                  </a:lnTo>
                  <a:lnTo>
                    <a:pt x="42735" y="101829"/>
                  </a:lnTo>
                  <a:lnTo>
                    <a:pt x="19663" y="141071"/>
                  </a:lnTo>
                  <a:lnTo>
                    <a:pt x="5083" y="184441"/>
                  </a:lnTo>
                  <a:lnTo>
                    <a:pt x="0" y="231012"/>
                  </a:lnTo>
                  <a:lnTo>
                    <a:pt x="5083" y="277584"/>
                  </a:lnTo>
                  <a:lnTo>
                    <a:pt x="19663" y="320954"/>
                  </a:lnTo>
                  <a:lnTo>
                    <a:pt x="42735" y="360196"/>
                  </a:lnTo>
                  <a:lnTo>
                    <a:pt x="73294" y="394382"/>
                  </a:lnTo>
                  <a:lnTo>
                    <a:pt x="110337" y="422585"/>
                  </a:lnTo>
                  <a:lnTo>
                    <a:pt x="152858" y="443878"/>
                  </a:lnTo>
                  <a:lnTo>
                    <a:pt x="199853" y="457334"/>
                  </a:lnTo>
                  <a:lnTo>
                    <a:pt x="250317" y="462025"/>
                  </a:lnTo>
                  <a:lnTo>
                    <a:pt x="300738" y="457334"/>
                  </a:lnTo>
                  <a:lnTo>
                    <a:pt x="347702" y="443878"/>
                  </a:lnTo>
                  <a:lnTo>
                    <a:pt x="390200" y="422585"/>
                  </a:lnTo>
                  <a:lnTo>
                    <a:pt x="427227" y="394382"/>
                  </a:lnTo>
                  <a:lnTo>
                    <a:pt x="457778" y="360196"/>
                  </a:lnTo>
                  <a:lnTo>
                    <a:pt x="480845" y="320954"/>
                  </a:lnTo>
                  <a:lnTo>
                    <a:pt x="495424" y="277584"/>
                  </a:lnTo>
                  <a:lnTo>
                    <a:pt x="500506" y="231012"/>
                  </a:lnTo>
                  <a:lnTo>
                    <a:pt x="495424" y="184441"/>
                  </a:lnTo>
                  <a:lnTo>
                    <a:pt x="480845" y="141071"/>
                  </a:lnTo>
                  <a:lnTo>
                    <a:pt x="457778" y="101829"/>
                  </a:lnTo>
                  <a:lnTo>
                    <a:pt x="427228" y="67643"/>
                  </a:lnTo>
                  <a:lnTo>
                    <a:pt x="390200" y="39440"/>
                  </a:lnTo>
                  <a:lnTo>
                    <a:pt x="347702" y="18147"/>
                  </a:lnTo>
                  <a:lnTo>
                    <a:pt x="300738" y="4691"/>
                  </a:lnTo>
                  <a:lnTo>
                    <a:pt x="250317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7" name="object 97"/>
            <p:cNvSpPr/>
            <p:nvPr/>
          </p:nvSpPr>
          <p:spPr>
            <a:xfrm>
              <a:off x="10266298" y="2925698"/>
              <a:ext cx="501015" cy="462280"/>
            </a:xfrm>
            <a:custGeom>
              <a:avLst/>
              <a:gdLst/>
              <a:ahLst/>
              <a:cxnLst/>
              <a:rect l="l" t="t" r="r" b="b"/>
              <a:pathLst>
                <a:path w="501015" h="462279">
                  <a:moveTo>
                    <a:pt x="0" y="231012"/>
                  </a:moveTo>
                  <a:lnTo>
                    <a:pt x="5083" y="184441"/>
                  </a:lnTo>
                  <a:lnTo>
                    <a:pt x="19663" y="141071"/>
                  </a:lnTo>
                  <a:lnTo>
                    <a:pt x="42735" y="101829"/>
                  </a:lnTo>
                  <a:lnTo>
                    <a:pt x="73294" y="67643"/>
                  </a:lnTo>
                  <a:lnTo>
                    <a:pt x="110337" y="39440"/>
                  </a:lnTo>
                  <a:lnTo>
                    <a:pt x="152858" y="18147"/>
                  </a:lnTo>
                  <a:lnTo>
                    <a:pt x="199853" y="4691"/>
                  </a:lnTo>
                  <a:lnTo>
                    <a:pt x="250317" y="0"/>
                  </a:lnTo>
                  <a:lnTo>
                    <a:pt x="300738" y="4691"/>
                  </a:lnTo>
                  <a:lnTo>
                    <a:pt x="347702" y="18147"/>
                  </a:lnTo>
                  <a:lnTo>
                    <a:pt x="390200" y="39440"/>
                  </a:lnTo>
                  <a:lnTo>
                    <a:pt x="427228" y="67643"/>
                  </a:lnTo>
                  <a:lnTo>
                    <a:pt x="457778" y="101829"/>
                  </a:lnTo>
                  <a:lnTo>
                    <a:pt x="480845" y="141071"/>
                  </a:lnTo>
                  <a:lnTo>
                    <a:pt x="495424" y="184441"/>
                  </a:lnTo>
                  <a:lnTo>
                    <a:pt x="500506" y="231012"/>
                  </a:lnTo>
                  <a:lnTo>
                    <a:pt x="495424" y="277584"/>
                  </a:lnTo>
                  <a:lnTo>
                    <a:pt x="480845" y="320954"/>
                  </a:lnTo>
                  <a:lnTo>
                    <a:pt x="457778" y="360196"/>
                  </a:lnTo>
                  <a:lnTo>
                    <a:pt x="427227" y="394382"/>
                  </a:lnTo>
                  <a:lnTo>
                    <a:pt x="390200" y="422585"/>
                  </a:lnTo>
                  <a:lnTo>
                    <a:pt x="347702" y="443878"/>
                  </a:lnTo>
                  <a:lnTo>
                    <a:pt x="300738" y="457334"/>
                  </a:lnTo>
                  <a:lnTo>
                    <a:pt x="250317" y="462025"/>
                  </a:lnTo>
                  <a:lnTo>
                    <a:pt x="199853" y="457334"/>
                  </a:lnTo>
                  <a:lnTo>
                    <a:pt x="152858" y="443878"/>
                  </a:lnTo>
                  <a:lnTo>
                    <a:pt x="110337" y="422585"/>
                  </a:lnTo>
                  <a:lnTo>
                    <a:pt x="73294" y="394382"/>
                  </a:lnTo>
                  <a:lnTo>
                    <a:pt x="42735" y="360196"/>
                  </a:lnTo>
                  <a:lnTo>
                    <a:pt x="19663" y="320954"/>
                  </a:lnTo>
                  <a:lnTo>
                    <a:pt x="5083" y="277584"/>
                  </a:lnTo>
                  <a:lnTo>
                    <a:pt x="0" y="23101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8" name="object 98"/>
          <p:cNvSpPr txBox="1"/>
          <p:nvPr/>
        </p:nvSpPr>
        <p:spPr>
          <a:xfrm>
            <a:off x="10418191" y="2949320"/>
            <a:ext cx="1981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5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479169" y="4983353"/>
            <a:ext cx="4429125" cy="1288415"/>
          </a:xfrm>
          <a:custGeom>
            <a:avLst/>
            <a:gdLst/>
            <a:ahLst/>
            <a:cxnLst/>
            <a:rect l="l" t="t" r="r" b="b"/>
            <a:pathLst>
              <a:path w="4429125" h="1288414">
                <a:moveTo>
                  <a:pt x="0" y="214757"/>
                </a:moveTo>
                <a:lnTo>
                  <a:pt x="5677" y="165511"/>
                </a:lnTo>
                <a:lnTo>
                  <a:pt x="21848" y="120307"/>
                </a:lnTo>
                <a:lnTo>
                  <a:pt x="47216" y="80432"/>
                </a:lnTo>
                <a:lnTo>
                  <a:pt x="80486" y="47176"/>
                </a:lnTo>
                <a:lnTo>
                  <a:pt x="120363" y="21826"/>
                </a:lnTo>
                <a:lnTo>
                  <a:pt x="165551" y="5671"/>
                </a:lnTo>
                <a:lnTo>
                  <a:pt x="214756" y="0"/>
                </a:lnTo>
                <a:lnTo>
                  <a:pt x="4213859" y="0"/>
                </a:lnTo>
                <a:lnTo>
                  <a:pt x="4263065" y="5671"/>
                </a:lnTo>
                <a:lnTo>
                  <a:pt x="4308253" y="21826"/>
                </a:lnTo>
                <a:lnTo>
                  <a:pt x="4348130" y="47176"/>
                </a:lnTo>
                <a:lnTo>
                  <a:pt x="4381400" y="80432"/>
                </a:lnTo>
                <a:lnTo>
                  <a:pt x="4406768" y="120307"/>
                </a:lnTo>
                <a:lnTo>
                  <a:pt x="4422939" y="165511"/>
                </a:lnTo>
                <a:lnTo>
                  <a:pt x="4428617" y="214757"/>
                </a:lnTo>
                <a:lnTo>
                  <a:pt x="4428617" y="1073785"/>
                </a:lnTo>
                <a:lnTo>
                  <a:pt x="4422939" y="1122983"/>
                </a:lnTo>
                <a:lnTo>
                  <a:pt x="4406768" y="1168153"/>
                </a:lnTo>
                <a:lnTo>
                  <a:pt x="4381400" y="1208005"/>
                </a:lnTo>
                <a:lnTo>
                  <a:pt x="4348130" y="1241248"/>
                </a:lnTo>
                <a:lnTo>
                  <a:pt x="4308253" y="1266591"/>
                </a:lnTo>
                <a:lnTo>
                  <a:pt x="4263065" y="1282744"/>
                </a:lnTo>
                <a:lnTo>
                  <a:pt x="4213859" y="1288414"/>
                </a:lnTo>
                <a:lnTo>
                  <a:pt x="214756" y="1288414"/>
                </a:lnTo>
                <a:lnTo>
                  <a:pt x="165551" y="1282744"/>
                </a:lnTo>
                <a:lnTo>
                  <a:pt x="120363" y="1266591"/>
                </a:lnTo>
                <a:lnTo>
                  <a:pt x="80486" y="1241248"/>
                </a:lnTo>
                <a:lnTo>
                  <a:pt x="47216" y="1208005"/>
                </a:lnTo>
                <a:lnTo>
                  <a:pt x="21848" y="1168153"/>
                </a:lnTo>
                <a:lnTo>
                  <a:pt x="5677" y="1122983"/>
                </a:lnTo>
                <a:lnTo>
                  <a:pt x="0" y="1073785"/>
                </a:lnTo>
                <a:lnTo>
                  <a:pt x="0" y="214757"/>
                </a:lnTo>
                <a:close/>
              </a:path>
            </a:pathLst>
          </a:custGeom>
          <a:ln w="28574">
            <a:solidFill>
              <a:srgbClr val="17336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2838069" y="5105526"/>
            <a:ext cx="171259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Controller</a:t>
            </a:r>
            <a:r>
              <a:rPr sz="1600" b="1" spc="12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20" dirty="0">
                <a:solidFill>
                  <a:srgbClr val="173360"/>
                </a:solidFill>
                <a:latin typeface="Malgun Gothic"/>
                <a:cs typeface="Malgun Gothic"/>
              </a:rPr>
              <a:t>Nodes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01" name="object 101"/>
          <p:cNvSpPr/>
          <p:nvPr/>
        </p:nvSpPr>
        <p:spPr>
          <a:xfrm>
            <a:off x="1569847" y="5460238"/>
            <a:ext cx="1348740" cy="680085"/>
          </a:xfrm>
          <a:custGeom>
            <a:avLst/>
            <a:gdLst/>
            <a:ahLst/>
            <a:cxnLst/>
            <a:rect l="l" t="t" r="r" b="b"/>
            <a:pathLst>
              <a:path w="1348739" h="680085">
                <a:moveTo>
                  <a:pt x="1235202" y="0"/>
                </a:moveTo>
                <a:lnTo>
                  <a:pt x="113284" y="0"/>
                </a:lnTo>
                <a:lnTo>
                  <a:pt x="69169" y="8913"/>
                </a:lnTo>
                <a:lnTo>
                  <a:pt x="33162" y="33210"/>
                </a:lnTo>
                <a:lnTo>
                  <a:pt x="8895" y="69222"/>
                </a:lnTo>
                <a:lnTo>
                  <a:pt x="0" y="113284"/>
                </a:lnTo>
                <a:lnTo>
                  <a:pt x="0" y="566292"/>
                </a:lnTo>
                <a:lnTo>
                  <a:pt x="8895" y="610407"/>
                </a:lnTo>
                <a:lnTo>
                  <a:pt x="33162" y="646414"/>
                </a:lnTo>
                <a:lnTo>
                  <a:pt x="69169" y="670681"/>
                </a:lnTo>
                <a:lnTo>
                  <a:pt x="113284" y="679576"/>
                </a:lnTo>
                <a:lnTo>
                  <a:pt x="1235202" y="679576"/>
                </a:lnTo>
                <a:lnTo>
                  <a:pt x="1279316" y="670681"/>
                </a:lnTo>
                <a:lnTo>
                  <a:pt x="1315323" y="646414"/>
                </a:lnTo>
                <a:lnTo>
                  <a:pt x="1339590" y="610407"/>
                </a:lnTo>
                <a:lnTo>
                  <a:pt x="1348486" y="566292"/>
                </a:lnTo>
                <a:lnTo>
                  <a:pt x="1348486" y="113284"/>
                </a:lnTo>
                <a:lnTo>
                  <a:pt x="1339590" y="69222"/>
                </a:lnTo>
                <a:lnTo>
                  <a:pt x="1315323" y="33210"/>
                </a:lnTo>
                <a:lnTo>
                  <a:pt x="1279316" y="8913"/>
                </a:lnTo>
                <a:lnTo>
                  <a:pt x="1235202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 txBox="1"/>
          <p:nvPr/>
        </p:nvSpPr>
        <p:spPr>
          <a:xfrm>
            <a:off x="1742694" y="5661405"/>
            <a:ext cx="100520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Controller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5439473" y="4794821"/>
            <a:ext cx="510540" cy="471805"/>
            <a:chOff x="5439473" y="4794821"/>
            <a:chExt cx="510540" cy="471805"/>
          </a:xfrm>
        </p:grpSpPr>
        <p:sp>
          <p:nvSpPr>
            <p:cNvPr id="104" name="object 104"/>
            <p:cNvSpPr/>
            <p:nvPr/>
          </p:nvSpPr>
          <p:spPr>
            <a:xfrm>
              <a:off x="5444235" y="4799584"/>
              <a:ext cx="501015" cy="462280"/>
            </a:xfrm>
            <a:custGeom>
              <a:avLst/>
              <a:gdLst/>
              <a:ahLst/>
              <a:cxnLst/>
              <a:rect l="l" t="t" r="r" b="b"/>
              <a:pathLst>
                <a:path w="501014" h="462279">
                  <a:moveTo>
                    <a:pt x="250316" y="0"/>
                  </a:moveTo>
                  <a:lnTo>
                    <a:pt x="199889" y="4696"/>
                  </a:lnTo>
                  <a:lnTo>
                    <a:pt x="152911" y="18164"/>
                  </a:lnTo>
                  <a:lnTo>
                    <a:pt x="110393" y="39473"/>
                  </a:lnTo>
                  <a:lnTo>
                    <a:pt x="73342" y="67690"/>
                  </a:lnTo>
                  <a:lnTo>
                    <a:pt x="42768" y="101885"/>
                  </a:lnTo>
                  <a:lnTo>
                    <a:pt x="19681" y="141124"/>
                  </a:lnTo>
                  <a:lnTo>
                    <a:pt x="5088" y="184477"/>
                  </a:lnTo>
                  <a:lnTo>
                    <a:pt x="0" y="231012"/>
                  </a:lnTo>
                  <a:lnTo>
                    <a:pt x="5088" y="277590"/>
                  </a:lnTo>
                  <a:lnTo>
                    <a:pt x="19681" y="320974"/>
                  </a:lnTo>
                  <a:lnTo>
                    <a:pt x="42768" y="360236"/>
                  </a:lnTo>
                  <a:lnTo>
                    <a:pt x="73342" y="394446"/>
                  </a:lnTo>
                  <a:lnTo>
                    <a:pt x="110393" y="422672"/>
                  </a:lnTo>
                  <a:lnTo>
                    <a:pt x="152911" y="443986"/>
                  </a:lnTo>
                  <a:lnTo>
                    <a:pt x="199889" y="457456"/>
                  </a:lnTo>
                  <a:lnTo>
                    <a:pt x="250316" y="462152"/>
                  </a:lnTo>
                  <a:lnTo>
                    <a:pt x="300738" y="457456"/>
                  </a:lnTo>
                  <a:lnTo>
                    <a:pt x="347702" y="443986"/>
                  </a:lnTo>
                  <a:lnTo>
                    <a:pt x="390200" y="422672"/>
                  </a:lnTo>
                  <a:lnTo>
                    <a:pt x="427227" y="394446"/>
                  </a:lnTo>
                  <a:lnTo>
                    <a:pt x="457778" y="360236"/>
                  </a:lnTo>
                  <a:lnTo>
                    <a:pt x="480845" y="320974"/>
                  </a:lnTo>
                  <a:lnTo>
                    <a:pt x="495424" y="277590"/>
                  </a:lnTo>
                  <a:lnTo>
                    <a:pt x="500506" y="231012"/>
                  </a:lnTo>
                  <a:lnTo>
                    <a:pt x="495424" y="184477"/>
                  </a:lnTo>
                  <a:lnTo>
                    <a:pt x="480845" y="141124"/>
                  </a:lnTo>
                  <a:lnTo>
                    <a:pt x="457778" y="101885"/>
                  </a:lnTo>
                  <a:lnTo>
                    <a:pt x="427228" y="67690"/>
                  </a:lnTo>
                  <a:lnTo>
                    <a:pt x="390200" y="39473"/>
                  </a:lnTo>
                  <a:lnTo>
                    <a:pt x="347702" y="18164"/>
                  </a:lnTo>
                  <a:lnTo>
                    <a:pt x="300738" y="4696"/>
                  </a:lnTo>
                  <a:lnTo>
                    <a:pt x="25031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444235" y="4799584"/>
              <a:ext cx="501015" cy="462280"/>
            </a:xfrm>
            <a:custGeom>
              <a:avLst/>
              <a:gdLst/>
              <a:ahLst/>
              <a:cxnLst/>
              <a:rect l="l" t="t" r="r" b="b"/>
              <a:pathLst>
                <a:path w="501014" h="462279">
                  <a:moveTo>
                    <a:pt x="0" y="231012"/>
                  </a:moveTo>
                  <a:lnTo>
                    <a:pt x="5088" y="184477"/>
                  </a:lnTo>
                  <a:lnTo>
                    <a:pt x="19681" y="141124"/>
                  </a:lnTo>
                  <a:lnTo>
                    <a:pt x="42768" y="101885"/>
                  </a:lnTo>
                  <a:lnTo>
                    <a:pt x="73342" y="67690"/>
                  </a:lnTo>
                  <a:lnTo>
                    <a:pt x="110393" y="39473"/>
                  </a:lnTo>
                  <a:lnTo>
                    <a:pt x="152911" y="18164"/>
                  </a:lnTo>
                  <a:lnTo>
                    <a:pt x="199889" y="4696"/>
                  </a:lnTo>
                  <a:lnTo>
                    <a:pt x="250316" y="0"/>
                  </a:lnTo>
                  <a:lnTo>
                    <a:pt x="300738" y="4696"/>
                  </a:lnTo>
                  <a:lnTo>
                    <a:pt x="347702" y="18164"/>
                  </a:lnTo>
                  <a:lnTo>
                    <a:pt x="390200" y="39473"/>
                  </a:lnTo>
                  <a:lnTo>
                    <a:pt x="427228" y="67690"/>
                  </a:lnTo>
                  <a:lnTo>
                    <a:pt x="457778" y="101885"/>
                  </a:lnTo>
                  <a:lnTo>
                    <a:pt x="480845" y="141124"/>
                  </a:lnTo>
                  <a:lnTo>
                    <a:pt x="495424" y="184477"/>
                  </a:lnTo>
                  <a:lnTo>
                    <a:pt x="500506" y="231012"/>
                  </a:lnTo>
                  <a:lnTo>
                    <a:pt x="495424" y="277590"/>
                  </a:lnTo>
                  <a:lnTo>
                    <a:pt x="480845" y="320974"/>
                  </a:lnTo>
                  <a:lnTo>
                    <a:pt x="457778" y="360236"/>
                  </a:lnTo>
                  <a:lnTo>
                    <a:pt x="427227" y="394446"/>
                  </a:lnTo>
                  <a:lnTo>
                    <a:pt x="390200" y="422672"/>
                  </a:lnTo>
                  <a:lnTo>
                    <a:pt x="347702" y="443986"/>
                  </a:lnTo>
                  <a:lnTo>
                    <a:pt x="300738" y="457456"/>
                  </a:lnTo>
                  <a:lnTo>
                    <a:pt x="250316" y="462152"/>
                  </a:lnTo>
                  <a:lnTo>
                    <a:pt x="199889" y="457456"/>
                  </a:lnTo>
                  <a:lnTo>
                    <a:pt x="152911" y="443986"/>
                  </a:lnTo>
                  <a:lnTo>
                    <a:pt x="110393" y="422672"/>
                  </a:lnTo>
                  <a:lnTo>
                    <a:pt x="73342" y="394446"/>
                  </a:lnTo>
                  <a:lnTo>
                    <a:pt x="42768" y="360236"/>
                  </a:lnTo>
                  <a:lnTo>
                    <a:pt x="19681" y="320974"/>
                  </a:lnTo>
                  <a:lnTo>
                    <a:pt x="5088" y="277590"/>
                  </a:lnTo>
                  <a:lnTo>
                    <a:pt x="0" y="231012"/>
                  </a:lnTo>
                  <a:close/>
                </a:path>
              </a:pathLst>
            </a:custGeom>
            <a:ln w="952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6" name="object 106"/>
          <p:cNvSpPr txBox="1"/>
          <p:nvPr/>
        </p:nvSpPr>
        <p:spPr>
          <a:xfrm>
            <a:off x="5596509" y="4823586"/>
            <a:ext cx="197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8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7" name="object 107"/>
          <p:cNvSpPr/>
          <p:nvPr/>
        </p:nvSpPr>
        <p:spPr>
          <a:xfrm>
            <a:off x="2993135" y="5460238"/>
            <a:ext cx="1348740" cy="680085"/>
          </a:xfrm>
          <a:custGeom>
            <a:avLst/>
            <a:gdLst/>
            <a:ahLst/>
            <a:cxnLst/>
            <a:rect l="l" t="t" r="r" b="b"/>
            <a:pathLst>
              <a:path w="1348739" h="680085">
                <a:moveTo>
                  <a:pt x="1235328" y="0"/>
                </a:moveTo>
                <a:lnTo>
                  <a:pt x="113283" y="0"/>
                </a:lnTo>
                <a:lnTo>
                  <a:pt x="69222" y="8913"/>
                </a:lnTo>
                <a:lnTo>
                  <a:pt x="33210" y="33210"/>
                </a:lnTo>
                <a:lnTo>
                  <a:pt x="8913" y="69222"/>
                </a:lnTo>
                <a:lnTo>
                  <a:pt x="0" y="113284"/>
                </a:lnTo>
                <a:lnTo>
                  <a:pt x="0" y="566292"/>
                </a:lnTo>
                <a:lnTo>
                  <a:pt x="8913" y="610407"/>
                </a:lnTo>
                <a:lnTo>
                  <a:pt x="33210" y="646414"/>
                </a:lnTo>
                <a:lnTo>
                  <a:pt x="69222" y="670681"/>
                </a:lnTo>
                <a:lnTo>
                  <a:pt x="113283" y="679576"/>
                </a:lnTo>
                <a:lnTo>
                  <a:pt x="1235328" y="679576"/>
                </a:lnTo>
                <a:lnTo>
                  <a:pt x="1279370" y="670681"/>
                </a:lnTo>
                <a:lnTo>
                  <a:pt x="1315339" y="646414"/>
                </a:lnTo>
                <a:lnTo>
                  <a:pt x="1339592" y="610407"/>
                </a:lnTo>
                <a:lnTo>
                  <a:pt x="1348486" y="566292"/>
                </a:lnTo>
                <a:lnTo>
                  <a:pt x="1348486" y="113284"/>
                </a:lnTo>
                <a:lnTo>
                  <a:pt x="1339592" y="69222"/>
                </a:lnTo>
                <a:lnTo>
                  <a:pt x="1315339" y="33210"/>
                </a:lnTo>
                <a:lnTo>
                  <a:pt x="1279370" y="8913"/>
                </a:lnTo>
                <a:lnTo>
                  <a:pt x="1235328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 txBox="1"/>
          <p:nvPr/>
        </p:nvSpPr>
        <p:spPr>
          <a:xfrm>
            <a:off x="3166110" y="5661405"/>
            <a:ext cx="100520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Controller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09" name="object 109"/>
          <p:cNvSpPr/>
          <p:nvPr/>
        </p:nvSpPr>
        <p:spPr>
          <a:xfrm>
            <a:off x="4416425" y="5460238"/>
            <a:ext cx="1348740" cy="680085"/>
          </a:xfrm>
          <a:custGeom>
            <a:avLst/>
            <a:gdLst/>
            <a:ahLst/>
            <a:cxnLst/>
            <a:rect l="l" t="t" r="r" b="b"/>
            <a:pathLst>
              <a:path w="1348739" h="680085">
                <a:moveTo>
                  <a:pt x="1235328" y="0"/>
                </a:moveTo>
                <a:lnTo>
                  <a:pt x="113284" y="0"/>
                </a:lnTo>
                <a:lnTo>
                  <a:pt x="69222" y="8913"/>
                </a:lnTo>
                <a:lnTo>
                  <a:pt x="33210" y="33210"/>
                </a:lnTo>
                <a:lnTo>
                  <a:pt x="8913" y="69222"/>
                </a:lnTo>
                <a:lnTo>
                  <a:pt x="0" y="113284"/>
                </a:lnTo>
                <a:lnTo>
                  <a:pt x="0" y="566292"/>
                </a:lnTo>
                <a:lnTo>
                  <a:pt x="8913" y="610407"/>
                </a:lnTo>
                <a:lnTo>
                  <a:pt x="33210" y="646414"/>
                </a:lnTo>
                <a:lnTo>
                  <a:pt x="69222" y="670681"/>
                </a:lnTo>
                <a:lnTo>
                  <a:pt x="113284" y="679576"/>
                </a:lnTo>
                <a:lnTo>
                  <a:pt x="1235328" y="679576"/>
                </a:lnTo>
                <a:lnTo>
                  <a:pt x="1279370" y="670681"/>
                </a:lnTo>
                <a:lnTo>
                  <a:pt x="1315339" y="646414"/>
                </a:lnTo>
                <a:lnTo>
                  <a:pt x="1339592" y="610407"/>
                </a:lnTo>
                <a:lnTo>
                  <a:pt x="1348486" y="566292"/>
                </a:lnTo>
                <a:lnTo>
                  <a:pt x="1348486" y="113284"/>
                </a:lnTo>
                <a:lnTo>
                  <a:pt x="1339592" y="69222"/>
                </a:lnTo>
                <a:lnTo>
                  <a:pt x="1315339" y="33210"/>
                </a:lnTo>
                <a:lnTo>
                  <a:pt x="1279370" y="8913"/>
                </a:lnTo>
                <a:lnTo>
                  <a:pt x="1235328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 txBox="1"/>
          <p:nvPr/>
        </p:nvSpPr>
        <p:spPr>
          <a:xfrm>
            <a:off x="4589526" y="5661405"/>
            <a:ext cx="100520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Controller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12382881" y="5026533"/>
            <a:ext cx="2957830" cy="1046480"/>
          </a:xfrm>
          <a:custGeom>
            <a:avLst/>
            <a:gdLst/>
            <a:ahLst/>
            <a:cxnLst/>
            <a:rect l="l" t="t" r="r" b="b"/>
            <a:pathLst>
              <a:path w="2957830" h="1046479">
                <a:moveTo>
                  <a:pt x="0" y="174370"/>
                </a:moveTo>
                <a:lnTo>
                  <a:pt x="6231" y="127984"/>
                </a:lnTo>
                <a:lnTo>
                  <a:pt x="23814" y="86322"/>
                </a:lnTo>
                <a:lnTo>
                  <a:pt x="51085" y="51038"/>
                </a:lnTo>
                <a:lnTo>
                  <a:pt x="86378" y="23786"/>
                </a:lnTo>
                <a:lnTo>
                  <a:pt x="128028" y="6222"/>
                </a:lnTo>
                <a:lnTo>
                  <a:pt x="174371" y="0"/>
                </a:lnTo>
                <a:lnTo>
                  <a:pt x="2783332" y="0"/>
                </a:lnTo>
                <a:lnTo>
                  <a:pt x="2829674" y="6222"/>
                </a:lnTo>
                <a:lnTo>
                  <a:pt x="2871324" y="23786"/>
                </a:lnTo>
                <a:lnTo>
                  <a:pt x="2906617" y="51038"/>
                </a:lnTo>
                <a:lnTo>
                  <a:pt x="2933888" y="86322"/>
                </a:lnTo>
                <a:lnTo>
                  <a:pt x="2951471" y="127984"/>
                </a:lnTo>
                <a:lnTo>
                  <a:pt x="2957703" y="174370"/>
                </a:lnTo>
                <a:lnTo>
                  <a:pt x="2957703" y="871727"/>
                </a:lnTo>
                <a:lnTo>
                  <a:pt x="2951471" y="918114"/>
                </a:lnTo>
                <a:lnTo>
                  <a:pt x="2933888" y="959776"/>
                </a:lnTo>
                <a:lnTo>
                  <a:pt x="2906617" y="995060"/>
                </a:lnTo>
                <a:lnTo>
                  <a:pt x="2871324" y="1022312"/>
                </a:lnTo>
                <a:lnTo>
                  <a:pt x="2829674" y="1039876"/>
                </a:lnTo>
                <a:lnTo>
                  <a:pt x="2783332" y="1046099"/>
                </a:lnTo>
                <a:lnTo>
                  <a:pt x="174371" y="1046099"/>
                </a:lnTo>
                <a:lnTo>
                  <a:pt x="128028" y="1039876"/>
                </a:lnTo>
                <a:lnTo>
                  <a:pt x="86378" y="1022312"/>
                </a:lnTo>
                <a:lnTo>
                  <a:pt x="51085" y="995060"/>
                </a:lnTo>
                <a:lnTo>
                  <a:pt x="23814" y="959776"/>
                </a:lnTo>
                <a:lnTo>
                  <a:pt x="6231" y="918114"/>
                </a:lnTo>
                <a:lnTo>
                  <a:pt x="0" y="871727"/>
                </a:lnTo>
                <a:lnTo>
                  <a:pt x="0" y="174370"/>
                </a:lnTo>
                <a:close/>
              </a:path>
            </a:pathLst>
          </a:custGeom>
          <a:ln w="28575">
            <a:solidFill>
              <a:srgbClr val="0074A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 txBox="1"/>
          <p:nvPr/>
        </p:nvSpPr>
        <p:spPr>
          <a:xfrm>
            <a:off x="13150722" y="5136895"/>
            <a:ext cx="1423670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dirty="0">
                <a:solidFill>
                  <a:srgbClr val="0074A1"/>
                </a:solidFill>
                <a:latin typeface="Malgun Gothic"/>
                <a:cs typeface="Malgun Gothic"/>
              </a:rPr>
              <a:t>KStreams</a:t>
            </a:r>
            <a:r>
              <a:rPr sz="1600" b="1" spc="95" dirty="0">
                <a:solidFill>
                  <a:srgbClr val="0074A1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0074A1"/>
                </a:solidFill>
                <a:latin typeface="Malgun Gothic"/>
                <a:cs typeface="Malgun Gothic"/>
              </a:rPr>
              <a:t>App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12555410" y="5467413"/>
            <a:ext cx="1237615" cy="442595"/>
            <a:chOff x="12555410" y="5467413"/>
            <a:chExt cx="1237615" cy="442595"/>
          </a:xfrm>
        </p:grpSpPr>
        <p:sp>
          <p:nvSpPr>
            <p:cNvPr id="114" name="object 114"/>
            <p:cNvSpPr/>
            <p:nvPr/>
          </p:nvSpPr>
          <p:spPr>
            <a:xfrm>
              <a:off x="12560172" y="5472176"/>
              <a:ext cx="1228090" cy="433070"/>
            </a:xfrm>
            <a:custGeom>
              <a:avLst/>
              <a:gdLst/>
              <a:ahLst/>
              <a:cxnLst/>
              <a:rect l="l" t="t" r="r" b="b"/>
              <a:pathLst>
                <a:path w="1228090" h="433070">
                  <a:moveTo>
                    <a:pt x="1155573" y="0"/>
                  </a:moveTo>
                  <a:lnTo>
                    <a:pt x="72135" y="0"/>
                  </a:lnTo>
                  <a:lnTo>
                    <a:pt x="44041" y="5663"/>
                  </a:lnTo>
                  <a:lnTo>
                    <a:pt x="21113" y="21113"/>
                  </a:lnTo>
                  <a:lnTo>
                    <a:pt x="5663" y="44041"/>
                  </a:lnTo>
                  <a:lnTo>
                    <a:pt x="0" y="72136"/>
                  </a:lnTo>
                  <a:lnTo>
                    <a:pt x="0" y="360679"/>
                  </a:lnTo>
                  <a:lnTo>
                    <a:pt x="5663" y="388794"/>
                  </a:lnTo>
                  <a:lnTo>
                    <a:pt x="21113" y="411765"/>
                  </a:lnTo>
                  <a:lnTo>
                    <a:pt x="44041" y="427259"/>
                  </a:lnTo>
                  <a:lnTo>
                    <a:pt x="72135" y="432943"/>
                  </a:lnTo>
                  <a:lnTo>
                    <a:pt x="1155573" y="432943"/>
                  </a:lnTo>
                  <a:lnTo>
                    <a:pt x="1183667" y="427259"/>
                  </a:lnTo>
                  <a:lnTo>
                    <a:pt x="1206595" y="411765"/>
                  </a:lnTo>
                  <a:lnTo>
                    <a:pt x="1222045" y="388794"/>
                  </a:lnTo>
                  <a:lnTo>
                    <a:pt x="1227709" y="360679"/>
                  </a:lnTo>
                  <a:lnTo>
                    <a:pt x="1227709" y="72136"/>
                  </a:lnTo>
                  <a:lnTo>
                    <a:pt x="1222045" y="44041"/>
                  </a:lnTo>
                  <a:lnTo>
                    <a:pt x="1206595" y="21113"/>
                  </a:lnTo>
                  <a:lnTo>
                    <a:pt x="1183667" y="5663"/>
                  </a:lnTo>
                  <a:lnTo>
                    <a:pt x="115557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12560172" y="5472176"/>
              <a:ext cx="1228090" cy="433070"/>
            </a:xfrm>
            <a:custGeom>
              <a:avLst/>
              <a:gdLst/>
              <a:ahLst/>
              <a:cxnLst/>
              <a:rect l="l" t="t" r="r" b="b"/>
              <a:pathLst>
                <a:path w="1228090" h="433070">
                  <a:moveTo>
                    <a:pt x="0" y="72136"/>
                  </a:moveTo>
                  <a:lnTo>
                    <a:pt x="5663" y="44041"/>
                  </a:lnTo>
                  <a:lnTo>
                    <a:pt x="21113" y="21113"/>
                  </a:lnTo>
                  <a:lnTo>
                    <a:pt x="44041" y="5663"/>
                  </a:lnTo>
                  <a:lnTo>
                    <a:pt x="72135" y="0"/>
                  </a:lnTo>
                  <a:lnTo>
                    <a:pt x="1155573" y="0"/>
                  </a:lnTo>
                  <a:lnTo>
                    <a:pt x="1183667" y="5663"/>
                  </a:lnTo>
                  <a:lnTo>
                    <a:pt x="1206595" y="21113"/>
                  </a:lnTo>
                  <a:lnTo>
                    <a:pt x="1222045" y="44041"/>
                  </a:lnTo>
                  <a:lnTo>
                    <a:pt x="1227709" y="72136"/>
                  </a:lnTo>
                  <a:lnTo>
                    <a:pt x="1227709" y="360679"/>
                  </a:lnTo>
                  <a:lnTo>
                    <a:pt x="1222045" y="388794"/>
                  </a:lnTo>
                  <a:lnTo>
                    <a:pt x="1206595" y="411765"/>
                  </a:lnTo>
                  <a:lnTo>
                    <a:pt x="1183667" y="427259"/>
                  </a:lnTo>
                  <a:lnTo>
                    <a:pt x="1155573" y="432943"/>
                  </a:lnTo>
                  <a:lnTo>
                    <a:pt x="72135" y="432943"/>
                  </a:lnTo>
                  <a:lnTo>
                    <a:pt x="44041" y="427259"/>
                  </a:lnTo>
                  <a:lnTo>
                    <a:pt x="21113" y="411765"/>
                  </a:lnTo>
                  <a:lnTo>
                    <a:pt x="5663" y="388794"/>
                  </a:lnTo>
                  <a:lnTo>
                    <a:pt x="0" y="360679"/>
                  </a:lnTo>
                  <a:lnTo>
                    <a:pt x="0" y="72136"/>
                  </a:lnTo>
                  <a:close/>
                </a:path>
              </a:pathLst>
            </a:custGeom>
            <a:ln w="952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12769088" y="5549900"/>
            <a:ext cx="81089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Streams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13928152" y="5454332"/>
            <a:ext cx="1237615" cy="442595"/>
            <a:chOff x="13928152" y="5454332"/>
            <a:chExt cx="1237615" cy="442595"/>
          </a:xfrm>
        </p:grpSpPr>
        <p:sp>
          <p:nvSpPr>
            <p:cNvPr id="118" name="object 118"/>
            <p:cNvSpPr/>
            <p:nvPr/>
          </p:nvSpPr>
          <p:spPr>
            <a:xfrm>
              <a:off x="13932915" y="5459095"/>
              <a:ext cx="1228090" cy="433070"/>
            </a:xfrm>
            <a:custGeom>
              <a:avLst/>
              <a:gdLst/>
              <a:ahLst/>
              <a:cxnLst/>
              <a:rect l="l" t="t" r="r" b="b"/>
              <a:pathLst>
                <a:path w="1228090" h="433070">
                  <a:moveTo>
                    <a:pt x="1155573" y="0"/>
                  </a:moveTo>
                  <a:lnTo>
                    <a:pt x="72136" y="0"/>
                  </a:lnTo>
                  <a:lnTo>
                    <a:pt x="44094" y="5683"/>
                  </a:lnTo>
                  <a:lnTo>
                    <a:pt x="21161" y="21177"/>
                  </a:lnTo>
                  <a:lnTo>
                    <a:pt x="5681" y="44148"/>
                  </a:lnTo>
                  <a:lnTo>
                    <a:pt x="0" y="72262"/>
                  </a:lnTo>
                  <a:lnTo>
                    <a:pt x="0" y="360806"/>
                  </a:lnTo>
                  <a:lnTo>
                    <a:pt x="5681" y="388901"/>
                  </a:lnTo>
                  <a:lnTo>
                    <a:pt x="21161" y="411829"/>
                  </a:lnTo>
                  <a:lnTo>
                    <a:pt x="44094" y="427279"/>
                  </a:lnTo>
                  <a:lnTo>
                    <a:pt x="72136" y="432942"/>
                  </a:lnTo>
                  <a:lnTo>
                    <a:pt x="1155573" y="432942"/>
                  </a:lnTo>
                  <a:lnTo>
                    <a:pt x="1183667" y="427279"/>
                  </a:lnTo>
                  <a:lnTo>
                    <a:pt x="1206595" y="411829"/>
                  </a:lnTo>
                  <a:lnTo>
                    <a:pt x="1222045" y="388901"/>
                  </a:lnTo>
                  <a:lnTo>
                    <a:pt x="1227709" y="360806"/>
                  </a:lnTo>
                  <a:lnTo>
                    <a:pt x="1227709" y="72262"/>
                  </a:lnTo>
                  <a:lnTo>
                    <a:pt x="1222045" y="44148"/>
                  </a:lnTo>
                  <a:lnTo>
                    <a:pt x="1206595" y="21177"/>
                  </a:lnTo>
                  <a:lnTo>
                    <a:pt x="1183667" y="5683"/>
                  </a:lnTo>
                  <a:lnTo>
                    <a:pt x="1155573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3932915" y="5459095"/>
              <a:ext cx="1228090" cy="433070"/>
            </a:xfrm>
            <a:custGeom>
              <a:avLst/>
              <a:gdLst/>
              <a:ahLst/>
              <a:cxnLst/>
              <a:rect l="l" t="t" r="r" b="b"/>
              <a:pathLst>
                <a:path w="1228090" h="433070">
                  <a:moveTo>
                    <a:pt x="0" y="72262"/>
                  </a:moveTo>
                  <a:lnTo>
                    <a:pt x="5681" y="44148"/>
                  </a:lnTo>
                  <a:lnTo>
                    <a:pt x="21161" y="21177"/>
                  </a:lnTo>
                  <a:lnTo>
                    <a:pt x="44094" y="5683"/>
                  </a:lnTo>
                  <a:lnTo>
                    <a:pt x="72136" y="0"/>
                  </a:lnTo>
                  <a:lnTo>
                    <a:pt x="1155573" y="0"/>
                  </a:lnTo>
                  <a:lnTo>
                    <a:pt x="1183667" y="5683"/>
                  </a:lnTo>
                  <a:lnTo>
                    <a:pt x="1206595" y="21177"/>
                  </a:lnTo>
                  <a:lnTo>
                    <a:pt x="1222045" y="44148"/>
                  </a:lnTo>
                  <a:lnTo>
                    <a:pt x="1227709" y="72262"/>
                  </a:lnTo>
                  <a:lnTo>
                    <a:pt x="1227709" y="360806"/>
                  </a:lnTo>
                  <a:lnTo>
                    <a:pt x="1222045" y="388901"/>
                  </a:lnTo>
                  <a:lnTo>
                    <a:pt x="1206595" y="411829"/>
                  </a:lnTo>
                  <a:lnTo>
                    <a:pt x="1183667" y="427279"/>
                  </a:lnTo>
                  <a:lnTo>
                    <a:pt x="1155573" y="432942"/>
                  </a:lnTo>
                  <a:lnTo>
                    <a:pt x="72136" y="432942"/>
                  </a:lnTo>
                  <a:lnTo>
                    <a:pt x="44094" y="427279"/>
                  </a:lnTo>
                  <a:lnTo>
                    <a:pt x="21161" y="411829"/>
                  </a:lnTo>
                  <a:lnTo>
                    <a:pt x="5681" y="388901"/>
                  </a:lnTo>
                  <a:lnTo>
                    <a:pt x="0" y="360806"/>
                  </a:lnTo>
                  <a:lnTo>
                    <a:pt x="0" y="72262"/>
                  </a:lnTo>
                  <a:close/>
                </a:path>
              </a:pathLst>
            </a:custGeom>
            <a:ln w="952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14141958" y="5536819"/>
            <a:ext cx="810895" cy="2724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Streams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5955538" y="2344547"/>
            <a:ext cx="1012825" cy="760730"/>
          </a:xfrm>
          <a:custGeom>
            <a:avLst/>
            <a:gdLst/>
            <a:ahLst/>
            <a:cxnLst/>
            <a:rect l="l" t="t" r="r" b="b"/>
            <a:pathLst>
              <a:path w="1012825" h="760730">
                <a:moveTo>
                  <a:pt x="57150" y="589152"/>
                </a:moveTo>
                <a:lnTo>
                  <a:pt x="0" y="589152"/>
                </a:lnTo>
                <a:lnTo>
                  <a:pt x="85725" y="760602"/>
                </a:lnTo>
                <a:lnTo>
                  <a:pt x="157162" y="617727"/>
                </a:lnTo>
                <a:lnTo>
                  <a:pt x="57150" y="617727"/>
                </a:lnTo>
                <a:lnTo>
                  <a:pt x="57150" y="589152"/>
                </a:lnTo>
                <a:close/>
              </a:path>
              <a:path w="1012825" h="760730">
                <a:moveTo>
                  <a:pt x="1012443" y="0"/>
                </a:moveTo>
                <a:lnTo>
                  <a:pt x="85725" y="0"/>
                </a:lnTo>
                <a:lnTo>
                  <a:pt x="74616" y="2250"/>
                </a:lnTo>
                <a:lnTo>
                  <a:pt x="65532" y="8381"/>
                </a:lnTo>
                <a:lnTo>
                  <a:pt x="59400" y="17466"/>
                </a:lnTo>
                <a:lnTo>
                  <a:pt x="57150" y="28575"/>
                </a:lnTo>
                <a:lnTo>
                  <a:pt x="57150" y="617727"/>
                </a:lnTo>
                <a:lnTo>
                  <a:pt x="114300" y="617727"/>
                </a:lnTo>
                <a:lnTo>
                  <a:pt x="114300" y="57150"/>
                </a:lnTo>
                <a:lnTo>
                  <a:pt x="85725" y="57150"/>
                </a:lnTo>
                <a:lnTo>
                  <a:pt x="114300" y="28575"/>
                </a:lnTo>
                <a:lnTo>
                  <a:pt x="1012443" y="28575"/>
                </a:lnTo>
                <a:lnTo>
                  <a:pt x="1012443" y="0"/>
                </a:lnTo>
                <a:close/>
              </a:path>
              <a:path w="1012825" h="760730">
                <a:moveTo>
                  <a:pt x="171450" y="589152"/>
                </a:moveTo>
                <a:lnTo>
                  <a:pt x="114300" y="589152"/>
                </a:lnTo>
                <a:lnTo>
                  <a:pt x="114300" y="617727"/>
                </a:lnTo>
                <a:lnTo>
                  <a:pt x="157162" y="617727"/>
                </a:lnTo>
                <a:lnTo>
                  <a:pt x="171450" y="589152"/>
                </a:lnTo>
                <a:close/>
              </a:path>
              <a:path w="1012825" h="760730">
                <a:moveTo>
                  <a:pt x="114300" y="28575"/>
                </a:moveTo>
                <a:lnTo>
                  <a:pt x="85725" y="57150"/>
                </a:lnTo>
                <a:lnTo>
                  <a:pt x="114300" y="57150"/>
                </a:lnTo>
                <a:lnTo>
                  <a:pt x="114300" y="28575"/>
                </a:lnTo>
                <a:close/>
              </a:path>
              <a:path w="1012825" h="760730">
                <a:moveTo>
                  <a:pt x="1012443" y="28575"/>
                </a:moveTo>
                <a:lnTo>
                  <a:pt x="114300" y="28575"/>
                </a:lnTo>
                <a:lnTo>
                  <a:pt x="114300" y="57150"/>
                </a:lnTo>
                <a:lnTo>
                  <a:pt x="1012443" y="57150"/>
                </a:lnTo>
                <a:lnTo>
                  <a:pt x="1012443" y="28575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10614914" y="2665348"/>
            <a:ext cx="1768475" cy="2913380"/>
          </a:xfrm>
          <a:custGeom>
            <a:avLst/>
            <a:gdLst/>
            <a:ahLst/>
            <a:cxnLst/>
            <a:rect l="l" t="t" r="r" b="b"/>
            <a:pathLst>
              <a:path w="1768475" h="2913379">
                <a:moveTo>
                  <a:pt x="1767967" y="2855722"/>
                </a:moveTo>
                <a:lnTo>
                  <a:pt x="1512697" y="2855722"/>
                </a:lnTo>
                <a:lnTo>
                  <a:pt x="1512697" y="1638681"/>
                </a:lnTo>
                <a:lnTo>
                  <a:pt x="1749044" y="1638681"/>
                </a:lnTo>
                <a:lnTo>
                  <a:pt x="1749044" y="1610106"/>
                </a:lnTo>
                <a:lnTo>
                  <a:pt x="1749044" y="1581531"/>
                </a:lnTo>
                <a:lnTo>
                  <a:pt x="1512697" y="1581531"/>
                </a:lnTo>
                <a:lnTo>
                  <a:pt x="1512697" y="1112520"/>
                </a:lnTo>
                <a:lnTo>
                  <a:pt x="1512697" y="1083945"/>
                </a:lnTo>
                <a:lnTo>
                  <a:pt x="1510436" y="1072845"/>
                </a:lnTo>
                <a:lnTo>
                  <a:pt x="1504315" y="1063752"/>
                </a:lnTo>
                <a:lnTo>
                  <a:pt x="1495221" y="1057630"/>
                </a:lnTo>
                <a:lnTo>
                  <a:pt x="1484122" y="1055370"/>
                </a:lnTo>
                <a:lnTo>
                  <a:pt x="1474724" y="1055370"/>
                </a:lnTo>
                <a:lnTo>
                  <a:pt x="994156" y="1055370"/>
                </a:lnTo>
                <a:lnTo>
                  <a:pt x="994156" y="57150"/>
                </a:lnTo>
                <a:lnTo>
                  <a:pt x="994156" y="28575"/>
                </a:lnTo>
                <a:lnTo>
                  <a:pt x="991895" y="17475"/>
                </a:lnTo>
                <a:lnTo>
                  <a:pt x="985774" y="8382"/>
                </a:lnTo>
                <a:lnTo>
                  <a:pt x="976680" y="2260"/>
                </a:lnTo>
                <a:lnTo>
                  <a:pt x="965581" y="0"/>
                </a:lnTo>
                <a:lnTo>
                  <a:pt x="730758" y="0"/>
                </a:lnTo>
                <a:lnTo>
                  <a:pt x="730758" y="57150"/>
                </a:lnTo>
                <a:lnTo>
                  <a:pt x="937006" y="57150"/>
                </a:lnTo>
                <a:lnTo>
                  <a:pt x="937006" y="1055370"/>
                </a:lnTo>
                <a:lnTo>
                  <a:pt x="171577" y="1055370"/>
                </a:lnTo>
                <a:lnTo>
                  <a:pt x="171577" y="998220"/>
                </a:lnTo>
                <a:lnTo>
                  <a:pt x="171450" y="998283"/>
                </a:lnTo>
                <a:lnTo>
                  <a:pt x="0" y="1083945"/>
                </a:lnTo>
                <a:lnTo>
                  <a:pt x="171450" y="1169670"/>
                </a:lnTo>
                <a:lnTo>
                  <a:pt x="171577" y="1169670"/>
                </a:lnTo>
                <a:lnTo>
                  <a:pt x="171577" y="1112520"/>
                </a:lnTo>
                <a:lnTo>
                  <a:pt x="965581" y="1112520"/>
                </a:lnTo>
                <a:lnTo>
                  <a:pt x="1446149" y="1112520"/>
                </a:lnTo>
                <a:lnTo>
                  <a:pt x="1446149" y="1610106"/>
                </a:lnTo>
                <a:lnTo>
                  <a:pt x="1448371" y="1621269"/>
                </a:lnTo>
                <a:lnTo>
                  <a:pt x="1454480" y="1630349"/>
                </a:lnTo>
                <a:lnTo>
                  <a:pt x="1455547" y="1631073"/>
                </a:lnTo>
                <a:lnTo>
                  <a:pt x="1455547" y="2884297"/>
                </a:lnTo>
                <a:lnTo>
                  <a:pt x="1457794" y="2895409"/>
                </a:lnTo>
                <a:lnTo>
                  <a:pt x="1463929" y="2904490"/>
                </a:lnTo>
                <a:lnTo>
                  <a:pt x="1473009" y="2910624"/>
                </a:lnTo>
                <a:lnTo>
                  <a:pt x="1484122" y="2912872"/>
                </a:lnTo>
                <a:lnTo>
                  <a:pt x="1767967" y="2912872"/>
                </a:lnTo>
                <a:lnTo>
                  <a:pt x="1767967" y="2884297"/>
                </a:lnTo>
                <a:lnTo>
                  <a:pt x="1767967" y="2855722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8627109" y="1740026"/>
            <a:ext cx="4900930" cy="182245"/>
          </a:xfrm>
          <a:custGeom>
            <a:avLst/>
            <a:gdLst/>
            <a:ahLst/>
            <a:cxnLst/>
            <a:rect l="l" t="t" r="r" b="b"/>
            <a:pathLst>
              <a:path w="4900930" h="182244">
                <a:moveTo>
                  <a:pt x="4900549" y="124968"/>
                </a:moveTo>
                <a:lnTo>
                  <a:pt x="4843399" y="124968"/>
                </a:lnTo>
                <a:lnTo>
                  <a:pt x="4843399" y="182118"/>
                </a:lnTo>
                <a:lnTo>
                  <a:pt x="4900549" y="182118"/>
                </a:lnTo>
                <a:lnTo>
                  <a:pt x="4900549" y="124968"/>
                </a:lnTo>
                <a:close/>
              </a:path>
              <a:path w="4900930" h="182244">
                <a:moveTo>
                  <a:pt x="4740783" y="56261"/>
                </a:moveTo>
                <a:lnTo>
                  <a:pt x="4683633" y="56261"/>
                </a:lnTo>
                <a:lnTo>
                  <a:pt x="4683633" y="113411"/>
                </a:lnTo>
                <a:lnTo>
                  <a:pt x="4740783" y="113411"/>
                </a:lnTo>
                <a:lnTo>
                  <a:pt x="4740783" y="56261"/>
                </a:lnTo>
                <a:close/>
              </a:path>
              <a:path w="4900930" h="182244">
                <a:moveTo>
                  <a:pt x="4512183" y="56515"/>
                </a:moveTo>
                <a:lnTo>
                  <a:pt x="4455033" y="56515"/>
                </a:lnTo>
                <a:lnTo>
                  <a:pt x="4455033" y="113665"/>
                </a:lnTo>
                <a:lnTo>
                  <a:pt x="4512183" y="113665"/>
                </a:lnTo>
                <a:lnTo>
                  <a:pt x="4512183" y="56515"/>
                </a:lnTo>
                <a:close/>
              </a:path>
              <a:path w="4900930" h="182244">
                <a:moveTo>
                  <a:pt x="4283583" y="56769"/>
                </a:moveTo>
                <a:lnTo>
                  <a:pt x="4226433" y="56769"/>
                </a:lnTo>
                <a:lnTo>
                  <a:pt x="4226433" y="113919"/>
                </a:lnTo>
                <a:lnTo>
                  <a:pt x="4283583" y="113919"/>
                </a:lnTo>
                <a:lnTo>
                  <a:pt x="4283583" y="56769"/>
                </a:lnTo>
                <a:close/>
              </a:path>
              <a:path w="4900930" h="182244">
                <a:moveTo>
                  <a:pt x="4054983" y="56896"/>
                </a:moveTo>
                <a:lnTo>
                  <a:pt x="3997833" y="56896"/>
                </a:lnTo>
                <a:lnTo>
                  <a:pt x="3997833" y="114046"/>
                </a:lnTo>
                <a:lnTo>
                  <a:pt x="4054983" y="114046"/>
                </a:lnTo>
                <a:lnTo>
                  <a:pt x="4054983" y="56896"/>
                </a:lnTo>
                <a:close/>
              </a:path>
              <a:path w="4900930" h="182244">
                <a:moveTo>
                  <a:pt x="3826383" y="57150"/>
                </a:moveTo>
                <a:lnTo>
                  <a:pt x="3769233" y="57150"/>
                </a:lnTo>
                <a:lnTo>
                  <a:pt x="3769233" y="114300"/>
                </a:lnTo>
                <a:lnTo>
                  <a:pt x="3826383" y="114300"/>
                </a:lnTo>
                <a:lnTo>
                  <a:pt x="3826383" y="57150"/>
                </a:lnTo>
                <a:close/>
              </a:path>
              <a:path w="4900930" h="182244">
                <a:moveTo>
                  <a:pt x="3597783" y="57403"/>
                </a:moveTo>
                <a:lnTo>
                  <a:pt x="3540633" y="57403"/>
                </a:lnTo>
                <a:lnTo>
                  <a:pt x="3540633" y="114553"/>
                </a:lnTo>
                <a:lnTo>
                  <a:pt x="3597783" y="114553"/>
                </a:lnTo>
                <a:lnTo>
                  <a:pt x="3597783" y="57403"/>
                </a:lnTo>
                <a:close/>
              </a:path>
              <a:path w="4900930" h="182244">
                <a:moveTo>
                  <a:pt x="3369183" y="57530"/>
                </a:moveTo>
                <a:lnTo>
                  <a:pt x="3312033" y="57530"/>
                </a:lnTo>
                <a:lnTo>
                  <a:pt x="3312033" y="114680"/>
                </a:lnTo>
                <a:lnTo>
                  <a:pt x="3369183" y="114680"/>
                </a:lnTo>
                <a:lnTo>
                  <a:pt x="3369183" y="57530"/>
                </a:lnTo>
                <a:close/>
              </a:path>
              <a:path w="4900930" h="182244">
                <a:moveTo>
                  <a:pt x="3140583" y="57784"/>
                </a:moveTo>
                <a:lnTo>
                  <a:pt x="3083433" y="57784"/>
                </a:lnTo>
                <a:lnTo>
                  <a:pt x="3083433" y="114934"/>
                </a:lnTo>
                <a:lnTo>
                  <a:pt x="3140583" y="114934"/>
                </a:lnTo>
                <a:lnTo>
                  <a:pt x="3140583" y="57784"/>
                </a:lnTo>
                <a:close/>
              </a:path>
              <a:path w="4900930" h="182244">
                <a:moveTo>
                  <a:pt x="2911983" y="57912"/>
                </a:moveTo>
                <a:lnTo>
                  <a:pt x="2854833" y="57912"/>
                </a:lnTo>
                <a:lnTo>
                  <a:pt x="2854833" y="115062"/>
                </a:lnTo>
                <a:lnTo>
                  <a:pt x="2911983" y="115062"/>
                </a:lnTo>
                <a:lnTo>
                  <a:pt x="2911983" y="57912"/>
                </a:lnTo>
                <a:close/>
              </a:path>
              <a:path w="4900930" h="182244">
                <a:moveTo>
                  <a:pt x="2683383" y="58166"/>
                </a:moveTo>
                <a:lnTo>
                  <a:pt x="2626233" y="58166"/>
                </a:lnTo>
                <a:lnTo>
                  <a:pt x="2626233" y="115316"/>
                </a:lnTo>
                <a:lnTo>
                  <a:pt x="2683383" y="115316"/>
                </a:lnTo>
                <a:lnTo>
                  <a:pt x="2683383" y="58166"/>
                </a:lnTo>
                <a:close/>
              </a:path>
              <a:path w="4900930" h="182244">
                <a:moveTo>
                  <a:pt x="2454783" y="58420"/>
                </a:moveTo>
                <a:lnTo>
                  <a:pt x="2397633" y="58420"/>
                </a:lnTo>
                <a:lnTo>
                  <a:pt x="2397633" y="115570"/>
                </a:lnTo>
                <a:lnTo>
                  <a:pt x="2454783" y="115570"/>
                </a:lnTo>
                <a:lnTo>
                  <a:pt x="2454783" y="58420"/>
                </a:lnTo>
                <a:close/>
              </a:path>
              <a:path w="4900930" h="182244">
                <a:moveTo>
                  <a:pt x="2226183" y="58547"/>
                </a:moveTo>
                <a:lnTo>
                  <a:pt x="2169033" y="58547"/>
                </a:lnTo>
                <a:lnTo>
                  <a:pt x="2169033" y="115697"/>
                </a:lnTo>
                <a:lnTo>
                  <a:pt x="2226183" y="115697"/>
                </a:lnTo>
                <a:lnTo>
                  <a:pt x="2226183" y="58547"/>
                </a:lnTo>
                <a:close/>
              </a:path>
              <a:path w="4900930" h="182244">
                <a:moveTo>
                  <a:pt x="1997583" y="58800"/>
                </a:moveTo>
                <a:lnTo>
                  <a:pt x="1940433" y="58800"/>
                </a:lnTo>
                <a:lnTo>
                  <a:pt x="1940433" y="115950"/>
                </a:lnTo>
                <a:lnTo>
                  <a:pt x="1997583" y="115950"/>
                </a:lnTo>
                <a:lnTo>
                  <a:pt x="1997583" y="58800"/>
                </a:lnTo>
                <a:close/>
              </a:path>
              <a:path w="4900930" h="182244">
                <a:moveTo>
                  <a:pt x="1768983" y="58927"/>
                </a:moveTo>
                <a:lnTo>
                  <a:pt x="1711833" y="58927"/>
                </a:lnTo>
                <a:lnTo>
                  <a:pt x="1711833" y="116077"/>
                </a:lnTo>
                <a:lnTo>
                  <a:pt x="1768983" y="116077"/>
                </a:lnTo>
                <a:lnTo>
                  <a:pt x="1768983" y="58927"/>
                </a:lnTo>
                <a:close/>
              </a:path>
              <a:path w="4900930" h="182244">
                <a:moveTo>
                  <a:pt x="1540383" y="59181"/>
                </a:moveTo>
                <a:lnTo>
                  <a:pt x="1483233" y="59181"/>
                </a:lnTo>
                <a:lnTo>
                  <a:pt x="1483233" y="116331"/>
                </a:lnTo>
                <a:lnTo>
                  <a:pt x="1540383" y="116331"/>
                </a:lnTo>
                <a:lnTo>
                  <a:pt x="1540383" y="59181"/>
                </a:lnTo>
                <a:close/>
              </a:path>
              <a:path w="4900930" h="182244">
                <a:moveTo>
                  <a:pt x="1311783" y="59308"/>
                </a:moveTo>
                <a:lnTo>
                  <a:pt x="1254633" y="59436"/>
                </a:lnTo>
                <a:lnTo>
                  <a:pt x="1254633" y="116586"/>
                </a:lnTo>
                <a:lnTo>
                  <a:pt x="1311783" y="116458"/>
                </a:lnTo>
                <a:lnTo>
                  <a:pt x="1311783" y="59308"/>
                </a:lnTo>
                <a:close/>
              </a:path>
              <a:path w="4900930" h="182244">
                <a:moveTo>
                  <a:pt x="1083183" y="59563"/>
                </a:moveTo>
                <a:lnTo>
                  <a:pt x="1026033" y="59563"/>
                </a:lnTo>
                <a:lnTo>
                  <a:pt x="1026033" y="116713"/>
                </a:lnTo>
                <a:lnTo>
                  <a:pt x="1083183" y="116713"/>
                </a:lnTo>
                <a:lnTo>
                  <a:pt x="1083183" y="59563"/>
                </a:lnTo>
                <a:close/>
              </a:path>
              <a:path w="4900930" h="182244">
                <a:moveTo>
                  <a:pt x="854583" y="59817"/>
                </a:moveTo>
                <a:lnTo>
                  <a:pt x="797433" y="59817"/>
                </a:lnTo>
                <a:lnTo>
                  <a:pt x="797433" y="116967"/>
                </a:lnTo>
                <a:lnTo>
                  <a:pt x="854583" y="116967"/>
                </a:lnTo>
                <a:lnTo>
                  <a:pt x="854583" y="59817"/>
                </a:lnTo>
                <a:close/>
              </a:path>
              <a:path w="4900930" h="182244">
                <a:moveTo>
                  <a:pt x="625983" y="59944"/>
                </a:moveTo>
                <a:lnTo>
                  <a:pt x="568833" y="59944"/>
                </a:lnTo>
                <a:lnTo>
                  <a:pt x="568833" y="117094"/>
                </a:lnTo>
                <a:lnTo>
                  <a:pt x="625983" y="117094"/>
                </a:lnTo>
                <a:lnTo>
                  <a:pt x="625983" y="59944"/>
                </a:lnTo>
                <a:close/>
              </a:path>
              <a:path w="4900930" h="182244">
                <a:moveTo>
                  <a:pt x="397383" y="60198"/>
                </a:moveTo>
                <a:lnTo>
                  <a:pt x="340233" y="60198"/>
                </a:lnTo>
                <a:lnTo>
                  <a:pt x="340233" y="117348"/>
                </a:lnTo>
                <a:lnTo>
                  <a:pt x="397383" y="117348"/>
                </a:lnTo>
                <a:lnTo>
                  <a:pt x="397383" y="60198"/>
                </a:lnTo>
                <a:close/>
              </a:path>
              <a:path w="4900930" h="182244">
                <a:moveTo>
                  <a:pt x="156845" y="0"/>
                </a:moveTo>
                <a:lnTo>
                  <a:pt x="0" y="110108"/>
                </a:lnTo>
                <a:lnTo>
                  <a:pt x="182245" y="169545"/>
                </a:lnTo>
                <a:lnTo>
                  <a:pt x="174444" y="117475"/>
                </a:lnTo>
                <a:lnTo>
                  <a:pt x="141350" y="117475"/>
                </a:lnTo>
                <a:lnTo>
                  <a:pt x="141350" y="60325"/>
                </a:lnTo>
                <a:lnTo>
                  <a:pt x="165882" y="60325"/>
                </a:lnTo>
                <a:lnTo>
                  <a:pt x="156845" y="0"/>
                </a:lnTo>
                <a:close/>
              </a:path>
              <a:path w="4900930" h="182244">
                <a:moveTo>
                  <a:pt x="165882" y="60325"/>
                </a:moveTo>
                <a:lnTo>
                  <a:pt x="141350" y="60325"/>
                </a:lnTo>
                <a:lnTo>
                  <a:pt x="141350" y="117475"/>
                </a:lnTo>
                <a:lnTo>
                  <a:pt x="168783" y="117475"/>
                </a:lnTo>
                <a:lnTo>
                  <a:pt x="168783" y="79686"/>
                </a:lnTo>
                <a:lnTo>
                  <a:pt x="165882" y="60325"/>
                </a:lnTo>
                <a:close/>
              </a:path>
              <a:path w="4900930" h="182244">
                <a:moveTo>
                  <a:pt x="168783" y="79686"/>
                </a:moveTo>
                <a:lnTo>
                  <a:pt x="168783" y="117475"/>
                </a:lnTo>
                <a:lnTo>
                  <a:pt x="174444" y="117475"/>
                </a:lnTo>
                <a:lnTo>
                  <a:pt x="168783" y="79686"/>
                </a:lnTo>
                <a:close/>
              </a:path>
              <a:path w="4900930" h="182244">
                <a:moveTo>
                  <a:pt x="168783" y="60325"/>
                </a:moveTo>
                <a:lnTo>
                  <a:pt x="165882" y="60325"/>
                </a:lnTo>
                <a:lnTo>
                  <a:pt x="168783" y="79686"/>
                </a:lnTo>
                <a:lnTo>
                  <a:pt x="168783" y="60325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3693414" y="4393565"/>
            <a:ext cx="2433955" cy="589915"/>
          </a:xfrm>
          <a:custGeom>
            <a:avLst/>
            <a:gdLst/>
            <a:ahLst/>
            <a:cxnLst/>
            <a:rect l="l" t="t" r="r" b="b"/>
            <a:pathLst>
              <a:path w="2433954" h="589914">
                <a:moveTo>
                  <a:pt x="99060" y="425576"/>
                </a:moveTo>
                <a:lnTo>
                  <a:pt x="0" y="589788"/>
                </a:lnTo>
                <a:lnTo>
                  <a:pt x="190753" y="570484"/>
                </a:lnTo>
                <a:lnTo>
                  <a:pt x="172672" y="541909"/>
                </a:lnTo>
                <a:lnTo>
                  <a:pt x="120903" y="541909"/>
                </a:lnTo>
                <a:lnTo>
                  <a:pt x="120786" y="524291"/>
                </a:lnTo>
                <a:lnTo>
                  <a:pt x="120685" y="509075"/>
                </a:lnTo>
                <a:lnTo>
                  <a:pt x="120611" y="497967"/>
                </a:lnTo>
                <a:lnTo>
                  <a:pt x="120523" y="484759"/>
                </a:lnTo>
                <a:lnTo>
                  <a:pt x="136509" y="484759"/>
                </a:lnTo>
                <a:lnTo>
                  <a:pt x="99060" y="425576"/>
                </a:lnTo>
                <a:close/>
              </a:path>
              <a:path w="2433954" h="589914">
                <a:moveTo>
                  <a:pt x="2319274" y="469587"/>
                </a:moveTo>
                <a:lnTo>
                  <a:pt x="120523" y="484759"/>
                </a:lnTo>
                <a:lnTo>
                  <a:pt x="120611" y="497967"/>
                </a:lnTo>
                <a:lnTo>
                  <a:pt x="120685" y="509075"/>
                </a:lnTo>
                <a:lnTo>
                  <a:pt x="120786" y="524291"/>
                </a:lnTo>
                <a:lnTo>
                  <a:pt x="120903" y="541909"/>
                </a:lnTo>
                <a:lnTo>
                  <a:pt x="172447" y="541553"/>
                </a:lnTo>
                <a:lnTo>
                  <a:pt x="136509" y="484759"/>
                </a:lnTo>
                <a:lnTo>
                  <a:pt x="2319274" y="484759"/>
                </a:lnTo>
                <a:lnTo>
                  <a:pt x="2319274" y="469587"/>
                </a:lnTo>
                <a:close/>
              </a:path>
              <a:path w="2433954" h="589914">
                <a:moveTo>
                  <a:pt x="172447" y="541553"/>
                </a:moveTo>
                <a:lnTo>
                  <a:pt x="120903" y="541909"/>
                </a:lnTo>
                <a:lnTo>
                  <a:pt x="172672" y="541909"/>
                </a:lnTo>
                <a:lnTo>
                  <a:pt x="172447" y="541553"/>
                </a:lnTo>
                <a:close/>
              </a:path>
              <a:path w="2433954" h="589914">
                <a:moveTo>
                  <a:pt x="2319274" y="484759"/>
                </a:moveTo>
                <a:lnTo>
                  <a:pt x="136509" y="484759"/>
                </a:lnTo>
                <a:lnTo>
                  <a:pt x="172447" y="541553"/>
                </a:lnTo>
                <a:lnTo>
                  <a:pt x="2348103" y="526542"/>
                </a:lnTo>
                <a:lnTo>
                  <a:pt x="2376424" y="497967"/>
                </a:lnTo>
                <a:lnTo>
                  <a:pt x="2319274" y="497967"/>
                </a:lnTo>
                <a:lnTo>
                  <a:pt x="2319274" y="484759"/>
                </a:lnTo>
                <a:close/>
              </a:path>
              <a:path w="2433954" h="589914">
                <a:moveTo>
                  <a:pt x="2347595" y="469392"/>
                </a:moveTo>
                <a:lnTo>
                  <a:pt x="2319274" y="469587"/>
                </a:lnTo>
                <a:lnTo>
                  <a:pt x="2319274" y="497967"/>
                </a:lnTo>
                <a:lnTo>
                  <a:pt x="2347595" y="469392"/>
                </a:lnTo>
                <a:close/>
              </a:path>
              <a:path w="2433954" h="589914">
                <a:moveTo>
                  <a:pt x="2376424" y="469392"/>
                </a:moveTo>
                <a:lnTo>
                  <a:pt x="2347595" y="469392"/>
                </a:lnTo>
                <a:lnTo>
                  <a:pt x="2319274" y="497967"/>
                </a:lnTo>
                <a:lnTo>
                  <a:pt x="2376424" y="497967"/>
                </a:lnTo>
                <a:lnTo>
                  <a:pt x="2376424" y="469392"/>
                </a:lnTo>
                <a:close/>
              </a:path>
              <a:path w="2433954" h="589914">
                <a:moveTo>
                  <a:pt x="2376424" y="142875"/>
                </a:moveTo>
                <a:lnTo>
                  <a:pt x="2319274" y="142875"/>
                </a:lnTo>
                <a:lnTo>
                  <a:pt x="2319274" y="469587"/>
                </a:lnTo>
                <a:lnTo>
                  <a:pt x="2376424" y="469392"/>
                </a:lnTo>
                <a:lnTo>
                  <a:pt x="2376424" y="142875"/>
                </a:lnTo>
                <a:close/>
              </a:path>
              <a:path w="2433954" h="589914">
                <a:moveTo>
                  <a:pt x="2347849" y="0"/>
                </a:moveTo>
                <a:lnTo>
                  <a:pt x="2262124" y="171450"/>
                </a:lnTo>
                <a:lnTo>
                  <a:pt x="2319274" y="171450"/>
                </a:lnTo>
                <a:lnTo>
                  <a:pt x="2319274" y="142875"/>
                </a:lnTo>
                <a:lnTo>
                  <a:pt x="2419286" y="142875"/>
                </a:lnTo>
                <a:lnTo>
                  <a:pt x="2347849" y="0"/>
                </a:lnTo>
                <a:close/>
              </a:path>
              <a:path w="2433954" h="589914">
                <a:moveTo>
                  <a:pt x="2419286" y="142875"/>
                </a:moveTo>
                <a:lnTo>
                  <a:pt x="2376424" y="142875"/>
                </a:lnTo>
                <a:lnTo>
                  <a:pt x="2376424" y="171450"/>
                </a:lnTo>
                <a:lnTo>
                  <a:pt x="2433574" y="171450"/>
                </a:lnTo>
                <a:lnTo>
                  <a:pt x="2419286" y="142875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5907659" y="5541898"/>
            <a:ext cx="2136140" cy="179070"/>
          </a:xfrm>
          <a:custGeom>
            <a:avLst/>
            <a:gdLst/>
            <a:ahLst/>
            <a:cxnLst/>
            <a:rect l="l" t="t" r="r" b="b"/>
            <a:pathLst>
              <a:path w="2136140" h="179070">
                <a:moveTo>
                  <a:pt x="1964309" y="7238"/>
                </a:moveTo>
                <a:lnTo>
                  <a:pt x="1964309" y="178688"/>
                </a:lnTo>
                <a:lnTo>
                  <a:pt x="2078609" y="121538"/>
                </a:lnTo>
                <a:lnTo>
                  <a:pt x="1992884" y="121538"/>
                </a:lnTo>
                <a:lnTo>
                  <a:pt x="1992884" y="64388"/>
                </a:lnTo>
                <a:lnTo>
                  <a:pt x="2078609" y="64388"/>
                </a:lnTo>
                <a:lnTo>
                  <a:pt x="1964309" y="7238"/>
                </a:lnTo>
                <a:close/>
              </a:path>
              <a:path w="2136140" h="179070">
                <a:moveTo>
                  <a:pt x="171450" y="0"/>
                </a:moveTo>
                <a:lnTo>
                  <a:pt x="0" y="85725"/>
                </a:lnTo>
                <a:lnTo>
                  <a:pt x="171450" y="171450"/>
                </a:lnTo>
                <a:lnTo>
                  <a:pt x="171450" y="114300"/>
                </a:lnTo>
                <a:lnTo>
                  <a:pt x="142875" y="114300"/>
                </a:lnTo>
                <a:lnTo>
                  <a:pt x="142875" y="57150"/>
                </a:lnTo>
                <a:lnTo>
                  <a:pt x="171450" y="57150"/>
                </a:lnTo>
                <a:lnTo>
                  <a:pt x="171450" y="0"/>
                </a:lnTo>
                <a:close/>
              </a:path>
              <a:path w="2136140" h="179070">
                <a:moveTo>
                  <a:pt x="1639442" y="85725"/>
                </a:moveTo>
                <a:lnTo>
                  <a:pt x="1639442" y="92963"/>
                </a:lnTo>
                <a:lnTo>
                  <a:pt x="1641675" y="104072"/>
                </a:lnTo>
                <a:lnTo>
                  <a:pt x="1647777" y="113156"/>
                </a:lnTo>
                <a:lnTo>
                  <a:pt x="1656855" y="119288"/>
                </a:lnTo>
                <a:lnTo>
                  <a:pt x="1668017" y="121538"/>
                </a:lnTo>
                <a:lnTo>
                  <a:pt x="1964309" y="121538"/>
                </a:lnTo>
                <a:lnTo>
                  <a:pt x="1964309" y="114300"/>
                </a:lnTo>
                <a:lnTo>
                  <a:pt x="1668017" y="114300"/>
                </a:lnTo>
                <a:lnTo>
                  <a:pt x="1639442" y="85725"/>
                </a:lnTo>
                <a:close/>
              </a:path>
              <a:path w="2136140" h="179070">
                <a:moveTo>
                  <a:pt x="2078609" y="64388"/>
                </a:moveTo>
                <a:lnTo>
                  <a:pt x="1992884" y="64388"/>
                </a:lnTo>
                <a:lnTo>
                  <a:pt x="1992884" y="121538"/>
                </a:lnTo>
                <a:lnTo>
                  <a:pt x="2078609" y="121538"/>
                </a:lnTo>
                <a:lnTo>
                  <a:pt x="2135759" y="92963"/>
                </a:lnTo>
                <a:lnTo>
                  <a:pt x="2078609" y="64388"/>
                </a:lnTo>
                <a:close/>
              </a:path>
              <a:path w="2136140" h="179070">
                <a:moveTo>
                  <a:pt x="171450" y="57150"/>
                </a:moveTo>
                <a:lnTo>
                  <a:pt x="142875" y="57150"/>
                </a:lnTo>
                <a:lnTo>
                  <a:pt x="142875" y="114300"/>
                </a:lnTo>
                <a:lnTo>
                  <a:pt x="171450" y="114300"/>
                </a:lnTo>
                <a:lnTo>
                  <a:pt x="171450" y="57150"/>
                </a:lnTo>
                <a:close/>
              </a:path>
              <a:path w="2136140" h="179070">
                <a:moveTo>
                  <a:pt x="1668017" y="57150"/>
                </a:moveTo>
                <a:lnTo>
                  <a:pt x="171450" y="57150"/>
                </a:lnTo>
                <a:lnTo>
                  <a:pt x="171450" y="114300"/>
                </a:lnTo>
                <a:lnTo>
                  <a:pt x="1649469" y="114300"/>
                </a:lnTo>
                <a:lnTo>
                  <a:pt x="1647777" y="113156"/>
                </a:lnTo>
                <a:lnTo>
                  <a:pt x="1641675" y="104072"/>
                </a:lnTo>
                <a:lnTo>
                  <a:pt x="1639442" y="92963"/>
                </a:lnTo>
                <a:lnTo>
                  <a:pt x="1639442" y="85725"/>
                </a:lnTo>
                <a:lnTo>
                  <a:pt x="1689354" y="85725"/>
                </a:lnTo>
                <a:lnTo>
                  <a:pt x="1668017" y="64388"/>
                </a:lnTo>
                <a:lnTo>
                  <a:pt x="1686517" y="64388"/>
                </a:lnTo>
                <a:lnTo>
                  <a:pt x="1679126" y="59400"/>
                </a:lnTo>
                <a:lnTo>
                  <a:pt x="1668017" y="57150"/>
                </a:lnTo>
                <a:close/>
              </a:path>
              <a:path w="2136140" h="179070">
                <a:moveTo>
                  <a:pt x="1689354" y="85725"/>
                </a:moveTo>
                <a:lnTo>
                  <a:pt x="1639442" y="85725"/>
                </a:lnTo>
                <a:lnTo>
                  <a:pt x="1668017" y="114300"/>
                </a:lnTo>
                <a:lnTo>
                  <a:pt x="1964309" y="114300"/>
                </a:lnTo>
                <a:lnTo>
                  <a:pt x="1964309" y="92963"/>
                </a:lnTo>
                <a:lnTo>
                  <a:pt x="1696592" y="92963"/>
                </a:lnTo>
                <a:lnTo>
                  <a:pt x="1689354" y="85725"/>
                </a:lnTo>
                <a:close/>
              </a:path>
              <a:path w="2136140" h="179070">
                <a:moveTo>
                  <a:pt x="1686517" y="64388"/>
                </a:moveTo>
                <a:lnTo>
                  <a:pt x="1668017" y="64388"/>
                </a:lnTo>
                <a:lnTo>
                  <a:pt x="1696592" y="92963"/>
                </a:lnTo>
                <a:lnTo>
                  <a:pt x="1696592" y="85725"/>
                </a:lnTo>
                <a:lnTo>
                  <a:pt x="1694342" y="74616"/>
                </a:lnTo>
                <a:lnTo>
                  <a:pt x="1688211" y="65532"/>
                </a:lnTo>
                <a:lnTo>
                  <a:pt x="1686517" y="64388"/>
                </a:lnTo>
                <a:close/>
              </a:path>
              <a:path w="2136140" h="179070">
                <a:moveTo>
                  <a:pt x="1964309" y="64388"/>
                </a:moveTo>
                <a:lnTo>
                  <a:pt x="1686517" y="64388"/>
                </a:lnTo>
                <a:lnTo>
                  <a:pt x="1688211" y="65532"/>
                </a:lnTo>
                <a:lnTo>
                  <a:pt x="1694342" y="74616"/>
                </a:lnTo>
                <a:lnTo>
                  <a:pt x="1696592" y="85725"/>
                </a:lnTo>
                <a:lnTo>
                  <a:pt x="1696592" y="92963"/>
                </a:lnTo>
                <a:lnTo>
                  <a:pt x="1964309" y="92963"/>
                </a:lnTo>
                <a:lnTo>
                  <a:pt x="1964309" y="64388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46863" y="0"/>
            <a:ext cx="5541010" cy="10287000"/>
            <a:chOff x="12746863" y="0"/>
            <a:chExt cx="5541010" cy="10287000"/>
          </a:xfrm>
        </p:grpSpPr>
        <p:sp>
          <p:nvSpPr>
            <p:cNvPr id="3" name="object 3"/>
            <p:cNvSpPr/>
            <p:nvPr/>
          </p:nvSpPr>
          <p:spPr>
            <a:xfrm>
              <a:off x="12746863" y="0"/>
              <a:ext cx="5541010" cy="10287000"/>
            </a:xfrm>
            <a:custGeom>
              <a:avLst/>
              <a:gdLst/>
              <a:ahLst/>
              <a:cxnLst/>
              <a:rect l="l" t="t" r="r" b="b"/>
              <a:pathLst>
                <a:path w="5541009" h="10287000">
                  <a:moveTo>
                    <a:pt x="5541009" y="0"/>
                  </a:moveTo>
                  <a:lnTo>
                    <a:pt x="0" y="0"/>
                  </a:lnTo>
                  <a:lnTo>
                    <a:pt x="0" y="10287000"/>
                  </a:lnTo>
                  <a:lnTo>
                    <a:pt x="5541009" y="10287000"/>
                  </a:lnTo>
                  <a:lnTo>
                    <a:pt x="5541009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55566" y="672160"/>
              <a:ext cx="741603" cy="741603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685800" y="1729739"/>
            <a:ext cx="11114405" cy="2175510"/>
          </a:xfrm>
          <a:custGeom>
            <a:avLst/>
            <a:gdLst/>
            <a:ahLst/>
            <a:cxnLst/>
            <a:rect l="l" t="t" r="r" b="b"/>
            <a:pathLst>
              <a:path w="11114405" h="2175510">
                <a:moveTo>
                  <a:pt x="10943082" y="0"/>
                </a:moveTo>
                <a:lnTo>
                  <a:pt x="171284" y="0"/>
                </a:lnTo>
                <a:lnTo>
                  <a:pt x="125749" y="6119"/>
                </a:lnTo>
                <a:lnTo>
                  <a:pt x="84832" y="23386"/>
                </a:lnTo>
                <a:lnTo>
                  <a:pt x="50166" y="50164"/>
                </a:lnTo>
                <a:lnTo>
                  <a:pt x="23384" y="84817"/>
                </a:lnTo>
                <a:lnTo>
                  <a:pt x="6118" y="125706"/>
                </a:lnTo>
                <a:lnTo>
                  <a:pt x="0" y="171195"/>
                </a:lnTo>
                <a:lnTo>
                  <a:pt x="0" y="2004313"/>
                </a:lnTo>
                <a:lnTo>
                  <a:pt x="6118" y="2049847"/>
                </a:lnTo>
                <a:lnTo>
                  <a:pt x="23384" y="2090749"/>
                </a:lnTo>
                <a:lnTo>
                  <a:pt x="50166" y="2125392"/>
                </a:lnTo>
                <a:lnTo>
                  <a:pt x="84832" y="2152151"/>
                </a:lnTo>
                <a:lnTo>
                  <a:pt x="125749" y="2169399"/>
                </a:lnTo>
                <a:lnTo>
                  <a:pt x="171284" y="2175509"/>
                </a:lnTo>
                <a:lnTo>
                  <a:pt x="10943082" y="2175509"/>
                </a:lnTo>
                <a:lnTo>
                  <a:pt x="10988625" y="2169399"/>
                </a:lnTo>
                <a:lnTo>
                  <a:pt x="11029550" y="2152151"/>
                </a:lnTo>
                <a:lnTo>
                  <a:pt x="11064224" y="2125392"/>
                </a:lnTo>
                <a:lnTo>
                  <a:pt x="11091013" y="2090749"/>
                </a:lnTo>
                <a:lnTo>
                  <a:pt x="11108284" y="2049847"/>
                </a:lnTo>
                <a:lnTo>
                  <a:pt x="11114405" y="2004313"/>
                </a:lnTo>
                <a:lnTo>
                  <a:pt x="11114405" y="171195"/>
                </a:lnTo>
                <a:lnTo>
                  <a:pt x="11108284" y="125706"/>
                </a:lnTo>
                <a:lnTo>
                  <a:pt x="11091013" y="84817"/>
                </a:lnTo>
                <a:lnTo>
                  <a:pt x="11064224" y="50164"/>
                </a:lnTo>
                <a:lnTo>
                  <a:pt x="11029550" y="23386"/>
                </a:lnTo>
                <a:lnTo>
                  <a:pt x="10988625" y="6119"/>
                </a:lnTo>
                <a:lnTo>
                  <a:pt x="10943082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89152" y="2279395"/>
            <a:ext cx="10111105" cy="1061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Confluent</a:t>
            </a:r>
            <a:r>
              <a:rPr sz="3400" spc="-10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Platform</a:t>
            </a:r>
            <a:r>
              <a:rPr sz="3400" spc="-11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아키텍처</a:t>
            </a:r>
            <a:r>
              <a:rPr sz="3400" spc="-8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디자인</a:t>
            </a:r>
            <a:r>
              <a:rPr sz="3400" spc="-9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및</a:t>
            </a:r>
            <a:r>
              <a:rPr sz="3400" spc="-10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배포의</a:t>
            </a:r>
            <a:r>
              <a:rPr sz="3400" spc="-9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spc="-25" dirty="0">
                <a:solidFill>
                  <a:srgbClr val="173360"/>
                </a:solidFill>
                <a:latin typeface="Malgun Gothic"/>
                <a:cs typeface="Malgun Gothic"/>
              </a:rPr>
              <a:t>맥락 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에서</a:t>
            </a:r>
            <a:r>
              <a:rPr sz="3400" spc="-8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b="1" dirty="0">
                <a:solidFill>
                  <a:srgbClr val="173360"/>
                </a:solidFill>
                <a:latin typeface="Malgun Gothic"/>
                <a:cs typeface="Malgun Gothic"/>
              </a:rPr>
              <a:t>노드의</a:t>
            </a:r>
            <a:r>
              <a:rPr sz="3400" b="1" spc="-8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b="1" dirty="0">
                <a:solidFill>
                  <a:srgbClr val="173360"/>
                </a:solidFill>
                <a:latin typeface="Malgun Gothic"/>
                <a:cs typeface="Malgun Gothic"/>
              </a:rPr>
              <a:t>정의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를</a:t>
            </a:r>
            <a:r>
              <a:rPr sz="3400" spc="-8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이해하는</a:t>
            </a:r>
            <a:r>
              <a:rPr sz="3400" spc="-8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dirty="0">
                <a:solidFill>
                  <a:srgbClr val="173360"/>
                </a:solidFill>
                <a:latin typeface="Malgun Gothic"/>
                <a:cs typeface="Malgun Gothic"/>
              </a:rPr>
              <a:t>것이</a:t>
            </a:r>
            <a:r>
              <a:rPr sz="3400" spc="-8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3400" spc="-10" dirty="0">
                <a:solidFill>
                  <a:srgbClr val="173360"/>
                </a:solidFill>
                <a:latin typeface="Malgun Gothic"/>
                <a:cs typeface="Malgun Gothic"/>
              </a:rPr>
              <a:t>중요합니다.</a:t>
            </a:r>
            <a:endParaRPr sz="3400">
              <a:latin typeface="Malgun Gothic"/>
              <a:cs typeface="Malgun Gothic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344270" y="2318385"/>
            <a:ext cx="4338955" cy="1215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다음</a:t>
            </a:r>
            <a:r>
              <a:rPr sz="2600" spc="-4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50" dirty="0">
                <a:solidFill>
                  <a:srgbClr val="221F1F"/>
                </a:solidFill>
                <a:latin typeface="Malgun Gothic"/>
                <a:cs typeface="Malgun Gothic"/>
              </a:rPr>
              <a:t>구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성</a:t>
            </a:r>
            <a:r>
              <a:rPr sz="26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요소는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노드로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간주합니다</a:t>
            </a:r>
            <a:endParaRPr sz="2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600" spc="-50" dirty="0">
                <a:solidFill>
                  <a:srgbClr val="221F1F"/>
                </a:solidFill>
                <a:latin typeface="Malgun Gothic"/>
                <a:cs typeface="Malgun Gothic"/>
              </a:rPr>
              <a:t>:</a:t>
            </a:r>
            <a:endParaRPr sz="2600">
              <a:latin typeface="Malgun Gothic"/>
              <a:cs typeface="Malgun Gothic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53998" y="3721456"/>
            <a:ext cx="3732529" cy="5038725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51484" indent="-438784">
              <a:lnSpc>
                <a:spcPct val="100000"/>
              </a:lnSpc>
              <a:spcBef>
                <a:spcPts val="565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Schema</a:t>
            </a:r>
            <a:r>
              <a:rPr sz="2600" spc="-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Registry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70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REST</a:t>
            </a:r>
            <a:r>
              <a:rPr sz="26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Proxy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65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ksqlDB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70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Control</a:t>
            </a:r>
            <a:r>
              <a:rPr sz="2600" spc="-4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Center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70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Replicator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70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Operator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65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MQTT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 Proxy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70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sz="2600" spc="-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Broker*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70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Connect*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65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ZooKeeper(삭제</a:t>
            </a:r>
            <a:r>
              <a:rPr sz="2600" spc="-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예정)</a:t>
            </a:r>
            <a:endParaRPr sz="2600">
              <a:latin typeface="Malgun Gothic"/>
              <a:cs typeface="Malgun Gothic"/>
            </a:endParaRPr>
          </a:p>
          <a:p>
            <a:pPr marL="451484" indent="-438784">
              <a:lnSpc>
                <a:spcPct val="100000"/>
              </a:lnSpc>
              <a:spcBef>
                <a:spcPts val="470"/>
              </a:spcBef>
              <a:buSzPct val="50000"/>
              <a:buFont typeface="Times New Roman"/>
              <a:buChar char="●"/>
              <a:tabLst>
                <a:tab pos="451484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KRaft</a:t>
            </a:r>
            <a:r>
              <a:rPr sz="26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Controller*</a:t>
            </a:r>
            <a:endParaRPr sz="26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5747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95"/>
              </a:spcBef>
            </a:pPr>
            <a:r>
              <a:rPr sz="4600" spc="560" dirty="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sz="4600" spc="28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600" spc="535" dirty="0">
                <a:solidFill>
                  <a:srgbClr val="173360"/>
                </a:solidFill>
                <a:latin typeface="Calibri"/>
                <a:cs typeface="Calibri"/>
              </a:rPr>
              <a:t>Platform</a:t>
            </a:r>
            <a:r>
              <a:rPr sz="4600" spc="29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600" spc="615" dirty="0">
                <a:solidFill>
                  <a:srgbClr val="173360"/>
                </a:solidFill>
                <a:latin typeface="Calibri"/>
                <a:cs typeface="Calibri"/>
              </a:rPr>
              <a:t>Node</a:t>
            </a:r>
            <a:r>
              <a:rPr sz="4600" spc="28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600" spc="465" dirty="0">
                <a:solidFill>
                  <a:srgbClr val="173360"/>
                </a:solidFill>
                <a:latin typeface="Calibri"/>
                <a:cs typeface="Calibri"/>
              </a:rPr>
              <a:t>Definition</a:t>
            </a:r>
            <a:endParaRPr sz="4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89602" y="9398304"/>
            <a:ext cx="220979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829393"/>
                </a:solidFill>
                <a:latin typeface="Malgun Gothic"/>
                <a:cs typeface="Malgun Gothic"/>
              </a:rPr>
              <a:t>34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9339" y="4165448"/>
            <a:ext cx="10549255" cy="13817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113999"/>
              </a:lnSpc>
              <a:spcBef>
                <a:spcPts val="105"/>
              </a:spcBef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노드는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다음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요소 중</a:t>
            </a:r>
            <a:r>
              <a:rPr sz="26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어느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것도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초과하지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않는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물리적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또는</a:t>
            </a:r>
            <a:r>
              <a:rPr sz="260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가상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컴퓨팅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머신에서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실행되는</a:t>
            </a:r>
            <a:r>
              <a:rPr sz="26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Platform의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구성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요소의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소프트웨어</a:t>
            </a:r>
            <a:r>
              <a:rPr sz="260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인스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턴스입니다.</a:t>
            </a:r>
            <a:r>
              <a:rPr sz="260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50" dirty="0">
                <a:solidFill>
                  <a:srgbClr val="221F1F"/>
                </a:solidFill>
                <a:latin typeface="Malgun Gothic"/>
                <a:cs typeface="Malgun Gothic"/>
              </a:rPr>
              <a:t>:</a:t>
            </a:r>
            <a:endParaRPr sz="2600">
              <a:latin typeface="Malgun Gothic"/>
              <a:cs typeface="Malgun Gothic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3448" y="5563336"/>
            <a:ext cx="7242175" cy="2372995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634365" indent="-621665">
              <a:lnSpc>
                <a:spcPct val="100000"/>
              </a:lnSpc>
              <a:spcBef>
                <a:spcPts val="1600"/>
              </a:spcBef>
              <a:buSzPct val="50000"/>
              <a:buFont typeface="Times New Roman"/>
              <a:buChar char="●"/>
              <a:tabLst>
                <a:tab pos="634365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56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코어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또는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가상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코어</a:t>
            </a:r>
            <a:endParaRPr sz="2600">
              <a:latin typeface="Malgun Gothic"/>
              <a:cs typeface="Malgun Gothic"/>
            </a:endParaRPr>
          </a:p>
          <a:p>
            <a:pPr marL="634365" indent="-621665">
              <a:lnSpc>
                <a:spcPct val="100000"/>
              </a:lnSpc>
              <a:spcBef>
                <a:spcPts val="1500"/>
              </a:spcBef>
              <a:buSzPct val="50000"/>
              <a:buFont typeface="Times New Roman"/>
              <a:buChar char="●"/>
              <a:tabLst>
                <a:tab pos="634365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24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하드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드라이브</a:t>
            </a:r>
            <a:endParaRPr sz="2600">
              <a:latin typeface="Malgun Gothic"/>
              <a:cs typeface="Malgun Gothic"/>
            </a:endParaRPr>
          </a:p>
          <a:p>
            <a:pPr marL="634365" indent="-621665">
              <a:lnSpc>
                <a:spcPct val="100000"/>
              </a:lnSpc>
              <a:spcBef>
                <a:spcPts val="1500"/>
              </a:spcBef>
              <a:buSzPct val="50000"/>
              <a:buFont typeface="Times New Roman"/>
              <a:buChar char="●"/>
              <a:tabLst>
                <a:tab pos="634365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50 TB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총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하드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드라이브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또는</a:t>
            </a:r>
            <a:r>
              <a:rPr sz="26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flash/SSD</a:t>
            </a:r>
            <a:r>
              <a:rPr sz="2600" spc="-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용량</a:t>
            </a:r>
            <a:endParaRPr sz="2600">
              <a:latin typeface="Malgun Gothic"/>
              <a:cs typeface="Malgun Gothic"/>
            </a:endParaRPr>
          </a:p>
          <a:p>
            <a:pPr marL="634365" indent="-621665">
              <a:lnSpc>
                <a:spcPct val="100000"/>
              </a:lnSpc>
              <a:spcBef>
                <a:spcPts val="1500"/>
              </a:spcBef>
              <a:buSzPct val="50000"/>
              <a:buFont typeface="Times New Roman"/>
              <a:buChar char="●"/>
              <a:tabLst>
                <a:tab pos="634365" algn="l"/>
              </a:tabLst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256</a:t>
            </a:r>
            <a:r>
              <a:rPr sz="260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GB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RAM</a:t>
            </a:r>
            <a:r>
              <a:rPr sz="26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메모리</a:t>
            </a:r>
            <a:endParaRPr sz="26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85800" y="8231149"/>
            <a:ext cx="11114405" cy="1221740"/>
          </a:xfrm>
          <a:prstGeom prst="rect">
            <a:avLst/>
          </a:prstGeom>
          <a:solidFill>
            <a:srgbClr val="81CFE1"/>
          </a:solidFill>
          <a:ln w="19050">
            <a:solidFill>
              <a:srgbClr val="221F1F"/>
            </a:solidFill>
          </a:ln>
        </p:spPr>
        <p:txBody>
          <a:bodyPr vert="horz" wrap="square" lIns="0" tIns="191135" rIns="0" bIns="0" rtlCol="0">
            <a:spAutoFit/>
          </a:bodyPr>
          <a:lstStyle/>
          <a:p>
            <a:pPr marL="365760">
              <a:lnSpc>
                <a:spcPts val="3285"/>
              </a:lnSpc>
              <a:spcBef>
                <a:spcPts val="1505"/>
              </a:spcBef>
            </a:pPr>
            <a:r>
              <a:rPr sz="2750" b="1" i="1" spc="-165" dirty="0">
                <a:solidFill>
                  <a:srgbClr val="221F1F"/>
                </a:solidFill>
                <a:latin typeface="Malgun Gothic"/>
                <a:cs typeface="Malgun Gothic"/>
              </a:rPr>
              <a:t>모든</a:t>
            </a:r>
            <a:r>
              <a:rPr sz="2750" b="1" i="1" spc="-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750" b="1" i="1" spc="-170" dirty="0">
                <a:solidFill>
                  <a:srgbClr val="221F1F"/>
                </a:solidFill>
                <a:latin typeface="Malgun Gothic"/>
                <a:cs typeface="Malgun Gothic"/>
              </a:rPr>
              <a:t>기능이</a:t>
            </a:r>
            <a:r>
              <a:rPr sz="2750" b="1" i="1" spc="-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750" b="1" i="1" spc="-170" dirty="0">
                <a:solidFill>
                  <a:srgbClr val="221F1F"/>
                </a:solidFill>
                <a:latin typeface="Malgun Gothic"/>
                <a:cs typeface="Malgun Gothic"/>
              </a:rPr>
              <a:t>노드로</a:t>
            </a:r>
            <a:r>
              <a:rPr sz="2750" b="1" i="1" spc="-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750" b="1" i="1" spc="-170" dirty="0">
                <a:solidFill>
                  <a:srgbClr val="221F1F"/>
                </a:solidFill>
                <a:latin typeface="Malgun Gothic"/>
                <a:cs typeface="Malgun Gothic"/>
              </a:rPr>
              <a:t>계산되는</a:t>
            </a:r>
            <a:r>
              <a:rPr sz="2750" b="1" i="1" spc="-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750" b="1" i="1" spc="-150" dirty="0">
                <a:solidFill>
                  <a:srgbClr val="221F1F"/>
                </a:solidFill>
                <a:latin typeface="Malgun Gothic"/>
                <a:cs typeface="Malgun Gothic"/>
              </a:rPr>
              <a:t>것은</a:t>
            </a:r>
            <a:r>
              <a:rPr sz="2750" b="1" i="1" spc="-5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750" b="1" i="1" spc="-10" dirty="0">
                <a:solidFill>
                  <a:srgbClr val="221F1F"/>
                </a:solidFill>
                <a:latin typeface="Malgun Gothic"/>
                <a:cs typeface="Malgun Gothic"/>
              </a:rPr>
              <a:t>아닙니다.</a:t>
            </a:r>
            <a:endParaRPr sz="2750">
              <a:latin typeface="Malgun Gothic"/>
              <a:cs typeface="Malgun Gothic"/>
            </a:endParaRPr>
          </a:p>
          <a:p>
            <a:pPr marL="365125">
              <a:lnSpc>
                <a:spcPts val="3105"/>
              </a:lnSpc>
            </a:pP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(e.g.,</a:t>
            </a:r>
            <a:r>
              <a:rPr sz="260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RBAC,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sz="2600" spc="-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Streams,</a:t>
            </a:r>
            <a:r>
              <a:rPr sz="2600" spc="-4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Auto</a:t>
            </a:r>
            <a:r>
              <a:rPr sz="26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sz="2600" spc="-4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dirty="0">
                <a:solidFill>
                  <a:srgbClr val="221F1F"/>
                </a:solidFill>
                <a:latin typeface="Malgun Gothic"/>
                <a:cs typeface="Malgun Gothic"/>
              </a:rPr>
              <a:t>Balancer,</a:t>
            </a:r>
            <a:r>
              <a:rPr sz="2600" spc="-6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600" spc="-20" dirty="0">
                <a:solidFill>
                  <a:srgbClr val="221F1F"/>
                </a:solidFill>
                <a:latin typeface="Malgun Gothic"/>
                <a:cs typeface="Malgun Gothic"/>
              </a:rPr>
              <a:t>...)</a:t>
            </a:r>
            <a:endParaRPr sz="26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73100" y="9630867"/>
            <a:ext cx="38423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221F1F"/>
                </a:solidFill>
                <a:latin typeface="Malgun Gothic"/>
                <a:cs typeface="Malgun Gothic"/>
              </a:rPr>
              <a:t>*</a:t>
            </a:r>
            <a:r>
              <a:rPr sz="1600" spc="-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221F1F"/>
                </a:solidFill>
                <a:latin typeface="Malgun Gothic"/>
                <a:cs typeface="Malgun Gothic"/>
              </a:rPr>
              <a:t>Open</a:t>
            </a:r>
            <a:r>
              <a:rPr sz="1600" spc="-4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221F1F"/>
                </a:solidFill>
                <a:latin typeface="Malgun Gothic"/>
                <a:cs typeface="Malgun Gothic"/>
              </a:rPr>
              <a:t>Source</a:t>
            </a:r>
            <a:r>
              <a:rPr sz="1600" spc="-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221F1F"/>
                </a:solidFill>
                <a:latin typeface="Malgun Gothic"/>
                <a:cs typeface="Malgun Gothic"/>
              </a:rPr>
              <a:t>Apache</a:t>
            </a:r>
            <a:r>
              <a:rPr sz="1600" spc="-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sz="160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spc="-10" dirty="0">
                <a:solidFill>
                  <a:srgbClr val="221F1F"/>
                </a:solidFill>
                <a:latin typeface="Malgun Gothic"/>
                <a:cs typeface="Malgun Gothic"/>
              </a:rPr>
              <a:t>component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151234" y="2341245"/>
            <a:ext cx="952500" cy="952500"/>
            <a:chOff x="11151234" y="2341245"/>
            <a:chExt cx="952500" cy="952500"/>
          </a:xfrm>
        </p:grpSpPr>
        <p:sp>
          <p:nvSpPr>
            <p:cNvPr id="16" name="object 16"/>
            <p:cNvSpPr/>
            <p:nvPr/>
          </p:nvSpPr>
          <p:spPr>
            <a:xfrm>
              <a:off x="11170284" y="236029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1170284" y="2360295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3810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1404218" y="2639060"/>
              <a:ext cx="486409" cy="357505"/>
            </a:xfrm>
            <a:custGeom>
              <a:avLst/>
              <a:gdLst/>
              <a:ahLst/>
              <a:cxnLst/>
              <a:rect l="l" t="t" r="r" b="b"/>
              <a:pathLst>
                <a:path w="486409" h="357505">
                  <a:moveTo>
                    <a:pt x="307594" y="0"/>
                  </a:moveTo>
                  <a:lnTo>
                    <a:pt x="307594" y="89154"/>
                  </a:lnTo>
                  <a:lnTo>
                    <a:pt x="0" y="89154"/>
                  </a:lnTo>
                  <a:lnTo>
                    <a:pt x="0" y="267716"/>
                  </a:lnTo>
                  <a:lnTo>
                    <a:pt x="307594" y="267716"/>
                  </a:lnTo>
                  <a:lnTo>
                    <a:pt x="307594" y="356997"/>
                  </a:lnTo>
                  <a:lnTo>
                    <a:pt x="486028" y="178435"/>
                  </a:lnTo>
                  <a:lnTo>
                    <a:pt x="307594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D6EEF6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55566" y="672147"/>
            <a:ext cx="741603" cy="74161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263751" y="5301754"/>
            <a:ext cx="6625590" cy="3979545"/>
          </a:xfrm>
          <a:custGeom>
            <a:avLst/>
            <a:gdLst/>
            <a:ahLst/>
            <a:cxnLst/>
            <a:rect l="l" t="t" r="r" b="b"/>
            <a:pathLst>
              <a:path w="6625590" h="3979545">
                <a:moveTo>
                  <a:pt x="4018902" y="3582797"/>
                </a:moveTo>
                <a:lnTo>
                  <a:pt x="0" y="3582797"/>
                </a:lnTo>
                <a:lnTo>
                  <a:pt x="0" y="3979037"/>
                </a:lnTo>
                <a:lnTo>
                  <a:pt x="4018902" y="3979037"/>
                </a:lnTo>
                <a:lnTo>
                  <a:pt x="4018902" y="3582797"/>
                </a:lnTo>
                <a:close/>
              </a:path>
              <a:path w="6625590" h="3979545">
                <a:moveTo>
                  <a:pt x="4018902" y="2790317"/>
                </a:moveTo>
                <a:lnTo>
                  <a:pt x="0" y="2790317"/>
                </a:lnTo>
                <a:lnTo>
                  <a:pt x="0" y="3186544"/>
                </a:lnTo>
                <a:lnTo>
                  <a:pt x="0" y="3582784"/>
                </a:lnTo>
                <a:lnTo>
                  <a:pt x="4018902" y="3582784"/>
                </a:lnTo>
                <a:lnTo>
                  <a:pt x="4018902" y="3186544"/>
                </a:lnTo>
                <a:lnTo>
                  <a:pt x="4018902" y="2790317"/>
                </a:lnTo>
                <a:close/>
              </a:path>
              <a:path w="6625590" h="3979545">
                <a:moveTo>
                  <a:pt x="4018902" y="0"/>
                </a:moveTo>
                <a:lnTo>
                  <a:pt x="0" y="0"/>
                </a:lnTo>
                <a:lnTo>
                  <a:pt x="0" y="412864"/>
                </a:lnTo>
                <a:lnTo>
                  <a:pt x="0" y="809104"/>
                </a:lnTo>
                <a:lnTo>
                  <a:pt x="0" y="2790304"/>
                </a:lnTo>
                <a:lnTo>
                  <a:pt x="4018902" y="2790304"/>
                </a:lnTo>
                <a:lnTo>
                  <a:pt x="4018902" y="412864"/>
                </a:lnTo>
                <a:lnTo>
                  <a:pt x="4018902" y="0"/>
                </a:lnTo>
                <a:close/>
              </a:path>
              <a:path w="6625590" h="3979545">
                <a:moveTo>
                  <a:pt x="6625234" y="3582797"/>
                </a:moveTo>
                <a:lnTo>
                  <a:pt x="4018940" y="3582797"/>
                </a:lnTo>
                <a:lnTo>
                  <a:pt x="4018940" y="3979037"/>
                </a:lnTo>
                <a:lnTo>
                  <a:pt x="6625234" y="3979037"/>
                </a:lnTo>
                <a:lnTo>
                  <a:pt x="6625234" y="3582797"/>
                </a:lnTo>
                <a:close/>
              </a:path>
              <a:path w="6625590" h="3979545">
                <a:moveTo>
                  <a:pt x="6625234" y="2790317"/>
                </a:moveTo>
                <a:lnTo>
                  <a:pt x="4018940" y="2790317"/>
                </a:lnTo>
                <a:lnTo>
                  <a:pt x="4018940" y="3186544"/>
                </a:lnTo>
                <a:lnTo>
                  <a:pt x="4018940" y="3582784"/>
                </a:lnTo>
                <a:lnTo>
                  <a:pt x="6625234" y="3582784"/>
                </a:lnTo>
                <a:lnTo>
                  <a:pt x="6625234" y="3186544"/>
                </a:lnTo>
                <a:lnTo>
                  <a:pt x="6625234" y="2790317"/>
                </a:lnTo>
                <a:close/>
              </a:path>
              <a:path w="6625590" h="3979545">
                <a:moveTo>
                  <a:pt x="6625234" y="0"/>
                </a:moveTo>
                <a:lnTo>
                  <a:pt x="4018940" y="0"/>
                </a:lnTo>
                <a:lnTo>
                  <a:pt x="4018940" y="412864"/>
                </a:lnTo>
                <a:lnTo>
                  <a:pt x="4018940" y="809104"/>
                </a:lnTo>
                <a:lnTo>
                  <a:pt x="4018940" y="2790304"/>
                </a:lnTo>
                <a:lnTo>
                  <a:pt x="6625234" y="2790304"/>
                </a:lnTo>
                <a:lnTo>
                  <a:pt x="6625234" y="412864"/>
                </a:lnTo>
                <a:lnTo>
                  <a:pt x="662523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03730" y="5373751"/>
            <a:ext cx="3570604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220" dirty="0">
                <a:latin typeface="Calibri"/>
                <a:cs typeface="Calibri"/>
              </a:rPr>
              <a:t>Component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180" dirty="0">
                <a:latin typeface="Calibri"/>
                <a:cs typeface="Calibri"/>
              </a:rPr>
              <a:t>Kafka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150" dirty="0">
                <a:latin typeface="Calibri"/>
                <a:cs typeface="Calibri"/>
              </a:rPr>
              <a:t>brokers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130" dirty="0">
                <a:latin typeface="Calibri"/>
                <a:cs typeface="Calibri"/>
              </a:rPr>
              <a:t>(plain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105" dirty="0">
                <a:latin typeface="Calibri"/>
                <a:cs typeface="Calibri"/>
              </a:rPr>
              <a:t>text)</a:t>
            </a:r>
            <a:endParaRPr sz="1600" dirty="0">
              <a:latin typeface="Calibri"/>
              <a:cs typeface="Calibri"/>
            </a:endParaRPr>
          </a:p>
          <a:p>
            <a:pPr marL="12700" marR="5080">
              <a:lnSpc>
                <a:spcPct val="162500"/>
              </a:lnSpc>
            </a:pPr>
            <a:r>
              <a:rPr sz="1600" spc="180" dirty="0">
                <a:latin typeface="Calibri"/>
                <a:cs typeface="Calibri"/>
              </a:rPr>
              <a:t>Kafka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125" dirty="0">
                <a:latin typeface="Calibri"/>
                <a:cs typeface="Calibri"/>
              </a:rPr>
              <a:t>inter-</a:t>
            </a:r>
            <a:r>
              <a:rPr sz="1600" spc="150" dirty="0">
                <a:latin typeface="Calibri"/>
                <a:cs typeface="Calibri"/>
              </a:rPr>
              <a:t>broker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190" dirty="0">
                <a:latin typeface="Calibri"/>
                <a:cs typeface="Calibri"/>
              </a:rPr>
              <a:t>communication </a:t>
            </a:r>
            <a:r>
              <a:rPr sz="1600" spc="165" dirty="0">
                <a:latin typeface="Calibri"/>
                <a:cs typeface="Calibri"/>
              </a:rPr>
              <a:t>Confluent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Control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165" dirty="0">
                <a:latin typeface="Calibri"/>
                <a:cs typeface="Calibri"/>
              </a:rPr>
              <a:t>Center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180" dirty="0">
                <a:latin typeface="Calibri"/>
                <a:cs typeface="Calibri"/>
              </a:rPr>
              <a:t>Kafka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200" dirty="0">
                <a:latin typeface="Calibri"/>
                <a:cs typeface="Calibri"/>
              </a:rPr>
              <a:t>Connect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229" dirty="0">
                <a:latin typeface="Calibri"/>
                <a:cs typeface="Calibri"/>
              </a:rPr>
              <a:t>REST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175" dirty="0">
                <a:latin typeface="Calibri"/>
                <a:cs typeface="Calibri"/>
              </a:rPr>
              <a:t>API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22772" y="5373751"/>
            <a:ext cx="532765" cy="1854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160" dirty="0">
                <a:latin typeface="Calibri"/>
                <a:cs typeface="Calibri"/>
              </a:rPr>
              <a:t>Port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140" dirty="0">
                <a:latin typeface="Calibri"/>
                <a:cs typeface="Calibri"/>
              </a:rPr>
              <a:t>9092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60" dirty="0">
                <a:latin typeface="Calibri"/>
                <a:cs typeface="Calibri"/>
              </a:rPr>
              <a:t>9091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40" dirty="0">
                <a:latin typeface="Calibri"/>
                <a:cs typeface="Calibri"/>
              </a:rPr>
              <a:t>9021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1600" spc="155" dirty="0">
                <a:latin typeface="Calibri"/>
                <a:cs typeface="Calibri"/>
              </a:rPr>
              <a:t>8083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84680" y="7299557"/>
          <a:ext cx="4605020" cy="19799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38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2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56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220" dirty="0">
                          <a:latin typeface="Calibri"/>
                          <a:cs typeface="Calibri"/>
                        </a:rPr>
                        <a:t>ksqlDB</a:t>
                      </a:r>
                      <a:r>
                        <a:rPr sz="16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35" dirty="0">
                          <a:latin typeface="Calibri"/>
                          <a:cs typeface="Calibri"/>
                        </a:rPr>
                        <a:t>Server</a:t>
                      </a:r>
                      <a:r>
                        <a:rPr sz="16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229" dirty="0">
                          <a:latin typeface="Calibri"/>
                          <a:cs typeface="Calibri"/>
                        </a:rPr>
                        <a:t>REST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75" dirty="0">
                          <a:latin typeface="Calibri"/>
                          <a:cs typeface="Calibri"/>
                        </a:rPr>
                        <a:t>API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190" dirty="0">
                          <a:latin typeface="Calibri"/>
                          <a:cs typeface="Calibri"/>
                        </a:rPr>
                        <a:t>8088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155" dirty="0">
                          <a:latin typeface="Calibri"/>
                          <a:cs typeface="Calibri"/>
                        </a:rPr>
                        <a:t>Metadata</a:t>
                      </a:r>
                      <a:r>
                        <a:rPr sz="1600" spc="1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50" dirty="0">
                          <a:latin typeface="Calibri"/>
                          <a:cs typeface="Calibri"/>
                        </a:rPr>
                        <a:t>Service</a:t>
                      </a:r>
                      <a:r>
                        <a:rPr sz="1600" spc="8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60" dirty="0">
                          <a:latin typeface="Calibri"/>
                          <a:cs typeface="Calibri"/>
                        </a:rPr>
                        <a:t>(MDS)</a:t>
                      </a:r>
                      <a:r>
                        <a:rPr sz="1600" spc="7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55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6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65" dirty="0">
                          <a:latin typeface="Calibri"/>
                          <a:cs typeface="Calibri"/>
                        </a:rPr>
                        <a:t>enabled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190" dirty="0">
                          <a:latin typeface="Calibri"/>
                          <a:cs typeface="Calibri"/>
                        </a:rPr>
                        <a:t>8090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229" dirty="0">
                          <a:latin typeface="Calibri"/>
                          <a:cs typeface="Calibri"/>
                        </a:rPr>
                        <a:t>REST</a:t>
                      </a:r>
                      <a:r>
                        <a:rPr sz="1600" spc="7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55" dirty="0">
                          <a:latin typeface="Calibri"/>
                          <a:cs typeface="Calibri"/>
                        </a:rPr>
                        <a:t>Proxy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165" dirty="0">
                          <a:latin typeface="Calibri"/>
                          <a:cs typeface="Calibri"/>
                        </a:rPr>
                        <a:t>8082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235" dirty="0">
                          <a:latin typeface="Calibri"/>
                          <a:cs typeface="Calibri"/>
                        </a:rPr>
                        <a:t>Schema</a:t>
                      </a:r>
                      <a:r>
                        <a:rPr sz="16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60" dirty="0">
                          <a:latin typeface="Calibri"/>
                          <a:cs typeface="Calibri"/>
                        </a:rPr>
                        <a:t>Registry</a:t>
                      </a:r>
                      <a:r>
                        <a:rPr sz="1600" spc="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229" dirty="0">
                          <a:latin typeface="Calibri"/>
                          <a:cs typeface="Calibri"/>
                        </a:rPr>
                        <a:t>REST</a:t>
                      </a:r>
                      <a:r>
                        <a:rPr sz="1600" spc="9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75" dirty="0">
                          <a:latin typeface="Calibri"/>
                          <a:cs typeface="Calibri"/>
                        </a:rPr>
                        <a:t>API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75" dirty="0">
                          <a:latin typeface="Calibri"/>
                          <a:cs typeface="Calibri"/>
                        </a:rPr>
                        <a:t>8081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135" dirty="0">
                          <a:latin typeface="Calibri"/>
                          <a:cs typeface="Calibri"/>
                        </a:rPr>
                        <a:t>Kraft</a:t>
                      </a:r>
                      <a:r>
                        <a:rPr sz="1600" spc="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120" dirty="0">
                          <a:latin typeface="Calibri"/>
                          <a:cs typeface="Calibri"/>
                        </a:rPr>
                        <a:t>Controller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tc>
                  <a:txBody>
                    <a:bodyPr/>
                    <a:lstStyle/>
                    <a:p>
                      <a:pPr marL="236854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600" spc="140" dirty="0">
                          <a:latin typeface="Calibri"/>
                          <a:cs typeface="Calibri"/>
                        </a:rPr>
                        <a:t>9093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6731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7893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100"/>
              </a:spcBef>
            </a:pPr>
            <a:r>
              <a:rPr sz="4800" spc="580" dirty="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sz="4800" spc="30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800" spc="555" dirty="0">
                <a:solidFill>
                  <a:srgbClr val="173360"/>
                </a:solidFill>
                <a:latin typeface="Calibri"/>
                <a:cs typeface="Calibri"/>
              </a:rPr>
              <a:t>Cluster</a:t>
            </a:r>
            <a:r>
              <a:rPr sz="4800" spc="29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800" spc="620" dirty="0">
                <a:solidFill>
                  <a:srgbClr val="173360"/>
                </a:solidFill>
                <a:latin typeface="Calibri"/>
                <a:cs typeface="Calibri"/>
              </a:rPr>
              <a:t>Network</a:t>
            </a:r>
            <a:r>
              <a:rPr sz="4800" spc="29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800" spc="555" dirty="0">
                <a:solidFill>
                  <a:srgbClr val="173360"/>
                </a:solidFill>
                <a:latin typeface="Calibri"/>
                <a:cs typeface="Calibri"/>
              </a:rPr>
              <a:t>Architecture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47343" y="2194941"/>
            <a:ext cx="7573009" cy="2160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Malgun Gothic"/>
                <a:cs typeface="Malgun Gothic"/>
              </a:rPr>
              <a:t>Network</a:t>
            </a:r>
            <a:r>
              <a:rPr sz="2000" b="1" spc="-45" dirty="0">
                <a:latin typeface="Malgun Gothic"/>
                <a:cs typeface="Malgun Gothic"/>
              </a:rPr>
              <a:t> </a:t>
            </a:r>
            <a:r>
              <a:rPr sz="2000" b="1" spc="-10" dirty="0">
                <a:latin typeface="Malgun Gothic"/>
                <a:cs typeface="Malgun Gothic"/>
              </a:rPr>
              <a:t>Encryption</a:t>
            </a:r>
            <a:endParaRPr sz="2000" dirty="0">
              <a:latin typeface="Malgun Gothic"/>
              <a:cs typeface="Malgun Gothic"/>
            </a:endParaRPr>
          </a:p>
          <a:p>
            <a:pPr marL="12700" marR="58419">
              <a:lnSpc>
                <a:spcPct val="100000"/>
              </a:lnSpc>
            </a:pPr>
            <a:r>
              <a:rPr sz="2000" dirty="0">
                <a:latin typeface="Malgun Gothic"/>
                <a:cs typeface="Malgun Gothic"/>
              </a:rPr>
              <a:t>스택의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각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구성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요소는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클러스터의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내부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구성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요소와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외부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구성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50" dirty="0">
                <a:latin typeface="Malgun Gothic"/>
                <a:cs typeface="Malgun Gothic"/>
              </a:rPr>
              <a:t>요 </a:t>
            </a:r>
            <a:r>
              <a:rPr sz="2000" dirty="0">
                <a:latin typeface="Malgun Gothic"/>
                <a:cs typeface="Malgun Gothic"/>
              </a:rPr>
              <a:t>소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간의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암호화를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위해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TLS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SSL을</a:t>
            </a:r>
            <a:r>
              <a:rPr sz="2000" spc="-10" dirty="0">
                <a:latin typeface="Malgun Gothic"/>
                <a:cs typeface="Malgun Gothic"/>
              </a:rPr>
              <a:t> 사용합니다.</a:t>
            </a:r>
            <a:endParaRPr sz="20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000" b="1" spc="-20" dirty="0">
                <a:latin typeface="Malgun Gothic"/>
                <a:cs typeface="Malgun Gothic"/>
              </a:rPr>
              <a:t>Port</a:t>
            </a:r>
            <a:endParaRPr sz="20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Malgun Gothic"/>
                <a:cs typeface="Malgun Gothic"/>
              </a:rPr>
              <a:t>기본적으로</a:t>
            </a:r>
            <a:r>
              <a:rPr sz="2000" spc="-4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Confluent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Platform</a:t>
            </a:r>
            <a:r>
              <a:rPr sz="2000" spc="-4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구성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요소는</a:t>
            </a:r>
            <a:r>
              <a:rPr sz="2000" spc="-4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아래의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포트를</a:t>
            </a:r>
            <a:r>
              <a:rPr sz="2000" spc="-4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사용하</a:t>
            </a:r>
            <a:endParaRPr sz="2000" dirty="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000" dirty="0">
                <a:latin typeface="Malgun Gothic"/>
                <a:cs typeface="Malgun Gothic"/>
              </a:rPr>
              <a:t>여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통신하며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방화벽에서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해당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포트가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열려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있어야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20" dirty="0">
                <a:latin typeface="Malgun Gothic"/>
                <a:cs typeface="Malgun Gothic"/>
              </a:rPr>
              <a:t>합니다.</a:t>
            </a:r>
            <a:endParaRPr sz="2000" dirty="0">
              <a:latin typeface="Malgun Gothic"/>
              <a:cs typeface="Malgun Gothic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8677909" y="1960257"/>
            <a:ext cx="8663305" cy="7433945"/>
            <a:chOff x="8677909" y="1960257"/>
            <a:chExt cx="8663305" cy="743394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77909" y="1960257"/>
              <a:ext cx="8662924" cy="743356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6963643" y="2193035"/>
              <a:ext cx="277495" cy="1514475"/>
            </a:xfrm>
            <a:custGeom>
              <a:avLst/>
              <a:gdLst/>
              <a:ahLst/>
              <a:cxnLst/>
              <a:rect l="l" t="t" r="r" b="b"/>
              <a:pathLst>
                <a:path w="277494" h="1514475">
                  <a:moveTo>
                    <a:pt x="276999" y="0"/>
                  </a:moveTo>
                  <a:lnTo>
                    <a:pt x="0" y="0"/>
                  </a:lnTo>
                  <a:lnTo>
                    <a:pt x="0" y="1514475"/>
                  </a:lnTo>
                  <a:lnTo>
                    <a:pt x="276999" y="1514475"/>
                  </a:lnTo>
                  <a:lnTo>
                    <a:pt x="2769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6997601" y="2370201"/>
            <a:ext cx="228600" cy="1159510"/>
          </a:xfrm>
          <a:prstGeom prst="rect">
            <a:avLst/>
          </a:prstGeom>
        </p:spPr>
        <p:txBody>
          <a:bodyPr vert="vert" wrap="square" lIns="0" tIns="2603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sz="1200" b="1" dirty="0">
                <a:latin typeface="Malgun Gothic"/>
                <a:cs typeface="Malgun Gothic"/>
              </a:rPr>
              <a:t>Kraft</a:t>
            </a:r>
            <a:r>
              <a:rPr sz="1200" b="1" spc="-25" dirty="0">
                <a:latin typeface="Malgun Gothic"/>
                <a:cs typeface="Malgun Gothic"/>
              </a:rPr>
              <a:t> </a:t>
            </a: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037815" y="2742679"/>
            <a:ext cx="1137920" cy="277495"/>
          </a:xfrm>
          <a:custGeom>
            <a:avLst/>
            <a:gdLst/>
            <a:ahLst/>
            <a:cxnLst/>
            <a:rect l="l" t="t" r="r" b="b"/>
            <a:pathLst>
              <a:path w="1137919" h="277494">
                <a:moveTo>
                  <a:pt x="1137843" y="0"/>
                </a:moveTo>
                <a:lnTo>
                  <a:pt x="0" y="0"/>
                </a:lnTo>
                <a:lnTo>
                  <a:pt x="0" y="276999"/>
                </a:lnTo>
                <a:lnTo>
                  <a:pt x="1137843" y="276999"/>
                </a:lnTo>
                <a:lnTo>
                  <a:pt x="113784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5234031" y="2773171"/>
            <a:ext cx="7486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999715" y="3707498"/>
            <a:ext cx="1137920" cy="27749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3180" rIns="0" bIns="0" rtlCol="0">
            <a:spAutoFit/>
          </a:bodyPr>
          <a:lstStyle/>
          <a:p>
            <a:pPr marL="208915">
              <a:lnSpc>
                <a:spcPct val="100000"/>
              </a:lnSpc>
              <a:spcBef>
                <a:spcPts val="340"/>
              </a:spcBef>
            </a:pPr>
            <a:r>
              <a:rPr sz="1200" b="1" spc="-10" dirty="0">
                <a:latin typeface="Malgun Gothic"/>
                <a:cs typeface="Malgun Gothic"/>
              </a:rPr>
              <a:t>Controller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57055" y="1960181"/>
            <a:ext cx="5192395" cy="400685"/>
          </a:xfrm>
          <a:prstGeom prst="rect">
            <a:avLst/>
          </a:prstGeom>
          <a:solidFill>
            <a:srgbClr val="0074A1"/>
          </a:solidFill>
        </p:spPr>
        <p:txBody>
          <a:bodyPr vert="horz" wrap="square" lIns="0" tIns="419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0"/>
              </a:spcBef>
            </a:pPr>
            <a:r>
              <a:rPr sz="2000" dirty="0">
                <a:solidFill>
                  <a:srgbClr val="FFFFFF"/>
                </a:solidFill>
                <a:latin typeface="Malgun Gothic"/>
                <a:cs typeface="Malgun Gothic"/>
              </a:rPr>
              <a:t>Confluent</a:t>
            </a:r>
            <a:r>
              <a:rPr sz="20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Malgun Gothic"/>
                <a:cs typeface="Malgun Gothic"/>
              </a:rPr>
              <a:t>Cluster</a:t>
            </a:r>
            <a:r>
              <a:rPr sz="2000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000" dirty="0">
                <a:solidFill>
                  <a:srgbClr val="FFFFFF"/>
                </a:solidFill>
                <a:latin typeface="Malgun Gothic"/>
                <a:cs typeface="Malgun Gothic"/>
              </a:rPr>
              <a:t>네트워킹</a:t>
            </a:r>
            <a:r>
              <a:rPr sz="2000" spc="-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000" spc="-25" dirty="0">
                <a:solidFill>
                  <a:srgbClr val="FFFFFF"/>
                </a:solidFill>
                <a:latin typeface="Malgun Gothic"/>
                <a:cs typeface="Malgun Gothic"/>
              </a:rPr>
              <a:t>예시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6203040" y="2742628"/>
            <a:ext cx="542290" cy="584835"/>
          </a:xfrm>
          <a:custGeom>
            <a:avLst/>
            <a:gdLst/>
            <a:ahLst/>
            <a:cxnLst/>
            <a:rect l="l" t="t" r="r" b="b"/>
            <a:pathLst>
              <a:path w="542290" h="584835">
                <a:moveTo>
                  <a:pt x="541947" y="0"/>
                </a:moveTo>
                <a:lnTo>
                  <a:pt x="0" y="0"/>
                </a:lnTo>
                <a:lnTo>
                  <a:pt x="0" y="584771"/>
                </a:lnTo>
                <a:lnTo>
                  <a:pt x="541947" y="584771"/>
                </a:lnTo>
                <a:lnTo>
                  <a:pt x="54194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6284702" y="2925571"/>
            <a:ext cx="3790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20" dirty="0">
                <a:latin typeface="Malgun Gothic"/>
                <a:cs typeface="Malgun Gothic"/>
              </a:rPr>
              <a:t>9093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515843" y="2021700"/>
            <a:ext cx="1209040" cy="277495"/>
          </a:xfrm>
          <a:prstGeom prst="rect">
            <a:avLst/>
          </a:prstGeom>
          <a:solidFill>
            <a:srgbClr val="D4F4FA">
              <a:alpha val="49803"/>
            </a:srgbClr>
          </a:solidFill>
        </p:spPr>
        <p:txBody>
          <a:bodyPr vert="horz" wrap="square" lIns="0" tIns="43180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340"/>
              </a:spcBef>
            </a:pPr>
            <a:r>
              <a:rPr sz="1200" b="1" dirty="0">
                <a:solidFill>
                  <a:srgbClr val="221F1F"/>
                </a:solidFill>
                <a:latin typeface="Malgun Gothic"/>
                <a:cs typeface="Malgun Gothic"/>
              </a:rPr>
              <a:t>Ingress:</a:t>
            </a:r>
            <a:r>
              <a:rPr sz="1200" b="1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200" b="1" spc="-20" dirty="0">
                <a:solidFill>
                  <a:srgbClr val="221F1F"/>
                </a:solidFill>
                <a:latin typeface="Malgun Gothic"/>
                <a:cs typeface="Malgun Gothic"/>
              </a:rPr>
              <a:t>9093</a:t>
            </a:r>
            <a:endParaRPr sz="12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95144" y="1766316"/>
            <a:ext cx="5412105" cy="7124700"/>
            <a:chOff x="2295144" y="1766316"/>
            <a:chExt cx="5412105" cy="71247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56485" y="1801241"/>
              <a:ext cx="5278754" cy="658825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3470" y="3799713"/>
              <a:ext cx="5278755" cy="50077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295144" y="1766316"/>
              <a:ext cx="5411724" cy="712470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63470" y="1816862"/>
              <a:ext cx="5278755" cy="6990715"/>
            </a:xfrm>
            <a:custGeom>
              <a:avLst/>
              <a:gdLst/>
              <a:ahLst/>
              <a:cxnLst/>
              <a:rect l="l" t="t" r="r" b="b"/>
              <a:pathLst>
                <a:path w="5278755" h="6990715">
                  <a:moveTo>
                    <a:pt x="0" y="6990588"/>
                  </a:moveTo>
                  <a:lnTo>
                    <a:pt x="5278628" y="6990588"/>
                  </a:lnTo>
                  <a:lnTo>
                    <a:pt x="5278628" y="0"/>
                  </a:lnTo>
                  <a:lnTo>
                    <a:pt x="0" y="0"/>
                  </a:lnTo>
                  <a:lnTo>
                    <a:pt x="0" y="6990588"/>
                  </a:lnTo>
                  <a:close/>
                </a:path>
              </a:pathLst>
            </a:custGeom>
            <a:ln w="19049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spc="580" dirty="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sz="4800" spc="31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800" spc="605" dirty="0">
                <a:solidFill>
                  <a:srgbClr val="173360"/>
                </a:solidFill>
                <a:latin typeface="Calibri"/>
                <a:cs typeface="Calibri"/>
              </a:rPr>
              <a:t>Reference</a:t>
            </a:r>
            <a:r>
              <a:rPr sz="4800" spc="30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800" spc="565" dirty="0">
                <a:solidFill>
                  <a:srgbClr val="173360"/>
                </a:solidFill>
                <a:latin typeface="Calibri"/>
                <a:cs typeface="Calibri"/>
              </a:rPr>
              <a:t>Architecture</a:t>
            </a:r>
            <a:r>
              <a:rPr sz="4800" spc="34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800" spc="630" dirty="0">
                <a:solidFill>
                  <a:srgbClr val="173360"/>
                </a:solidFill>
                <a:latin typeface="Calibri"/>
                <a:cs typeface="Calibri"/>
              </a:rPr>
              <a:t>White</a:t>
            </a:r>
            <a:r>
              <a:rPr sz="4800" spc="29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800" spc="620" dirty="0">
                <a:solidFill>
                  <a:srgbClr val="173360"/>
                </a:solidFill>
                <a:latin typeface="Calibri"/>
                <a:cs typeface="Calibri"/>
              </a:rPr>
              <a:t>Papers</a:t>
            </a:r>
            <a:endParaRPr sz="4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03145" y="9075522"/>
            <a:ext cx="533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spc="12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5"/>
              </a:rPr>
              <a:t>https://www.confluent.io/whitepaper/confluent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u="sng" spc="125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5"/>
              </a:rPr>
              <a:t>-</a:t>
            </a:r>
            <a:r>
              <a:rPr sz="1800" u="sng" spc="145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5"/>
              </a:rPr>
              <a:t>enterprise-reference-</a:t>
            </a:r>
            <a:r>
              <a:rPr sz="1800" u="sng" spc="13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5"/>
              </a:rPr>
              <a:t>architecture/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17532" y="9166961"/>
            <a:ext cx="5210810" cy="57594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sz="1800" u="sng" spc="114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</a:rPr>
              <a:t>htt</a:t>
            </a:r>
            <a:r>
              <a:rPr sz="1800" u="sng" spc="114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  <a:hlinkClick r:id="rId6"/>
              </a:rPr>
              <a:t>ps://www.confluent.io/resources/confluent-</a:t>
            </a:r>
            <a:r>
              <a:rPr sz="1800" u="none" spc="114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800" u="sng" spc="16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</a:rPr>
              <a:t>platform-</a:t>
            </a:r>
            <a:r>
              <a:rPr sz="1800" u="sng" spc="145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</a:rPr>
              <a:t>reference-</a:t>
            </a:r>
            <a:r>
              <a:rPr sz="1800" u="sng" spc="160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</a:rPr>
              <a:t>architecture-</a:t>
            </a:r>
            <a:r>
              <a:rPr sz="1800" u="sng" spc="145" dirty="0">
                <a:solidFill>
                  <a:srgbClr val="221F1F"/>
                </a:solidFill>
                <a:uFill>
                  <a:solidFill>
                    <a:srgbClr val="221F1F"/>
                  </a:solidFill>
                </a:uFill>
                <a:latin typeface="Calibri"/>
                <a:cs typeface="Calibri"/>
              </a:rPr>
              <a:t>kubernetes/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125711" y="1758695"/>
            <a:ext cx="5412105" cy="7124700"/>
            <a:chOff x="9125711" y="1758695"/>
            <a:chExt cx="5412105" cy="712470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90989" y="1801240"/>
              <a:ext cx="5285740" cy="331216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90923" y="5638166"/>
              <a:ext cx="3648132" cy="2591437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125711" y="1758695"/>
              <a:ext cx="5411723" cy="71247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9194545" y="1809114"/>
              <a:ext cx="5278755" cy="6990715"/>
            </a:xfrm>
            <a:custGeom>
              <a:avLst/>
              <a:gdLst/>
              <a:ahLst/>
              <a:cxnLst/>
              <a:rect l="l" t="t" r="r" b="b"/>
              <a:pathLst>
                <a:path w="5278755" h="6990715">
                  <a:moveTo>
                    <a:pt x="0" y="6990588"/>
                  </a:moveTo>
                  <a:lnTo>
                    <a:pt x="5278755" y="6990588"/>
                  </a:lnTo>
                  <a:lnTo>
                    <a:pt x="5278755" y="0"/>
                  </a:lnTo>
                  <a:lnTo>
                    <a:pt x="0" y="0"/>
                  </a:lnTo>
                  <a:lnTo>
                    <a:pt x="0" y="6990588"/>
                  </a:lnTo>
                  <a:close/>
                </a:path>
              </a:pathLst>
            </a:custGeom>
            <a:ln w="19050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513010" y="1939658"/>
            <a:ext cx="11052175" cy="7325359"/>
            <a:chOff x="3513010" y="1939658"/>
            <a:chExt cx="11052175" cy="7325359"/>
          </a:xfrm>
        </p:grpSpPr>
        <p:sp>
          <p:nvSpPr>
            <p:cNvPr id="3" name="object 3"/>
            <p:cNvSpPr/>
            <p:nvPr/>
          </p:nvSpPr>
          <p:spPr>
            <a:xfrm>
              <a:off x="3517772" y="2262301"/>
              <a:ext cx="11042650" cy="6998334"/>
            </a:xfrm>
            <a:custGeom>
              <a:avLst/>
              <a:gdLst/>
              <a:ahLst/>
              <a:cxnLst/>
              <a:rect l="l" t="t" r="r" b="b"/>
              <a:pathLst>
                <a:path w="11042650" h="6998334">
                  <a:moveTo>
                    <a:pt x="0" y="6997827"/>
                  </a:moveTo>
                  <a:lnTo>
                    <a:pt x="11042396" y="6997827"/>
                  </a:lnTo>
                  <a:lnTo>
                    <a:pt x="11042396" y="0"/>
                  </a:lnTo>
                  <a:lnTo>
                    <a:pt x="0" y="0"/>
                  </a:lnTo>
                  <a:lnTo>
                    <a:pt x="0" y="6997827"/>
                  </a:lnTo>
                  <a:close/>
                </a:path>
              </a:pathLst>
            </a:custGeom>
            <a:ln w="9525">
              <a:solidFill>
                <a:srgbClr val="17336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719695" y="1939657"/>
              <a:ext cx="3061970" cy="520700"/>
            </a:xfrm>
            <a:custGeom>
              <a:avLst/>
              <a:gdLst/>
              <a:ahLst/>
              <a:cxnLst/>
              <a:rect l="l" t="t" r="r" b="b"/>
              <a:pathLst>
                <a:path w="3061970" h="520700">
                  <a:moveTo>
                    <a:pt x="739203" y="58801"/>
                  </a:moveTo>
                  <a:lnTo>
                    <a:pt x="0" y="58801"/>
                  </a:lnTo>
                  <a:lnTo>
                    <a:pt x="0" y="520204"/>
                  </a:lnTo>
                  <a:lnTo>
                    <a:pt x="739203" y="520204"/>
                  </a:lnTo>
                  <a:lnTo>
                    <a:pt x="739203" y="58801"/>
                  </a:lnTo>
                  <a:close/>
                </a:path>
                <a:path w="3061970" h="520700">
                  <a:moveTo>
                    <a:pt x="3061589" y="0"/>
                  </a:moveTo>
                  <a:lnTo>
                    <a:pt x="1894586" y="0"/>
                  </a:lnTo>
                  <a:lnTo>
                    <a:pt x="1894586" y="461403"/>
                  </a:lnTo>
                  <a:lnTo>
                    <a:pt x="3061589" y="461403"/>
                  </a:lnTo>
                  <a:lnTo>
                    <a:pt x="3061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96737" y="7023518"/>
              <a:ext cx="1666875" cy="510540"/>
            </a:xfrm>
            <a:custGeom>
              <a:avLst/>
              <a:gdLst/>
              <a:ahLst/>
              <a:cxnLst/>
              <a:rect l="l" t="t" r="r" b="b"/>
              <a:pathLst>
                <a:path w="1666875" h="510540">
                  <a:moveTo>
                    <a:pt x="0" y="509993"/>
                  </a:moveTo>
                  <a:lnTo>
                    <a:pt x="1666748" y="509993"/>
                  </a:lnTo>
                  <a:lnTo>
                    <a:pt x="1666748" y="0"/>
                  </a:lnTo>
                  <a:lnTo>
                    <a:pt x="0" y="0"/>
                  </a:lnTo>
                  <a:lnTo>
                    <a:pt x="0" y="50999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44844" y="7477784"/>
              <a:ext cx="954405" cy="116205"/>
            </a:xfrm>
            <a:custGeom>
              <a:avLst/>
              <a:gdLst/>
              <a:ahLst/>
              <a:cxnLst/>
              <a:rect l="l" t="t" r="r" b="b"/>
              <a:pathLst>
                <a:path w="954404" h="116204">
                  <a:moveTo>
                    <a:pt x="953998" y="0"/>
                  </a:moveTo>
                  <a:lnTo>
                    <a:pt x="0" y="0"/>
                  </a:lnTo>
                  <a:lnTo>
                    <a:pt x="0" y="115799"/>
                  </a:lnTo>
                  <a:lnTo>
                    <a:pt x="953998" y="115799"/>
                  </a:lnTo>
                  <a:lnTo>
                    <a:pt x="953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5567" y="2531872"/>
              <a:ext cx="5149215" cy="4322445"/>
            </a:xfrm>
            <a:custGeom>
              <a:avLst/>
              <a:gdLst/>
              <a:ahLst/>
              <a:cxnLst/>
              <a:rect l="l" t="t" r="r" b="b"/>
              <a:pathLst>
                <a:path w="5149215" h="4322445">
                  <a:moveTo>
                    <a:pt x="0" y="4322445"/>
                  </a:moveTo>
                  <a:lnTo>
                    <a:pt x="5149215" y="4322445"/>
                  </a:lnTo>
                  <a:lnTo>
                    <a:pt x="5149215" y="0"/>
                  </a:lnTo>
                  <a:lnTo>
                    <a:pt x="0" y="0"/>
                  </a:lnTo>
                  <a:lnTo>
                    <a:pt x="0" y="4322445"/>
                  </a:lnTo>
                  <a:close/>
                </a:path>
              </a:pathLst>
            </a:custGeom>
            <a:ln w="952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173736" y="2287485"/>
            <a:ext cx="2144395" cy="3264535"/>
            <a:chOff x="173736" y="2287485"/>
            <a:chExt cx="2144395" cy="3264535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1148" y="2319510"/>
              <a:ext cx="2116875" cy="317909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1345" y="2342007"/>
              <a:ext cx="2020570" cy="3092450"/>
            </a:xfrm>
            <a:custGeom>
              <a:avLst/>
              <a:gdLst/>
              <a:ahLst/>
              <a:cxnLst/>
              <a:rect l="l" t="t" r="r" b="b"/>
              <a:pathLst>
                <a:path w="2020570" h="3092450">
                  <a:moveTo>
                    <a:pt x="2020189" y="0"/>
                  </a:moveTo>
                  <a:lnTo>
                    <a:pt x="0" y="0"/>
                  </a:lnTo>
                  <a:lnTo>
                    <a:pt x="0" y="3092449"/>
                  </a:lnTo>
                  <a:lnTo>
                    <a:pt x="2020189" y="3092449"/>
                  </a:lnTo>
                  <a:lnTo>
                    <a:pt x="20201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3736" y="2287485"/>
              <a:ext cx="2135124" cy="57611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62000" y="2290572"/>
              <a:ext cx="995159" cy="61722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33349" y="2328672"/>
              <a:ext cx="2020570" cy="461645"/>
            </a:xfrm>
            <a:custGeom>
              <a:avLst/>
              <a:gdLst/>
              <a:ahLst/>
              <a:cxnLst/>
              <a:rect l="l" t="t" r="r" b="b"/>
              <a:pathLst>
                <a:path w="2020570" h="461644">
                  <a:moveTo>
                    <a:pt x="2000834" y="0"/>
                  </a:moveTo>
                  <a:lnTo>
                    <a:pt x="19392" y="0"/>
                  </a:lnTo>
                  <a:lnTo>
                    <a:pt x="11846" y="1516"/>
                  </a:lnTo>
                  <a:lnTo>
                    <a:pt x="5681" y="5651"/>
                  </a:lnTo>
                  <a:lnTo>
                    <a:pt x="1524" y="11787"/>
                  </a:lnTo>
                  <a:lnTo>
                    <a:pt x="0" y="19303"/>
                  </a:lnTo>
                  <a:lnTo>
                    <a:pt x="0" y="441959"/>
                  </a:lnTo>
                  <a:lnTo>
                    <a:pt x="1524" y="449550"/>
                  </a:lnTo>
                  <a:lnTo>
                    <a:pt x="5681" y="455723"/>
                  </a:lnTo>
                  <a:lnTo>
                    <a:pt x="11846" y="459872"/>
                  </a:lnTo>
                  <a:lnTo>
                    <a:pt x="19392" y="461391"/>
                  </a:lnTo>
                  <a:lnTo>
                    <a:pt x="2000834" y="461391"/>
                  </a:lnTo>
                  <a:lnTo>
                    <a:pt x="2008351" y="459872"/>
                  </a:lnTo>
                  <a:lnTo>
                    <a:pt x="2014486" y="455723"/>
                  </a:lnTo>
                  <a:lnTo>
                    <a:pt x="2018622" y="449550"/>
                  </a:lnTo>
                  <a:lnTo>
                    <a:pt x="2020138" y="441959"/>
                  </a:lnTo>
                  <a:lnTo>
                    <a:pt x="2020138" y="19303"/>
                  </a:lnTo>
                  <a:lnTo>
                    <a:pt x="2018622" y="11787"/>
                  </a:lnTo>
                  <a:lnTo>
                    <a:pt x="2014486" y="5651"/>
                  </a:lnTo>
                  <a:lnTo>
                    <a:pt x="2008351" y="1516"/>
                  </a:lnTo>
                  <a:lnTo>
                    <a:pt x="200083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736" y="2948901"/>
              <a:ext cx="2135124" cy="57611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5695" y="3043428"/>
              <a:ext cx="1251191" cy="43434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33349" y="2989707"/>
              <a:ext cx="2020570" cy="461645"/>
            </a:xfrm>
            <a:custGeom>
              <a:avLst/>
              <a:gdLst/>
              <a:ahLst/>
              <a:cxnLst/>
              <a:rect l="l" t="t" r="r" b="b"/>
              <a:pathLst>
                <a:path w="2020570" h="461645">
                  <a:moveTo>
                    <a:pt x="2000834" y="0"/>
                  </a:moveTo>
                  <a:lnTo>
                    <a:pt x="19392" y="0"/>
                  </a:lnTo>
                  <a:lnTo>
                    <a:pt x="11846" y="1518"/>
                  </a:lnTo>
                  <a:lnTo>
                    <a:pt x="5681" y="5667"/>
                  </a:lnTo>
                  <a:lnTo>
                    <a:pt x="1524" y="11840"/>
                  </a:lnTo>
                  <a:lnTo>
                    <a:pt x="0" y="19431"/>
                  </a:lnTo>
                  <a:lnTo>
                    <a:pt x="0" y="441960"/>
                  </a:lnTo>
                  <a:lnTo>
                    <a:pt x="1524" y="449550"/>
                  </a:lnTo>
                  <a:lnTo>
                    <a:pt x="5681" y="455723"/>
                  </a:lnTo>
                  <a:lnTo>
                    <a:pt x="11846" y="459872"/>
                  </a:lnTo>
                  <a:lnTo>
                    <a:pt x="19392" y="461391"/>
                  </a:lnTo>
                  <a:lnTo>
                    <a:pt x="2000834" y="461391"/>
                  </a:lnTo>
                  <a:lnTo>
                    <a:pt x="2008351" y="459872"/>
                  </a:lnTo>
                  <a:lnTo>
                    <a:pt x="2014486" y="455723"/>
                  </a:lnTo>
                  <a:lnTo>
                    <a:pt x="2018622" y="449550"/>
                  </a:lnTo>
                  <a:lnTo>
                    <a:pt x="2020138" y="441960"/>
                  </a:lnTo>
                  <a:lnTo>
                    <a:pt x="2020138" y="19431"/>
                  </a:lnTo>
                  <a:lnTo>
                    <a:pt x="2018622" y="11840"/>
                  </a:lnTo>
                  <a:lnTo>
                    <a:pt x="2014486" y="5667"/>
                  </a:lnTo>
                  <a:lnTo>
                    <a:pt x="2008351" y="1518"/>
                  </a:lnTo>
                  <a:lnTo>
                    <a:pt x="200083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3736" y="3610318"/>
              <a:ext cx="2135124" cy="57611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6844" y="3611880"/>
              <a:ext cx="1207020" cy="6172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33349" y="3650742"/>
              <a:ext cx="2020570" cy="461645"/>
            </a:xfrm>
            <a:custGeom>
              <a:avLst/>
              <a:gdLst/>
              <a:ahLst/>
              <a:cxnLst/>
              <a:rect l="l" t="t" r="r" b="b"/>
              <a:pathLst>
                <a:path w="2020570" h="461645">
                  <a:moveTo>
                    <a:pt x="2000834" y="0"/>
                  </a:moveTo>
                  <a:lnTo>
                    <a:pt x="19392" y="0"/>
                  </a:lnTo>
                  <a:lnTo>
                    <a:pt x="11846" y="1535"/>
                  </a:lnTo>
                  <a:lnTo>
                    <a:pt x="5681" y="5714"/>
                  </a:lnTo>
                  <a:lnTo>
                    <a:pt x="1524" y="11894"/>
                  </a:lnTo>
                  <a:lnTo>
                    <a:pt x="0" y="19430"/>
                  </a:lnTo>
                  <a:lnTo>
                    <a:pt x="0" y="442086"/>
                  </a:lnTo>
                  <a:lnTo>
                    <a:pt x="1524" y="449603"/>
                  </a:lnTo>
                  <a:lnTo>
                    <a:pt x="5681" y="455739"/>
                  </a:lnTo>
                  <a:lnTo>
                    <a:pt x="11846" y="459874"/>
                  </a:lnTo>
                  <a:lnTo>
                    <a:pt x="19392" y="461390"/>
                  </a:lnTo>
                  <a:lnTo>
                    <a:pt x="2000834" y="461390"/>
                  </a:lnTo>
                  <a:lnTo>
                    <a:pt x="2008351" y="459874"/>
                  </a:lnTo>
                  <a:lnTo>
                    <a:pt x="2014486" y="455739"/>
                  </a:lnTo>
                  <a:lnTo>
                    <a:pt x="2018622" y="449603"/>
                  </a:lnTo>
                  <a:lnTo>
                    <a:pt x="2020138" y="442086"/>
                  </a:lnTo>
                  <a:lnTo>
                    <a:pt x="2020138" y="19430"/>
                  </a:lnTo>
                  <a:lnTo>
                    <a:pt x="2018622" y="11894"/>
                  </a:lnTo>
                  <a:lnTo>
                    <a:pt x="2014486" y="5714"/>
                  </a:lnTo>
                  <a:lnTo>
                    <a:pt x="2008351" y="1535"/>
                  </a:lnTo>
                  <a:lnTo>
                    <a:pt x="200083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3736" y="4271734"/>
              <a:ext cx="2135124" cy="57611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7052" y="4364736"/>
              <a:ext cx="888504" cy="434339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33349" y="4311777"/>
              <a:ext cx="2020570" cy="461645"/>
            </a:xfrm>
            <a:custGeom>
              <a:avLst/>
              <a:gdLst/>
              <a:ahLst/>
              <a:cxnLst/>
              <a:rect l="l" t="t" r="r" b="b"/>
              <a:pathLst>
                <a:path w="2020570" h="461645">
                  <a:moveTo>
                    <a:pt x="2000834" y="0"/>
                  </a:moveTo>
                  <a:lnTo>
                    <a:pt x="19392" y="0"/>
                  </a:lnTo>
                  <a:lnTo>
                    <a:pt x="11846" y="1535"/>
                  </a:lnTo>
                  <a:lnTo>
                    <a:pt x="5681" y="5715"/>
                  </a:lnTo>
                  <a:lnTo>
                    <a:pt x="1524" y="11894"/>
                  </a:lnTo>
                  <a:lnTo>
                    <a:pt x="0" y="19431"/>
                  </a:lnTo>
                  <a:lnTo>
                    <a:pt x="0" y="442087"/>
                  </a:lnTo>
                  <a:lnTo>
                    <a:pt x="1524" y="449623"/>
                  </a:lnTo>
                  <a:lnTo>
                    <a:pt x="5681" y="455802"/>
                  </a:lnTo>
                  <a:lnTo>
                    <a:pt x="11846" y="459982"/>
                  </a:lnTo>
                  <a:lnTo>
                    <a:pt x="19392" y="461518"/>
                  </a:lnTo>
                  <a:lnTo>
                    <a:pt x="2000834" y="461518"/>
                  </a:lnTo>
                  <a:lnTo>
                    <a:pt x="2008351" y="459982"/>
                  </a:lnTo>
                  <a:lnTo>
                    <a:pt x="2014486" y="455802"/>
                  </a:lnTo>
                  <a:lnTo>
                    <a:pt x="2018622" y="449623"/>
                  </a:lnTo>
                  <a:lnTo>
                    <a:pt x="2020138" y="442087"/>
                  </a:lnTo>
                  <a:lnTo>
                    <a:pt x="2020138" y="19431"/>
                  </a:lnTo>
                  <a:lnTo>
                    <a:pt x="2018622" y="11894"/>
                  </a:lnTo>
                  <a:lnTo>
                    <a:pt x="2014486" y="5715"/>
                  </a:lnTo>
                  <a:lnTo>
                    <a:pt x="2008351" y="1535"/>
                  </a:lnTo>
                  <a:lnTo>
                    <a:pt x="200083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3736" y="4933213"/>
              <a:ext cx="2135124" cy="57452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3795" y="4934711"/>
              <a:ext cx="1213104" cy="61722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33349" y="4972939"/>
              <a:ext cx="2020570" cy="461645"/>
            </a:xfrm>
            <a:custGeom>
              <a:avLst/>
              <a:gdLst/>
              <a:ahLst/>
              <a:cxnLst/>
              <a:rect l="l" t="t" r="r" b="b"/>
              <a:pathLst>
                <a:path w="2020570" h="461645">
                  <a:moveTo>
                    <a:pt x="2000834" y="0"/>
                  </a:moveTo>
                  <a:lnTo>
                    <a:pt x="19392" y="0"/>
                  </a:lnTo>
                  <a:lnTo>
                    <a:pt x="11846" y="1516"/>
                  </a:lnTo>
                  <a:lnTo>
                    <a:pt x="5681" y="5651"/>
                  </a:lnTo>
                  <a:lnTo>
                    <a:pt x="1524" y="11787"/>
                  </a:lnTo>
                  <a:lnTo>
                    <a:pt x="0" y="19303"/>
                  </a:lnTo>
                  <a:lnTo>
                    <a:pt x="0" y="441960"/>
                  </a:lnTo>
                  <a:lnTo>
                    <a:pt x="1524" y="449496"/>
                  </a:lnTo>
                  <a:lnTo>
                    <a:pt x="5681" y="455675"/>
                  </a:lnTo>
                  <a:lnTo>
                    <a:pt x="11846" y="459855"/>
                  </a:lnTo>
                  <a:lnTo>
                    <a:pt x="19392" y="461390"/>
                  </a:lnTo>
                  <a:lnTo>
                    <a:pt x="2000834" y="461390"/>
                  </a:lnTo>
                  <a:lnTo>
                    <a:pt x="2008351" y="459855"/>
                  </a:lnTo>
                  <a:lnTo>
                    <a:pt x="2014486" y="455675"/>
                  </a:lnTo>
                  <a:lnTo>
                    <a:pt x="2018622" y="449496"/>
                  </a:lnTo>
                  <a:lnTo>
                    <a:pt x="2020138" y="441960"/>
                  </a:lnTo>
                  <a:lnTo>
                    <a:pt x="2020138" y="19303"/>
                  </a:lnTo>
                  <a:lnTo>
                    <a:pt x="2018622" y="11787"/>
                  </a:lnTo>
                  <a:lnTo>
                    <a:pt x="2014486" y="5651"/>
                  </a:lnTo>
                  <a:lnTo>
                    <a:pt x="2008351" y="1516"/>
                  </a:lnTo>
                  <a:lnTo>
                    <a:pt x="200083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182860" y="5602043"/>
            <a:ext cx="3178175" cy="882650"/>
            <a:chOff x="182860" y="5602043"/>
            <a:chExt cx="3178175" cy="882650"/>
          </a:xfrm>
        </p:grpSpPr>
        <p:pic>
          <p:nvPicPr>
            <p:cNvPr id="27" name="object 2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82860" y="5602043"/>
              <a:ext cx="2116875" cy="558106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5819" y="5687568"/>
              <a:ext cx="790956" cy="434339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233349" y="5633974"/>
              <a:ext cx="2020570" cy="461645"/>
            </a:xfrm>
            <a:custGeom>
              <a:avLst/>
              <a:gdLst/>
              <a:ahLst/>
              <a:cxnLst/>
              <a:rect l="l" t="t" r="r" b="b"/>
              <a:pathLst>
                <a:path w="2020570" h="461645">
                  <a:moveTo>
                    <a:pt x="2000834" y="0"/>
                  </a:moveTo>
                  <a:lnTo>
                    <a:pt x="19392" y="0"/>
                  </a:lnTo>
                  <a:lnTo>
                    <a:pt x="11846" y="1516"/>
                  </a:lnTo>
                  <a:lnTo>
                    <a:pt x="5681" y="5651"/>
                  </a:lnTo>
                  <a:lnTo>
                    <a:pt x="1524" y="11787"/>
                  </a:lnTo>
                  <a:lnTo>
                    <a:pt x="0" y="19303"/>
                  </a:lnTo>
                  <a:lnTo>
                    <a:pt x="0" y="441960"/>
                  </a:lnTo>
                  <a:lnTo>
                    <a:pt x="1524" y="449550"/>
                  </a:lnTo>
                  <a:lnTo>
                    <a:pt x="5681" y="455723"/>
                  </a:lnTo>
                  <a:lnTo>
                    <a:pt x="11846" y="459872"/>
                  </a:lnTo>
                  <a:lnTo>
                    <a:pt x="19392" y="461390"/>
                  </a:lnTo>
                  <a:lnTo>
                    <a:pt x="2000834" y="461390"/>
                  </a:lnTo>
                  <a:lnTo>
                    <a:pt x="2008351" y="459872"/>
                  </a:lnTo>
                  <a:lnTo>
                    <a:pt x="2014486" y="455723"/>
                  </a:lnTo>
                  <a:lnTo>
                    <a:pt x="2018622" y="449550"/>
                  </a:lnTo>
                  <a:lnTo>
                    <a:pt x="2020138" y="441960"/>
                  </a:lnTo>
                  <a:lnTo>
                    <a:pt x="2020138" y="19303"/>
                  </a:lnTo>
                  <a:lnTo>
                    <a:pt x="2018622" y="11787"/>
                  </a:lnTo>
                  <a:lnTo>
                    <a:pt x="2014486" y="5651"/>
                  </a:lnTo>
                  <a:lnTo>
                    <a:pt x="2008351" y="1516"/>
                  </a:lnTo>
                  <a:lnTo>
                    <a:pt x="200083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331719" y="5859767"/>
              <a:ext cx="1028700" cy="62485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454910" y="5920232"/>
            <a:ext cx="787400" cy="4216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1270" algn="ctr">
              <a:lnSpc>
                <a:spcPts val="960"/>
              </a:lnSpc>
              <a:spcBef>
                <a:spcPts val="325"/>
              </a:spcBef>
            </a:pPr>
            <a:r>
              <a:rPr sz="1000" b="1" spc="105" dirty="0">
                <a:latin typeface="Calibri"/>
                <a:cs typeface="Calibri"/>
              </a:rPr>
              <a:t>Confluent </a:t>
            </a:r>
            <a:r>
              <a:rPr sz="1000" b="1" spc="120" dirty="0">
                <a:latin typeface="Calibri"/>
                <a:cs typeface="Calibri"/>
              </a:rPr>
              <a:t>Source </a:t>
            </a:r>
            <a:r>
              <a:rPr sz="1000" b="1" spc="114" dirty="0">
                <a:latin typeface="Calibri"/>
                <a:cs typeface="Calibri"/>
              </a:rPr>
              <a:t>Connectors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90487" y="5176901"/>
            <a:ext cx="2770505" cy="1559560"/>
            <a:chOff x="590487" y="5176901"/>
            <a:chExt cx="2770505" cy="1559560"/>
          </a:xfrm>
        </p:grpSpPr>
        <p:sp>
          <p:nvSpPr>
            <p:cNvPr id="33" name="object 33"/>
            <p:cNvSpPr/>
            <p:nvPr/>
          </p:nvSpPr>
          <p:spPr>
            <a:xfrm>
              <a:off x="2524760" y="5176901"/>
              <a:ext cx="836294" cy="706120"/>
            </a:xfrm>
            <a:custGeom>
              <a:avLst/>
              <a:gdLst/>
              <a:ahLst/>
              <a:cxnLst/>
              <a:rect l="l" t="t" r="r" b="b"/>
              <a:pathLst>
                <a:path w="836295" h="706120">
                  <a:moveTo>
                    <a:pt x="482600" y="0"/>
                  </a:moveTo>
                  <a:lnTo>
                    <a:pt x="482600" y="176529"/>
                  </a:lnTo>
                  <a:lnTo>
                    <a:pt x="0" y="176529"/>
                  </a:lnTo>
                  <a:lnTo>
                    <a:pt x="0" y="529589"/>
                  </a:lnTo>
                  <a:lnTo>
                    <a:pt x="482600" y="529589"/>
                  </a:lnTo>
                  <a:lnTo>
                    <a:pt x="482600" y="706120"/>
                  </a:lnTo>
                  <a:lnTo>
                    <a:pt x="835787" y="353060"/>
                  </a:lnTo>
                  <a:lnTo>
                    <a:pt x="482600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90487" y="6369991"/>
              <a:ext cx="985999" cy="263599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701799" y="6252660"/>
              <a:ext cx="478734" cy="483387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3827716" y="4813236"/>
            <a:ext cx="4819015" cy="835025"/>
            <a:chOff x="3827716" y="4813236"/>
            <a:chExt cx="4819015" cy="835025"/>
          </a:xfrm>
        </p:grpSpPr>
        <p:sp>
          <p:nvSpPr>
            <p:cNvPr id="37" name="object 37"/>
            <p:cNvSpPr/>
            <p:nvPr/>
          </p:nvSpPr>
          <p:spPr>
            <a:xfrm>
              <a:off x="3842003" y="4827523"/>
              <a:ext cx="4790440" cy="806450"/>
            </a:xfrm>
            <a:custGeom>
              <a:avLst/>
              <a:gdLst/>
              <a:ahLst/>
              <a:cxnLst/>
              <a:rect l="l" t="t" r="r" b="b"/>
              <a:pathLst>
                <a:path w="4790440" h="806450">
                  <a:moveTo>
                    <a:pt x="0" y="134365"/>
                  </a:moveTo>
                  <a:lnTo>
                    <a:pt x="6841" y="91911"/>
                  </a:lnTo>
                  <a:lnTo>
                    <a:pt x="25899" y="55028"/>
                  </a:lnTo>
                  <a:lnTo>
                    <a:pt x="54973" y="25936"/>
                  </a:lnTo>
                  <a:lnTo>
                    <a:pt x="91862" y="6853"/>
                  </a:lnTo>
                  <a:lnTo>
                    <a:pt x="134366" y="0"/>
                  </a:lnTo>
                  <a:lnTo>
                    <a:pt x="4655947" y="0"/>
                  </a:lnTo>
                  <a:lnTo>
                    <a:pt x="4698450" y="6853"/>
                  </a:lnTo>
                  <a:lnTo>
                    <a:pt x="4735339" y="25936"/>
                  </a:lnTo>
                  <a:lnTo>
                    <a:pt x="4764413" y="55028"/>
                  </a:lnTo>
                  <a:lnTo>
                    <a:pt x="4783471" y="91911"/>
                  </a:lnTo>
                  <a:lnTo>
                    <a:pt x="4790313" y="134365"/>
                  </a:lnTo>
                  <a:lnTo>
                    <a:pt x="4790313" y="671956"/>
                  </a:lnTo>
                  <a:lnTo>
                    <a:pt x="4783471" y="714473"/>
                  </a:lnTo>
                  <a:lnTo>
                    <a:pt x="4764413" y="751393"/>
                  </a:lnTo>
                  <a:lnTo>
                    <a:pt x="4735339" y="780505"/>
                  </a:lnTo>
                  <a:lnTo>
                    <a:pt x="4698450" y="799595"/>
                  </a:lnTo>
                  <a:lnTo>
                    <a:pt x="4655947" y="806450"/>
                  </a:lnTo>
                  <a:lnTo>
                    <a:pt x="134366" y="806450"/>
                  </a:lnTo>
                  <a:lnTo>
                    <a:pt x="91862" y="799595"/>
                  </a:lnTo>
                  <a:lnTo>
                    <a:pt x="54973" y="780505"/>
                  </a:lnTo>
                  <a:lnTo>
                    <a:pt x="25899" y="751393"/>
                  </a:lnTo>
                  <a:lnTo>
                    <a:pt x="6841" y="714473"/>
                  </a:lnTo>
                  <a:lnTo>
                    <a:pt x="0" y="671956"/>
                  </a:lnTo>
                  <a:lnTo>
                    <a:pt x="0" y="134365"/>
                  </a:lnTo>
                  <a:close/>
                </a:path>
              </a:pathLst>
            </a:custGeom>
            <a:ln w="2857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44923" y="5115559"/>
              <a:ext cx="2782570" cy="425450"/>
            </a:xfrm>
            <a:custGeom>
              <a:avLst/>
              <a:gdLst/>
              <a:ahLst/>
              <a:cxnLst/>
              <a:rect l="l" t="t" r="r" b="b"/>
              <a:pathLst>
                <a:path w="2782570" h="425450">
                  <a:moveTo>
                    <a:pt x="904748" y="70866"/>
                  </a:moveTo>
                  <a:lnTo>
                    <a:pt x="899172" y="43294"/>
                  </a:lnTo>
                  <a:lnTo>
                    <a:pt x="883983" y="20777"/>
                  </a:lnTo>
                  <a:lnTo>
                    <a:pt x="861453" y="5575"/>
                  </a:lnTo>
                  <a:lnTo>
                    <a:pt x="833882" y="0"/>
                  </a:lnTo>
                  <a:lnTo>
                    <a:pt x="70866" y="0"/>
                  </a:lnTo>
                  <a:lnTo>
                    <a:pt x="43281" y="5575"/>
                  </a:lnTo>
                  <a:lnTo>
                    <a:pt x="20764" y="20764"/>
                  </a:lnTo>
                  <a:lnTo>
                    <a:pt x="5562" y="43294"/>
                  </a:lnTo>
                  <a:lnTo>
                    <a:pt x="0" y="70866"/>
                  </a:lnTo>
                  <a:lnTo>
                    <a:pt x="0" y="354457"/>
                  </a:lnTo>
                  <a:lnTo>
                    <a:pt x="5562" y="382117"/>
                  </a:lnTo>
                  <a:lnTo>
                    <a:pt x="20764" y="404672"/>
                  </a:lnTo>
                  <a:lnTo>
                    <a:pt x="43281" y="419887"/>
                  </a:lnTo>
                  <a:lnTo>
                    <a:pt x="70866" y="425450"/>
                  </a:lnTo>
                  <a:lnTo>
                    <a:pt x="833882" y="425450"/>
                  </a:lnTo>
                  <a:lnTo>
                    <a:pt x="861453" y="419887"/>
                  </a:lnTo>
                  <a:lnTo>
                    <a:pt x="883970" y="404672"/>
                  </a:lnTo>
                  <a:lnTo>
                    <a:pt x="899172" y="382117"/>
                  </a:lnTo>
                  <a:lnTo>
                    <a:pt x="904748" y="354457"/>
                  </a:lnTo>
                  <a:lnTo>
                    <a:pt x="904748" y="70866"/>
                  </a:lnTo>
                  <a:close/>
                </a:path>
                <a:path w="2782570" h="425450">
                  <a:moveTo>
                    <a:pt x="1838960" y="70866"/>
                  </a:moveTo>
                  <a:lnTo>
                    <a:pt x="1833384" y="43294"/>
                  </a:lnTo>
                  <a:lnTo>
                    <a:pt x="1818195" y="20777"/>
                  </a:lnTo>
                  <a:lnTo>
                    <a:pt x="1795665" y="5575"/>
                  </a:lnTo>
                  <a:lnTo>
                    <a:pt x="1768094" y="0"/>
                  </a:lnTo>
                  <a:lnTo>
                    <a:pt x="1005078" y="0"/>
                  </a:lnTo>
                  <a:lnTo>
                    <a:pt x="977493" y="5575"/>
                  </a:lnTo>
                  <a:lnTo>
                    <a:pt x="954976" y="20764"/>
                  </a:lnTo>
                  <a:lnTo>
                    <a:pt x="939774" y="43294"/>
                  </a:lnTo>
                  <a:lnTo>
                    <a:pt x="934212" y="70866"/>
                  </a:lnTo>
                  <a:lnTo>
                    <a:pt x="934212" y="354457"/>
                  </a:lnTo>
                  <a:lnTo>
                    <a:pt x="939774" y="382117"/>
                  </a:lnTo>
                  <a:lnTo>
                    <a:pt x="954976" y="404672"/>
                  </a:lnTo>
                  <a:lnTo>
                    <a:pt x="977493" y="419887"/>
                  </a:lnTo>
                  <a:lnTo>
                    <a:pt x="1005078" y="425450"/>
                  </a:lnTo>
                  <a:lnTo>
                    <a:pt x="1768094" y="425450"/>
                  </a:lnTo>
                  <a:lnTo>
                    <a:pt x="1795665" y="419887"/>
                  </a:lnTo>
                  <a:lnTo>
                    <a:pt x="1818195" y="404672"/>
                  </a:lnTo>
                  <a:lnTo>
                    <a:pt x="1833384" y="382117"/>
                  </a:lnTo>
                  <a:lnTo>
                    <a:pt x="1838960" y="354457"/>
                  </a:lnTo>
                  <a:lnTo>
                    <a:pt x="1838960" y="70866"/>
                  </a:lnTo>
                  <a:close/>
                </a:path>
                <a:path w="2782570" h="425450">
                  <a:moveTo>
                    <a:pt x="2782062" y="70866"/>
                  </a:moveTo>
                  <a:lnTo>
                    <a:pt x="2776486" y="43294"/>
                  </a:lnTo>
                  <a:lnTo>
                    <a:pt x="2761297" y="20777"/>
                  </a:lnTo>
                  <a:lnTo>
                    <a:pt x="2738767" y="5575"/>
                  </a:lnTo>
                  <a:lnTo>
                    <a:pt x="2711196" y="0"/>
                  </a:lnTo>
                  <a:lnTo>
                    <a:pt x="1948180" y="0"/>
                  </a:lnTo>
                  <a:lnTo>
                    <a:pt x="1920595" y="5575"/>
                  </a:lnTo>
                  <a:lnTo>
                    <a:pt x="1898065" y="20764"/>
                  </a:lnTo>
                  <a:lnTo>
                    <a:pt x="1882876" y="43294"/>
                  </a:lnTo>
                  <a:lnTo>
                    <a:pt x="1877314" y="70866"/>
                  </a:lnTo>
                  <a:lnTo>
                    <a:pt x="1877314" y="354457"/>
                  </a:lnTo>
                  <a:lnTo>
                    <a:pt x="1882876" y="382117"/>
                  </a:lnTo>
                  <a:lnTo>
                    <a:pt x="1898065" y="404672"/>
                  </a:lnTo>
                  <a:lnTo>
                    <a:pt x="1920595" y="419887"/>
                  </a:lnTo>
                  <a:lnTo>
                    <a:pt x="1948180" y="425450"/>
                  </a:lnTo>
                  <a:lnTo>
                    <a:pt x="2711196" y="425450"/>
                  </a:lnTo>
                  <a:lnTo>
                    <a:pt x="2738767" y="419887"/>
                  </a:lnTo>
                  <a:lnTo>
                    <a:pt x="2761297" y="404672"/>
                  </a:lnTo>
                  <a:lnTo>
                    <a:pt x="2776486" y="382117"/>
                  </a:lnTo>
                  <a:lnTo>
                    <a:pt x="2782062" y="354457"/>
                  </a:lnTo>
                  <a:lnTo>
                    <a:pt x="2782062" y="7086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069078" y="4940300"/>
            <a:ext cx="234505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95"/>
              </a:spcBef>
            </a:pPr>
            <a:r>
              <a:rPr sz="1000" b="1" spc="135" dirty="0">
                <a:latin typeface="Calibri"/>
                <a:cs typeface="Calibri"/>
              </a:rPr>
              <a:t>Kafka</a:t>
            </a:r>
            <a:r>
              <a:rPr sz="1000" b="1" spc="70" dirty="0">
                <a:latin typeface="Calibri"/>
                <a:cs typeface="Calibri"/>
              </a:rPr>
              <a:t> </a:t>
            </a:r>
            <a:r>
              <a:rPr sz="1000" b="1" spc="114" dirty="0">
                <a:latin typeface="Calibri"/>
                <a:cs typeface="Calibri"/>
              </a:rPr>
              <a:t>Brokers</a:t>
            </a:r>
            <a:endParaRPr sz="1000">
              <a:latin typeface="Calibri"/>
              <a:cs typeface="Calibri"/>
            </a:endParaRPr>
          </a:p>
          <a:p>
            <a:pPr marR="2540" algn="ctr">
              <a:lnSpc>
                <a:spcPct val="100000"/>
              </a:lnSpc>
              <a:spcBef>
                <a:spcPts val="1019"/>
              </a:spcBef>
              <a:tabLst>
                <a:tab pos="934085" algn="l"/>
                <a:tab pos="1877060" algn="l"/>
              </a:tabLst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endParaRPr sz="6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tabLst>
                <a:tab pos="934085" algn="l"/>
                <a:tab pos="1877060" algn="l"/>
              </a:tabLst>
            </a:pP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r>
              <a:rPr sz="6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r>
              <a:rPr sz="6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060761" y="3831653"/>
            <a:ext cx="3485515" cy="2861310"/>
            <a:chOff x="4060761" y="3831653"/>
            <a:chExt cx="3485515" cy="2861310"/>
          </a:xfrm>
        </p:grpSpPr>
        <p:sp>
          <p:nvSpPr>
            <p:cNvPr id="41" name="object 41"/>
            <p:cNvSpPr/>
            <p:nvPr/>
          </p:nvSpPr>
          <p:spPr>
            <a:xfrm>
              <a:off x="4943093" y="5871717"/>
              <a:ext cx="2588895" cy="806450"/>
            </a:xfrm>
            <a:custGeom>
              <a:avLst/>
              <a:gdLst/>
              <a:ahLst/>
              <a:cxnLst/>
              <a:rect l="l" t="t" r="r" b="b"/>
              <a:pathLst>
                <a:path w="2588895" h="806450">
                  <a:moveTo>
                    <a:pt x="0" y="134366"/>
                  </a:moveTo>
                  <a:lnTo>
                    <a:pt x="6853" y="91911"/>
                  </a:lnTo>
                  <a:lnTo>
                    <a:pt x="25936" y="55028"/>
                  </a:lnTo>
                  <a:lnTo>
                    <a:pt x="55028" y="25936"/>
                  </a:lnTo>
                  <a:lnTo>
                    <a:pt x="91911" y="6853"/>
                  </a:lnTo>
                  <a:lnTo>
                    <a:pt x="134365" y="0"/>
                  </a:lnTo>
                  <a:lnTo>
                    <a:pt x="2454021" y="0"/>
                  </a:lnTo>
                  <a:lnTo>
                    <a:pt x="2496475" y="6853"/>
                  </a:lnTo>
                  <a:lnTo>
                    <a:pt x="2533358" y="25936"/>
                  </a:lnTo>
                  <a:lnTo>
                    <a:pt x="2562450" y="55028"/>
                  </a:lnTo>
                  <a:lnTo>
                    <a:pt x="2581533" y="91911"/>
                  </a:lnTo>
                  <a:lnTo>
                    <a:pt x="2588386" y="134366"/>
                  </a:lnTo>
                  <a:lnTo>
                    <a:pt x="2588386" y="671957"/>
                  </a:lnTo>
                  <a:lnTo>
                    <a:pt x="2581533" y="714473"/>
                  </a:lnTo>
                  <a:lnTo>
                    <a:pt x="2562450" y="751393"/>
                  </a:lnTo>
                  <a:lnTo>
                    <a:pt x="2533358" y="780505"/>
                  </a:lnTo>
                  <a:lnTo>
                    <a:pt x="2496475" y="799595"/>
                  </a:lnTo>
                  <a:lnTo>
                    <a:pt x="2454021" y="806450"/>
                  </a:lnTo>
                  <a:lnTo>
                    <a:pt x="134365" y="806450"/>
                  </a:lnTo>
                  <a:lnTo>
                    <a:pt x="91911" y="799595"/>
                  </a:lnTo>
                  <a:lnTo>
                    <a:pt x="55028" y="780505"/>
                  </a:lnTo>
                  <a:lnTo>
                    <a:pt x="25936" y="751393"/>
                  </a:lnTo>
                  <a:lnTo>
                    <a:pt x="6853" y="714473"/>
                  </a:lnTo>
                  <a:lnTo>
                    <a:pt x="0" y="671957"/>
                  </a:lnTo>
                  <a:lnTo>
                    <a:pt x="0" y="134366"/>
                  </a:lnTo>
                  <a:close/>
                </a:path>
              </a:pathLst>
            </a:custGeom>
            <a:ln w="2857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075048" y="3845940"/>
              <a:ext cx="1231900" cy="654685"/>
            </a:xfrm>
            <a:custGeom>
              <a:avLst/>
              <a:gdLst/>
              <a:ahLst/>
              <a:cxnLst/>
              <a:rect l="l" t="t" r="r" b="b"/>
              <a:pathLst>
                <a:path w="1231900" h="654685">
                  <a:moveTo>
                    <a:pt x="1122806" y="0"/>
                  </a:moveTo>
                  <a:lnTo>
                    <a:pt x="109220" y="0"/>
                  </a:lnTo>
                  <a:lnTo>
                    <a:pt x="66704" y="8582"/>
                  </a:lnTo>
                  <a:lnTo>
                    <a:pt x="31988" y="31988"/>
                  </a:lnTo>
                  <a:lnTo>
                    <a:pt x="8582" y="66704"/>
                  </a:lnTo>
                  <a:lnTo>
                    <a:pt x="0" y="109220"/>
                  </a:lnTo>
                  <a:lnTo>
                    <a:pt x="0" y="545592"/>
                  </a:lnTo>
                  <a:lnTo>
                    <a:pt x="8582" y="588033"/>
                  </a:lnTo>
                  <a:lnTo>
                    <a:pt x="31988" y="622712"/>
                  </a:lnTo>
                  <a:lnTo>
                    <a:pt x="66704" y="646104"/>
                  </a:lnTo>
                  <a:lnTo>
                    <a:pt x="109220" y="654685"/>
                  </a:lnTo>
                  <a:lnTo>
                    <a:pt x="1122806" y="654685"/>
                  </a:lnTo>
                  <a:lnTo>
                    <a:pt x="1165248" y="646104"/>
                  </a:lnTo>
                  <a:lnTo>
                    <a:pt x="1199927" y="622712"/>
                  </a:lnTo>
                  <a:lnTo>
                    <a:pt x="1223319" y="588033"/>
                  </a:lnTo>
                  <a:lnTo>
                    <a:pt x="1231900" y="545592"/>
                  </a:lnTo>
                  <a:lnTo>
                    <a:pt x="1231900" y="109220"/>
                  </a:lnTo>
                  <a:lnTo>
                    <a:pt x="1223319" y="66704"/>
                  </a:lnTo>
                  <a:lnTo>
                    <a:pt x="1199927" y="31988"/>
                  </a:lnTo>
                  <a:lnTo>
                    <a:pt x="1165248" y="8582"/>
                  </a:lnTo>
                  <a:lnTo>
                    <a:pt x="112280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75048" y="3845940"/>
              <a:ext cx="1231900" cy="654685"/>
            </a:xfrm>
            <a:custGeom>
              <a:avLst/>
              <a:gdLst/>
              <a:ahLst/>
              <a:cxnLst/>
              <a:rect l="l" t="t" r="r" b="b"/>
              <a:pathLst>
                <a:path w="1231900" h="654685">
                  <a:moveTo>
                    <a:pt x="0" y="109220"/>
                  </a:moveTo>
                  <a:lnTo>
                    <a:pt x="8582" y="66704"/>
                  </a:lnTo>
                  <a:lnTo>
                    <a:pt x="31988" y="31988"/>
                  </a:lnTo>
                  <a:lnTo>
                    <a:pt x="66704" y="8582"/>
                  </a:lnTo>
                  <a:lnTo>
                    <a:pt x="109220" y="0"/>
                  </a:lnTo>
                  <a:lnTo>
                    <a:pt x="1122806" y="0"/>
                  </a:lnTo>
                  <a:lnTo>
                    <a:pt x="1165248" y="8582"/>
                  </a:lnTo>
                  <a:lnTo>
                    <a:pt x="1199927" y="31988"/>
                  </a:lnTo>
                  <a:lnTo>
                    <a:pt x="1223319" y="66704"/>
                  </a:lnTo>
                  <a:lnTo>
                    <a:pt x="1231900" y="109220"/>
                  </a:lnTo>
                  <a:lnTo>
                    <a:pt x="1231900" y="545592"/>
                  </a:lnTo>
                  <a:lnTo>
                    <a:pt x="1223319" y="588033"/>
                  </a:lnTo>
                  <a:lnTo>
                    <a:pt x="1199927" y="622712"/>
                  </a:lnTo>
                  <a:lnTo>
                    <a:pt x="1165248" y="646104"/>
                  </a:lnTo>
                  <a:lnTo>
                    <a:pt x="1122806" y="654685"/>
                  </a:lnTo>
                  <a:lnTo>
                    <a:pt x="109220" y="654685"/>
                  </a:lnTo>
                  <a:lnTo>
                    <a:pt x="66704" y="646104"/>
                  </a:lnTo>
                  <a:lnTo>
                    <a:pt x="31988" y="622712"/>
                  </a:lnTo>
                  <a:lnTo>
                    <a:pt x="8582" y="588033"/>
                  </a:lnTo>
                  <a:lnTo>
                    <a:pt x="0" y="545592"/>
                  </a:lnTo>
                  <a:lnTo>
                    <a:pt x="0" y="109220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362322" y="3926586"/>
            <a:ext cx="66992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5"/>
              </a:spcBef>
            </a:pPr>
            <a:r>
              <a:rPr sz="1000" b="1" spc="105" dirty="0">
                <a:solidFill>
                  <a:srgbClr val="FFFFFF"/>
                </a:solidFill>
                <a:latin typeface="Calibri"/>
                <a:cs typeface="Calibri"/>
              </a:rPr>
              <a:t>Confluent </a:t>
            </a:r>
            <a:r>
              <a:rPr sz="1000" b="1" spc="95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sz="1000" b="1" spc="11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656201" y="2830766"/>
            <a:ext cx="3780154" cy="2008505"/>
            <a:chOff x="4656201" y="2830766"/>
            <a:chExt cx="3780154" cy="2008505"/>
          </a:xfrm>
        </p:grpSpPr>
        <p:sp>
          <p:nvSpPr>
            <p:cNvPr id="46" name="object 46"/>
            <p:cNvSpPr/>
            <p:nvPr/>
          </p:nvSpPr>
          <p:spPr>
            <a:xfrm>
              <a:off x="4656201" y="4500499"/>
              <a:ext cx="76200" cy="338455"/>
            </a:xfrm>
            <a:custGeom>
              <a:avLst/>
              <a:gdLst/>
              <a:ahLst/>
              <a:cxnLst/>
              <a:rect l="l" t="t" r="r" b="b"/>
              <a:pathLst>
                <a:path w="76200" h="338454">
                  <a:moveTo>
                    <a:pt x="0" y="262763"/>
                  </a:moveTo>
                  <a:lnTo>
                    <a:pt x="38988" y="338454"/>
                  </a:lnTo>
                  <a:lnTo>
                    <a:pt x="63611" y="287781"/>
                  </a:lnTo>
                  <a:lnTo>
                    <a:pt x="28828" y="287781"/>
                  </a:lnTo>
                  <a:lnTo>
                    <a:pt x="28750" y="281422"/>
                  </a:lnTo>
                  <a:lnTo>
                    <a:pt x="0" y="262763"/>
                  </a:lnTo>
                  <a:close/>
                </a:path>
                <a:path w="76200" h="338454">
                  <a:moveTo>
                    <a:pt x="28750" y="281422"/>
                  </a:moveTo>
                  <a:lnTo>
                    <a:pt x="28828" y="287781"/>
                  </a:lnTo>
                  <a:lnTo>
                    <a:pt x="38549" y="287781"/>
                  </a:lnTo>
                  <a:lnTo>
                    <a:pt x="28750" y="281422"/>
                  </a:lnTo>
                  <a:close/>
                </a:path>
                <a:path w="76200" h="338454">
                  <a:moveTo>
                    <a:pt x="44323" y="0"/>
                  </a:moveTo>
                  <a:lnTo>
                    <a:pt x="25273" y="253"/>
                  </a:lnTo>
                  <a:lnTo>
                    <a:pt x="28747" y="281219"/>
                  </a:lnTo>
                  <a:lnTo>
                    <a:pt x="28750" y="281422"/>
                  </a:lnTo>
                  <a:lnTo>
                    <a:pt x="38549" y="287781"/>
                  </a:lnTo>
                  <a:lnTo>
                    <a:pt x="38167" y="287781"/>
                  </a:lnTo>
                  <a:lnTo>
                    <a:pt x="47800" y="281219"/>
                  </a:lnTo>
                  <a:lnTo>
                    <a:pt x="44326" y="253"/>
                  </a:lnTo>
                  <a:lnTo>
                    <a:pt x="44323" y="0"/>
                  </a:lnTo>
                  <a:close/>
                </a:path>
                <a:path w="76200" h="338454">
                  <a:moveTo>
                    <a:pt x="47800" y="281219"/>
                  </a:moveTo>
                  <a:lnTo>
                    <a:pt x="38167" y="287781"/>
                  </a:lnTo>
                  <a:lnTo>
                    <a:pt x="47882" y="287781"/>
                  </a:lnTo>
                  <a:lnTo>
                    <a:pt x="47800" y="281219"/>
                  </a:lnTo>
                  <a:close/>
                </a:path>
                <a:path w="76200" h="338454">
                  <a:moveTo>
                    <a:pt x="76200" y="261874"/>
                  </a:moveTo>
                  <a:lnTo>
                    <a:pt x="47800" y="281219"/>
                  </a:lnTo>
                  <a:lnTo>
                    <a:pt x="47882" y="287781"/>
                  </a:lnTo>
                  <a:lnTo>
                    <a:pt x="63611" y="287781"/>
                  </a:lnTo>
                  <a:lnTo>
                    <a:pt x="76200" y="26187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264021" y="3836289"/>
              <a:ext cx="2154555" cy="654685"/>
            </a:xfrm>
            <a:custGeom>
              <a:avLst/>
              <a:gdLst/>
              <a:ahLst/>
              <a:cxnLst/>
              <a:rect l="l" t="t" r="r" b="b"/>
              <a:pathLst>
                <a:path w="2154554" h="654685">
                  <a:moveTo>
                    <a:pt x="0" y="109093"/>
                  </a:moveTo>
                  <a:lnTo>
                    <a:pt x="8562" y="66651"/>
                  </a:lnTo>
                  <a:lnTo>
                    <a:pt x="31924" y="31972"/>
                  </a:lnTo>
                  <a:lnTo>
                    <a:pt x="66597" y="8580"/>
                  </a:lnTo>
                  <a:lnTo>
                    <a:pt x="109092" y="0"/>
                  </a:lnTo>
                  <a:lnTo>
                    <a:pt x="2045461" y="0"/>
                  </a:lnTo>
                  <a:lnTo>
                    <a:pt x="2087957" y="8580"/>
                  </a:lnTo>
                  <a:lnTo>
                    <a:pt x="2122630" y="31972"/>
                  </a:lnTo>
                  <a:lnTo>
                    <a:pt x="2145992" y="66651"/>
                  </a:lnTo>
                  <a:lnTo>
                    <a:pt x="2154554" y="109093"/>
                  </a:lnTo>
                  <a:lnTo>
                    <a:pt x="2154554" y="545591"/>
                  </a:lnTo>
                  <a:lnTo>
                    <a:pt x="2145992" y="588033"/>
                  </a:lnTo>
                  <a:lnTo>
                    <a:pt x="2122630" y="622712"/>
                  </a:lnTo>
                  <a:lnTo>
                    <a:pt x="2087957" y="646104"/>
                  </a:lnTo>
                  <a:lnTo>
                    <a:pt x="2045461" y="654685"/>
                  </a:lnTo>
                  <a:lnTo>
                    <a:pt x="109092" y="654685"/>
                  </a:lnTo>
                  <a:lnTo>
                    <a:pt x="66597" y="646104"/>
                  </a:lnTo>
                  <a:lnTo>
                    <a:pt x="31924" y="622712"/>
                  </a:lnTo>
                  <a:lnTo>
                    <a:pt x="8562" y="588033"/>
                  </a:lnTo>
                  <a:lnTo>
                    <a:pt x="0" y="545591"/>
                  </a:lnTo>
                  <a:lnTo>
                    <a:pt x="0" y="109093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448425" y="4096258"/>
              <a:ext cx="858519" cy="271780"/>
            </a:xfrm>
            <a:custGeom>
              <a:avLst/>
              <a:gdLst/>
              <a:ahLst/>
              <a:cxnLst/>
              <a:rect l="l" t="t" r="r" b="b"/>
              <a:pathLst>
                <a:path w="858520" h="271779">
                  <a:moveTo>
                    <a:pt x="813307" y="0"/>
                  </a:moveTo>
                  <a:lnTo>
                    <a:pt x="45085" y="0"/>
                  </a:lnTo>
                  <a:lnTo>
                    <a:pt x="27539" y="3546"/>
                  </a:lnTo>
                  <a:lnTo>
                    <a:pt x="13208" y="13223"/>
                  </a:lnTo>
                  <a:lnTo>
                    <a:pt x="3544" y="27592"/>
                  </a:lnTo>
                  <a:lnTo>
                    <a:pt x="0" y="45212"/>
                  </a:lnTo>
                  <a:lnTo>
                    <a:pt x="0" y="226059"/>
                  </a:lnTo>
                  <a:lnTo>
                    <a:pt x="3544" y="243625"/>
                  </a:lnTo>
                  <a:lnTo>
                    <a:pt x="13207" y="258000"/>
                  </a:lnTo>
                  <a:lnTo>
                    <a:pt x="27539" y="267708"/>
                  </a:lnTo>
                  <a:lnTo>
                    <a:pt x="45085" y="271271"/>
                  </a:lnTo>
                  <a:lnTo>
                    <a:pt x="813307" y="271271"/>
                  </a:lnTo>
                  <a:lnTo>
                    <a:pt x="830927" y="267708"/>
                  </a:lnTo>
                  <a:lnTo>
                    <a:pt x="845296" y="258000"/>
                  </a:lnTo>
                  <a:lnTo>
                    <a:pt x="854973" y="243625"/>
                  </a:lnTo>
                  <a:lnTo>
                    <a:pt x="858520" y="226059"/>
                  </a:lnTo>
                  <a:lnTo>
                    <a:pt x="858520" y="45212"/>
                  </a:lnTo>
                  <a:lnTo>
                    <a:pt x="854973" y="27592"/>
                  </a:lnTo>
                  <a:lnTo>
                    <a:pt x="845296" y="13223"/>
                  </a:lnTo>
                  <a:lnTo>
                    <a:pt x="830927" y="3546"/>
                  </a:lnTo>
                  <a:lnTo>
                    <a:pt x="813307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260719" y="2845054"/>
              <a:ext cx="2161540" cy="654685"/>
            </a:xfrm>
            <a:custGeom>
              <a:avLst/>
              <a:gdLst/>
              <a:ahLst/>
              <a:cxnLst/>
              <a:rect l="l" t="t" r="r" b="b"/>
              <a:pathLst>
                <a:path w="2161540" h="654685">
                  <a:moveTo>
                    <a:pt x="0" y="85598"/>
                  </a:moveTo>
                  <a:lnTo>
                    <a:pt x="6730" y="52292"/>
                  </a:lnTo>
                  <a:lnTo>
                    <a:pt x="25082" y="25082"/>
                  </a:lnTo>
                  <a:lnTo>
                    <a:pt x="52292" y="6730"/>
                  </a:lnTo>
                  <a:lnTo>
                    <a:pt x="85597" y="0"/>
                  </a:lnTo>
                  <a:lnTo>
                    <a:pt x="2075560" y="0"/>
                  </a:lnTo>
                  <a:lnTo>
                    <a:pt x="2108920" y="6730"/>
                  </a:lnTo>
                  <a:lnTo>
                    <a:pt x="2136124" y="25082"/>
                  </a:lnTo>
                  <a:lnTo>
                    <a:pt x="2154445" y="52292"/>
                  </a:lnTo>
                  <a:lnTo>
                    <a:pt x="2161158" y="85598"/>
                  </a:lnTo>
                  <a:lnTo>
                    <a:pt x="2161158" y="569087"/>
                  </a:lnTo>
                  <a:lnTo>
                    <a:pt x="2154445" y="602392"/>
                  </a:lnTo>
                  <a:lnTo>
                    <a:pt x="2136124" y="629602"/>
                  </a:lnTo>
                  <a:lnTo>
                    <a:pt x="2108920" y="647954"/>
                  </a:lnTo>
                  <a:lnTo>
                    <a:pt x="2075560" y="654685"/>
                  </a:lnTo>
                  <a:lnTo>
                    <a:pt x="85597" y="654685"/>
                  </a:lnTo>
                  <a:lnTo>
                    <a:pt x="52292" y="647954"/>
                  </a:lnTo>
                  <a:lnTo>
                    <a:pt x="25082" y="629602"/>
                  </a:lnTo>
                  <a:lnTo>
                    <a:pt x="6730" y="602392"/>
                  </a:lnTo>
                  <a:lnTo>
                    <a:pt x="0" y="569087"/>
                  </a:lnTo>
                  <a:lnTo>
                    <a:pt x="0" y="85598"/>
                  </a:lnTo>
                  <a:close/>
                </a:path>
              </a:pathLst>
            </a:custGeom>
            <a:ln w="2857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853681" y="2943225"/>
            <a:ext cx="989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135" dirty="0">
                <a:latin typeface="Calibri"/>
                <a:cs typeface="Calibri"/>
              </a:rPr>
              <a:t>Kafka</a:t>
            </a:r>
            <a:r>
              <a:rPr sz="1000" b="1" spc="70" dirty="0">
                <a:latin typeface="Calibri"/>
                <a:cs typeface="Calibri"/>
              </a:rPr>
              <a:t> </a:t>
            </a:r>
            <a:r>
              <a:rPr sz="1000" b="1" spc="125" dirty="0">
                <a:latin typeface="Calibri"/>
                <a:cs typeface="Calibri"/>
              </a:rPr>
              <a:t>Connect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6435978" y="3127120"/>
            <a:ext cx="923290" cy="276860"/>
          </a:xfrm>
          <a:custGeom>
            <a:avLst/>
            <a:gdLst/>
            <a:ahLst/>
            <a:cxnLst/>
            <a:rect l="l" t="t" r="r" b="b"/>
            <a:pathLst>
              <a:path w="923290" h="276860">
                <a:moveTo>
                  <a:pt x="876807" y="0"/>
                </a:moveTo>
                <a:lnTo>
                  <a:pt x="46100" y="0"/>
                </a:lnTo>
                <a:lnTo>
                  <a:pt x="28182" y="3613"/>
                </a:lnTo>
                <a:lnTo>
                  <a:pt x="13525" y="13477"/>
                </a:lnTo>
                <a:lnTo>
                  <a:pt x="3631" y="28128"/>
                </a:lnTo>
                <a:lnTo>
                  <a:pt x="0" y="46100"/>
                </a:lnTo>
                <a:lnTo>
                  <a:pt x="0" y="230504"/>
                </a:lnTo>
                <a:lnTo>
                  <a:pt x="3631" y="248423"/>
                </a:lnTo>
                <a:lnTo>
                  <a:pt x="13525" y="263080"/>
                </a:lnTo>
                <a:lnTo>
                  <a:pt x="28182" y="272974"/>
                </a:lnTo>
                <a:lnTo>
                  <a:pt x="46100" y="276605"/>
                </a:lnTo>
                <a:lnTo>
                  <a:pt x="876807" y="276605"/>
                </a:lnTo>
                <a:lnTo>
                  <a:pt x="894726" y="272974"/>
                </a:lnTo>
                <a:lnTo>
                  <a:pt x="909383" y="263080"/>
                </a:lnTo>
                <a:lnTo>
                  <a:pt x="919277" y="248423"/>
                </a:lnTo>
                <a:lnTo>
                  <a:pt x="922909" y="230504"/>
                </a:lnTo>
                <a:lnTo>
                  <a:pt x="922909" y="46100"/>
                </a:lnTo>
                <a:lnTo>
                  <a:pt x="919277" y="28128"/>
                </a:lnTo>
                <a:lnTo>
                  <a:pt x="909383" y="13477"/>
                </a:lnTo>
                <a:lnTo>
                  <a:pt x="894726" y="3613"/>
                </a:lnTo>
                <a:lnTo>
                  <a:pt x="87680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6667245" y="3158743"/>
            <a:ext cx="474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3815">
              <a:lnSpc>
                <a:spcPct val="100000"/>
              </a:lnSpc>
              <a:spcBef>
                <a:spcPts val="100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Worker</a:t>
            </a:r>
            <a:r>
              <a:rPr sz="600" b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spc="65" dirty="0">
                <a:solidFill>
                  <a:srgbClr val="FFFFFF"/>
                </a:solidFill>
                <a:latin typeface="Calibri"/>
                <a:cs typeface="Calibri"/>
              </a:rPr>
              <a:t> Connectors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060761" y="2850705"/>
            <a:ext cx="1805305" cy="630555"/>
            <a:chOff x="4060761" y="2850705"/>
            <a:chExt cx="1805305" cy="630555"/>
          </a:xfrm>
        </p:grpSpPr>
        <p:sp>
          <p:nvSpPr>
            <p:cNvPr id="54" name="object 54"/>
            <p:cNvSpPr/>
            <p:nvPr/>
          </p:nvSpPr>
          <p:spPr>
            <a:xfrm>
              <a:off x="4075048" y="2864992"/>
              <a:ext cx="1776730" cy="601980"/>
            </a:xfrm>
            <a:custGeom>
              <a:avLst/>
              <a:gdLst/>
              <a:ahLst/>
              <a:cxnLst/>
              <a:rect l="l" t="t" r="r" b="b"/>
              <a:pathLst>
                <a:path w="1776729" h="601979">
                  <a:moveTo>
                    <a:pt x="0" y="100202"/>
                  </a:moveTo>
                  <a:lnTo>
                    <a:pt x="7889" y="61186"/>
                  </a:lnTo>
                  <a:lnTo>
                    <a:pt x="29400" y="29336"/>
                  </a:lnTo>
                  <a:lnTo>
                    <a:pt x="61293" y="7870"/>
                  </a:lnTo>
                  <a:lnTo>
                    <a:pt x="100329" y="0"/>
                  </a:lnTo>
                  <a:lnTo>
                    <a:pt x="1676400" y="0"/>
                  </a:lnTo>
                  <a:lnTo>
                    <a:pt x="1715416" y="7870"/>
                  </a:lnTo>
                  <a:lnTo>
                    <a:pt x="1747265" y="29336"/>
                  </a:lnTo>
                  <a:lnTo>
                    <a:pt x="1768732" y="61186"/>
                  </a:lnTo>
                  <a:lnTo>
                    <a:pt x="1776602" y="100202"/>
                  </a:lnTo>
                  <a:lnTo>
                    <a:pt x="1776602" y="501396"/>
                  </a:lnTo>
                  <a:lnTo>
                    <a:pt x="1768732" y="540486"/>
                  </a:lnTo>
                  <a:lnTo>
                    <a:pt x="1747265" y="572373"/>
                  </a:lnTo>
                  <a:lnTo>
                    <a:pt x="1715416" y="593853"/>
                  </a:lnTo>
                  <a:lnTo>
                    <a:pt x="1676400" y="601726"/>
                  </a:lnTo>
                  <a:lnTo>
                    <a:pt x="100329" y="601726"/>
                  </a:lnTo>
                  <a:lnTo>
                    <a:pt x="61293" y="593853"/>
                  </a:lnTo>
                  <a:lnTo>
                    <a:pt x="29400" y="572373"/>
                  </a:lnTo>
                  <a:lnTo>
                    <a:pt x="7889" y="540486"/>
                  </a:lnTo>
                  <a:lnTo>
                    <a:pt x="0" y="501396"/>
                  </a:lnTo>
                  <a:lnTo>
                    <a:pt x="0" y="100202"/>
                  </a:lnTo>
                  <a:close/>
                </a:path>
              </a:pathLst>
            </a:custGeom>
            <a:ln w="28575">
              <a:solidFill>
                <a:srgbClr val="C5832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984876" y="3141471"/>
              <a:ext cx="778510" cy="249554"/>
            </a:xfrm>
            <a:custGeom>
              <a:avLst/>
              <a:gdLst/>
              <a:ahLst/>
              <a:cxnLst/>
              <a:rect l="l" t="t" r="r" b="b"/>
              <a:pathLst>
                <a:path w="778510" h="249554">
                  <a:moveTo>
                    <a:pt x="736600" y="0"/>
                  </a:moveTo>
                  <a:lnTo>
                    <a:pt x="41401" y="0"/>
                  </a:lnTo>
                  <a:lnTo>
                    <a:pt x="25288" y="3274"/>
                  </a:lnTo>
                  <a:lnTo>
                    <a:pt x="12128" y="12192"/>
                  </a:lnTo>
                  <a:lnTo>
                    <a:pt x="3254" y="25396"/>
                  </a:lnTo>
                  <a:lnTo>
                    <a:pt x="0" y="41528"/>
                  </a:lnTo>
                  <a:lnTo>
                    <a:pt x="0" y="207518"/>
                  </a:lnTo>
                  <a:lnTo>
                    <a:pt x="3254" y="223704"/>
                  </a:lnTo>
                  <a:lnTo>
                    <a:pt x="12128" y="236902"/>
                  </a:lnTo>
                  <a:lnTo>
                    <a:pt x="25288" y="245790"/>
                  </a:lnTo>
                  <a:lnTo>
                    <a:pt x="41401" y="249047"/>
                  </a:lnTo>
                  <a:lnTo>
                    <a:pt x="736600" y="249047"/>
                  </a:lnTo>
                  <a:lnTo>
                    <a:pt x="752786" y="245790"/>
                  </a:lnTo>
                  <a:lnTo>
                    <a:pt x="765984" y="236902"/>
                  </a:lnTo>
                  <a:lnTo>
                    <a:pt x="774872" y="223704"/>
                  </a:lnTo>
                  <a:lnTo>
                    <a:pt x="778128" y="207518"/>
                  </a:lnTo>
                  <a:lnTo>
                    <a:pt x="778128" y="41528"/>
                  </a:lnTo>
                  <a:lnTo>
                    <a:pt x="774872" y="25396"/>
                  </a:lnTo>
                  <a:lnTo>
                    <a:pt x="765984" y="12192"/>
                  </a:lnTo>
                  <a:lnTo>
                    <a:pt x="752786" y="3274"/>
                  </a:lnTo>
                  <a:lnTo>
                    <a:pt x="736600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5182234" y="3127374"/>
            <a:ext cx="3975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20320">
              <a:lnSpc>
                <a:spcPct val="100000"/>
              </a:lnSpc>
              <a:spcBef>
                <a:spcPts val="100"/>
              </a:spcBef>
            </a:pPr>
            <a:r>
              <a:rPr sz="800" b="1" spc="105" dirty="0">
                <a:solidFill>
                  <a:srgbClr val="FFFFFF"/>
                </a:solidFill>
                <a:latin typeface="Calibri"/>
                <a:cs typeface="Calibri"/>
              </a:rPr>
              <a:t>ksqlDB </a:t>
            </a:r>
            <a:r>
              <a:rPr sz="800" b="1" spc="8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4953889" y="3466719"/>
            <a:ext cx="3616325" cy="2405380"/>
            <a:chOff x="4953889" y="3466719"/>
            <a:chExt cx="3616325" cy="2405380"/>
          </a:xfrm>
        </p:grpSpPr>
        <p:sp>
          <p:nvSpPr>
            <p:cNvPr id="58" name="object 58"/>
            <p:cNvSpPr/>
            <p:nvPr/>
          </p:nvSpPr>
          <p:spPr>
            <a:xfrm>
              <a:off x="4953889" y="3466719"/>
              <a:ext cx="718185" cy="1360170"/>
            </a:xfrm>
            <a:custGeom>
              <a:avLst/>
              <a:gdLst/>
              <a:ahLst/>
              <a:cxnLst/>
              <a:rect l="l" t="t" r="r" b="b"/>
              <a:pathLst>
                <a:path w="718185" h="1360170">
                  <a:moveTo>
                    <a:pt x="641603" y="1283461"/>
                  </a:moveTo>
                  <a:lnTo>
                    <a:pt x="679703" y="1359661"/>
                  </a:lnTo>
                  <a:lnTo>
                    <a:pt x="705103" y="1308861"/>
                  </a:lnTo>
                  <a:lnTo>
                    <a:pt x="670178" y="1308861"/>
                  </a:lnTo>
                  <a:lnTo>
                    <a:pt x="670178" y="1302511"/>
                  </a:lnTo>
                  <a:lnTo>
                    <a:pt x="641603" y="1283461"/>
                  </a:lnTo>
                  <a:close/>
                </a:path>
                <a:path w="718185" h="1360170">
                  <a:moveTo>
                    <a:pt x="670178" y="1302511"/>
                  </a:moveTo>
                  <a:lnTo>
                    <a:pt x="670178" y="1308861"/>
                  </a:lnTo>
                  <a:lnTo>
                    <a:pt x="679703" y="1308861"/>
                  </a:lnTo>
                  <a:lnTo>
                    <a:pt x="670178" y="1302511"/>
                  </a:lnTo>
                  <a:close/>
                </a:path>
                <a:path w="718185" h="1360170">
                  <a:moveTo>
                    <a:pt x="670178" y="252602"/>
                  </a:moveTo>
                  <a:lnTo>
                    <a:pt x="670178" y="1302511"/>
                  </a:lnTo>
                  <a:lnTo>
                    <a:pt x="679703" y="1308861"/>
                  </a:lnTo>
                  <a:lnTo>
                    <a:pt x="689228" y="1302511"/>
                  </a:lnTo>
                  <a:lnTo>
                    <a:pt x="689228" y="262127"/>
                  </a:lnTo>
                  <a:lnTo>
                    <a:pt x="679703" y="262127"/>
                  </a:lnTo>
                  <a:lnTo>
                    <a:pt x="670178" y="252602"/>
                  </a:lnTo>
                  <a:close/>
                </a:path>
                <a:path w="718185" h="1360170">
                  <a:moveTo>
                    <a:pt x="689228" y="1302511"/>
                  </a:moveTo>
                  <a:lnTo>
                    <a:pt x="679703" y="1308861"/>
                  </a:lnTo>
                  <a:lnTo>
                    <a:pt x="689228" y="1308861"/>
                  </a:lnTo>
                  <a:lnTo>
                    <a:pt x="689228" y="1302511"/>
                  </a:lnTo>
                  <a:close/>
                </a:path>
                <a:path w="718185" h="1360170">
                  <a:moveTo>
                    <a:pt x="717803" y="1283461"/>
                  </a:moveTo>
                  <a:lnTo>
                    <a:pt x="689228" y="1302511"/>
                  </a:lnTo>
                  <a:lnTo>
                    <a:pt x="689228" y="1308861"/>
                  </a:lnTo>
                  <a:lnTo>
                    <a:pt x="705103" y="1308861"/>
                  </a:lnTo>
                  <a:lnTo>
                    <a:pt x="717803" y="1283461"/>
                  </a:lnTo>
                  <a:close/>
                </a:path>
                <a:path w="718185" h="1360170">
                  <a:moveTo>
                    <a:pt x="19050" y="0"/>
                  </a:moveTo>
                  <a:lnTo>
                    <a:pt x="0" y="0"/>
                  </a:lnTo>
                  <a:lnTo>
                    <a:pt x="0" y="257936"/>
                  </a:lnTo>
                  <a:lnTo>
                    <a:pt x="4190" y="262127"/>
                  </a:lnTo>
                  <a:lnTo>
                    <a:pt x="670178" y="262127"/>
                  </a:lnTo>
                  <a:lnTo>
                    <a:pt x="670178" y="252602"/>
                  </a:lnTo>
                  <a:lnTo>
                    <a:pt x="19050" y="252602"/>
                  </a:lnTo>
                  <a:lnTo>
                    <a:pt x="9525" y="243077"/>
                  </a:lnTo>
                  <a:lnTo>
                    <a:pt x="19050" y="243077"/>
                  </a:lnTo>
                  <a:lnTo>
                    <a:pt x="19050" y="0"/>
                  </a:lnTo>
                  <a:close/>
                </a:path>
                <a:path w="718185" h="1360170">
                  <a:moveTo>
                    <a:pt x="684911" y="243077"/>
                  </a:moveTo>
                  <a:lnTo>
                    <a:pt x="19050" y="243077"/>
                  </a:lnTo>
                  <a:lnTo>
                    <a:pt x="19050" y="252602"/>
                  </a:lnTo>
                  <a:lnTo>
                    <a:pt x="670178" y="252602"/>
                  </a:lnTo>
                  <a:lnTo>
                    <a:pt x="679703" y="262127"/>
                  </a:lnTo>
                  <a:lnTo>
                    <a:pt x="689228" y="262127"/>
                  </a:lnTo>
                  <a:lnTo>
                    <a:pt x="689228" y="247396"/>
                  </a:lnTo>
                  <a:lnTo>
                    <a:pt x="684911" y="243077"/>
                  </a:lnTo>
                  <a:close/>
                </a:path>
                <a:path w="718185" h="1360170">
                  <a:moveTo>
                    <a:pt x="19050" y="243077"/>
                  </a:moveTo>
                  <a:lnTo>
                    <a:pt x="9525" y="243077"/>
                  </a:lnTo>
                  <a:lnTo>
                    <a:pt x="19050" y="252602"/>
                  </a:lnTo>
                  <a:lnTo>
                    <a:pt x="19050" y="243077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6040882" y="3499739"/>
              <a:ext cx="1310005" cy="1295400"/>
            </a:xfrm>
            <a:custGeom>
              <a:avLst/>
              <a:gdLst/>
              <a:ahLst/>
              <a:cxnLst/>
              <a:rect l="l" t="t" r="r" b="b"/>
              <a:pathLst>
                <a:path w="1310004" h="1295400">
                  <a:moveTo>
                    <a:pt x="0" y="1219199"/>
                  </a:moveTo>
                  <a:lnTo>
                    <a:pt x="38100" y="1295399"/>
                  </a:lnTo>
                  <a:lnTo>
                    <a:pt x="63500" y="1244599"/>
                  </a:lnTo>
                  <a:lnTo>
                    <a:pt x="28575" y="1244599"/>
                  </a:lnTo>
                  <a:lnTo>
                    <a:pt x="28575" y="1238249"/>
                  </a:lnTo>
                  <a:lnTo>
                    <a:pt x="0" y="1219199"/>
                  </a:lnTo>
                  <a:close/>
                </a:path>
                <a:path w="1310004" h="1295400">
                  <a:moveTo>
                    <a:pt x="28575" y="1238249"/>
                  </a:moveTo>
                  <a:lnTo>
                    <a:pt x="28575" y="1244599"/>
                  </a:lnTo>
                  <a:lnTo>
                    <a:pt x="38100" y="1244599"/>
                  </a:lnTo>
                  <a:lnTo>
                    <a:pt x="28575" y="1238249"/>
                  </a:lnTo>
                  <a:close/>
                </a:path>
                <a:path w="1310004" h="1295400">
                  <a:moveTo>
                    <a:pt x="1290954" y="210184"/>
                  </a:moveTo>
                  <a:lnTo>
                    <a:pt x="32765" y="210184"/>
                  </a:lnTo>
                  <a:lnTo>
                    <a:pt x="28575" y="214375"/>
                  </a:lnTo>
                  <a:lnTo>
                    <a:pt x="28575" y="1238249"/>
                  </a:lnTo>
                  <a:lnTo>
                    <a:pt x="38100" y="1244599"/>
                  </a:lnTo>
                  <a:lnTo>
                    <a:pt x="47625" y="1238249"/>
                  </a:lnTo>
                  <a:lnTo>
                    <a:pt x="47625" y="229234"/>
                  </a:lnTo>
                  <a:lnTo>
                    <a:pt x="38100" y="229234"/>
                  </a:lnTo>
                  <a:lnTo>
                    <a:pt x="47625" y="219709"/>
                  </a:lnTo>
                  <a:lnTo>
                    <a:pt x="1290954" y="219709"/>
                  </a:lnTo>
                  <a:lnTo>
                    <a:pt x="1290954" y="210184"/>
                  </a:lnTo>
                  <a:close/>
                </a:path>
                <a:path w="1310004" h="1295400">
                  <a:moveTo>
                    <a:pt x="47625" y="1238249"/>
                  </a:moveTo>
                  <a:lnTo>
                    <a:pt x="38100" y="1244599"/>
                  </a:lnTo>
                  <a:lnTo>
                    <a:pt x="47625" y="1244599"/>
                  </a:lnTo>
                  <a:lnTo>
                    <a:pt x="47625" y="1238249"/>
                  </a:lnTo>
                  <a:close/>
                </a:path>
                <a:path w="1310004" h="1295400">
                  <a:moveTo>
                    <a:pt x="76200" y="1219199"/>
                  </a:moveTo>
                  <a:lnTo>
                    <a:pt x="47625" y="1238249"/>
                  </a:lnTo>
                  <a:lnTo>
                    <a:pt x="47625" y="1244599"/>
                  </a:lnTo>
                  <a:lnTo>
                    <a:pt x="63500" y="1244599"/>
                  </a:lnTo>
                  <a:lnTo>
                    <a:pt x="76200" y="1219199"/>
                  </a:lnTo>
                  <a:close/>
                </a:path>
                <a:path w="1310004" h="1295400">
                  <a:moveTo>
                    <a:pt x="47625" y="219709"/>
                  </a:moveTo>
                  <a:lnTo>
                    <a:pt x="38100" y="229234"/>
                  </a:lnTo>
                  <a:lnTo>
                    <a:pt x="47625" y="229234"/>
                  </a:lnTo>
                  <a:lnTo>
                    <a:pt x="47625" y="219709"/>
                  </a:lnTo>
                  <a:close/>
                </a:path>
                <a:path w="1310004" h="1295400">
                  <a:moveTo>
                    <a:pt x="1310004" y="210184"/>
                  </a:moveTo>
                  <a:lnTo>
                    <a:pt x="1300479" y="210184"/>
                  </a:lnTo>
                  <a:lnTo>
                    <a:pt x="1290954" y="219709"/>
                  </a:lnTo>
                  <a:lnTo>
                    <a:pt x="47625" y="219709"/>
                  </a:lnTo>
                  <a:lnTo>
                    <a:pt x="47625" y="229234"/>
                  </a:lnTo>
                  <a:lnTo>
                    <a:pt x="1305687" y="229234"/>
                  </a:lnTo>
                  <a:lnTo>
                    <a:pt x="1310004" y="224916"/>
                  </a:lnTo>
                  <a:lnTo>
                    <a:pt x="1310004" y="210184"/>
                  </a:lnTo>
                  <a:close/>
                </a:path>
                <a:path w="1310004" h="1295400">
                  <a:moveTo>
                    <a:pt x="1310004" y="0"/>
                  </a:moveTo>
                  <a:lnTo>
                    <a:pt x="1290954" y="0"/>
                  </a:lnTo>
                  <a:lnTo>
                    <a:pt x="1290954" y="219709"/>
                  </a:lnTo>
                  <a:lnTo>
                    <a:pt x="1300479" y="210184"/>
                  </a:lnTo>
                  <a:lnTo>
                    <a:pt x="1310004" y="210184"/>
                  </a:lnTo>
                  <a:lnTo>
                    <a:pt x="1310004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312025" y="4470527"/>
              <a:ext cx="76200" cy="338455"/>
            </a:xfrm>
            <a:custGeom>
              <a:avLst/>
              <a:gdLst/>
              <a:ahLst/>
              <a:cxnLst/>
              <a:rect l="l" t="t" r="r" b="b"/>
              <a:pathLst>
                <a:path w="76200" h="338454">
                  <a:moveTo>
                    <a:pt x="0" y="262636"/>
                  </a:moveTo>
                  <a:lnTo>
                    <a:pt x="38989" y="338327"/>
                  </a:lnTo>
                  <a:lnTo>
                    <a:pt x="63570" y="287655"/>
                  </a:lnTo>
                  <a:lnTo>
                    <a:pt x="28828" y="287655"/>
                  </a:lnTo>
                  <a:lnTo>
                    <a:pt x="28750" y="281295"/>
                  </a:lnTo>
                  <a:lnTo>
                    <a:pt x="0" y="262636"/>
                  </a:lnTo>
                  <a:close/>
                </a:path>
                <a:path w="76200" h="338454">
                  <a:moveTo>
                    <a:pt x="28750" y="281295"/>
                  </a:moveTo>
                  <a:lnTo>
                    <a:pt x="28828" y="287655"/>
                  </a:lnTo>
                  <a:lnTo>
                    <a:pt x="38549" y="287655"/>
                  </a:lnTo>
                  <a:lnTo>
                    <a:pt x="28750" y="281295"/>
                  </a:lnTo>
                  <a:close/>
                </a:path>
                <a:path w="76200" h="338454">
                  <a:moveTo>
                    <a:pt x="44324" y="0"/>
                  </a:moveTo>
                  <a:lnTo>
                    <a:pt x="25273" y="0"/>
                  </a:lnTo>
                  <a:lnTo>
                    <a:pt x="28747" y="281061"/>
                  </a:lnTo>
                  <a:lnTo>
                    <a:pt x="28750" y="281295"/>
                  </a:lnTo>
                  <a:lnTo>
                    <a:pt x="38549" y="287655"/>
                  </a:lnTo>
                  <a:lnTo>
                    <a:pt x="38168" y="287655"/>
                  </a:lnTo>
                  <a:lnTo>
                    <a:pt x="47800" y="281061"/>
                  </a:lnTo>
                  <a:lnTo>
                    <a:pt x="44324" y="0"/>
                  </a:lnTo>
                  <a:close/>
                </a:path>
                <a:path w="76200" h="338454">
                  <a:moveTo>
                    <a:pt x="47800" y="281061"/>
                  </a:moveTo>
                  <a:lnTo>
                    <a:pt x="38168" y="287655"/>
                  </a:lnTo>
                  <a:lnTo>
                    <a:pt x="47882" y="287655"/>
                  </a:lnTo>
                  <a:lnTo>
                    <a:pt x="47800" y="281061"/>
                  </a:lnTo>
                  <a:close/>
                </a:path>
                <a:path w="76200" h="338454">
                  <a:moveTo>
                    <a:pt x="76200" y="261620"/>
                  </a:moveTo>
                  <a:lnTo>
                    <a:pt x="47800" y="281061"/>
                  </a:lnTo>
                  <a:lnTo>
                    <a:pt x="47882" y="287655"/>
                  </a:lnTo>
                  <a:lnTo>
                    <a:pt x="63570" y="287655"/>
                  </a:lnTo>
                  <a:lnTo>
                    <a:pt x="76200" y="26162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199251" y="5633973"/>
              <a:ext cx="76136" cy="237871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665339" y="5115560"/>
              <a:ext cx="904875" cy="425450"/>
            </a:xfrm>
            <a:custGeom>
              <a:avLst/>
              <a:gdLst/>
              <a:ahLst/>
              <a:cxnLst/>
              <a:rect l="l" t="t" r="r" b="b"/>
              <a:pathLst>
                <a:path w="904875" h="425450">
                  <a:moveTo>
                    <a:pt x="833881" y="0"/>
                  </a:moveTo>
                  <a:lnTo>
                    <a:pt x="70865" y="0"/>
                  </a:lnTo>
                  <a:lnTo>
                    <a:pt x="43291" y="5572"/>
                  </a:lnTo>
                  <a:lnTo>
                    <a:pt x="20764" y="20764"/>
                  </a:lnTo>
                  <a:lnTo>
                    <a:pt x="5572" y="43291"/>
                  </a:lnTo>
                  <a:lnTo>
                    <a:pt x="0" y="70865"/>
                  </a:lnTo>
                  <a:lnTo>
                    <a:pt x="0" y="354456"/>
                  </a:lnTo>
                  <a:lnTo>
                    <a:pt x="5572" y="382105"/>
                  </a:lnTo>
                  <a:lnTo>
                    <a:pt x="20764" y="404669"/>
                  </a:lnTo>
                  <a:lnTo>
                    <a:pt x="43291" y="419875"/>
                  </a:lnTo>
                  <a:lnTo>
                    <a:pt x="70865" y="425450"/>
                  </a:lnTo>
                  <a:lnTo>
                    <a:pt x="833881" y="425450"/>
                  </a:lnTo>
                  <a:lnTo>
                    <a:pt x="861456" y="419875"/>
                  </a:lnTo>
                  <a:lnTo>
                    <a:pt x="883983" y="404669"/>
                  </a:lnTo>
                  <a:lnTo>
                    <a:pt x="899175" y="382105"/>
                  </a:lnTo>
                  <a:lnTo>
                    <a:pt x="904747" y="354456"/>
                  </a:lnTo>
                  <a:lnTo>
                    <a:pt x="904747" y="70865"/>
                  </a:lnTo>
                  <a:lnTo>
                    <a:pt x="899175" y="43291"/>
                  </a:lnTo>
                  <a:lnTo>
                    <a:pt x="883983" y="20764"/>
                  </a:lnTo>
                  <a:lnTo>
                    <a:pt x="861456" y="5572"/>
                  </a:lnTo>
                  <a:lnTo>
                    <a:pt x="833881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3179" rIns="0" bIns="0" rtlCol="0">
            <a:spAutoFit/>
          </a:bodyPr>
          <a:lstStyle/>
          <a:p>
            <a:pPr marL="26034">
              <a:lnSpc>
                <a:spcPct val="100000"/>
              </a:lnSpc>
              <a:spcBef>
                <a:spcPts val="95"/>
              </a:spcBef>
            </a:pPr>
            <a:r>
              <a:rPr sz="4000" spc="-30" dirty="0">
                <a:solidFill>
                  <a:srgbClr val="173360"/>
                </a:solidFill>
              </a:rPr>
              <a:t>Highly-</a:t>
            </a:r>
            <a:r>
              <a:rPr sz="4000" dirty="0">
                <a:solidFill>
                  <a:srgbClr val="173360"/>
                </a:solidFill>
              </a:rPr>
              <a:t>Available</a:t>
            </a:r>
            <a:r>
              <a:rPr sz="4000" spc="-70" dirty="0">
                <a:solidFill>
                  <a:srgbClr val="173360"/>
                </a:solidFill>
              </a:rPr>
              <a:t> </a:t>
            </a:r>
            <a:r>
              <a:rPr sz="4000" dirty="0">
                <a:solidFill>
                  <a:srgbClr val="173360"/>
                </a:solidFill>
              </a:rPr>
              <a:t>/</a:t>
            </a:r>
            <a:r>
              <a:rPr sz="4000" spc="-114" dirty="0">
                <a:solidFill>
                  <a:srgbClr val="173360"/>
                </a:solidFill>
              </a:rPr>
              <a:t> </a:t>
            </a:r>
            <a:r>
              <a:rPr sz="4000" dirty="0">
                <a:solidFill>
                  <a:srgbClr val="173360"/>
                </a:solidFill>
              </a:rPr>
              <a:t>Fault</a:t>
            </a:r>
            <a:r>
              <a:rPr sz="4000" spc="-105" dirty="0">
                <a:solidFill>
                  <a:srgbClr val="173360"/>
                </a:solidFill>
              </a:rPr>
              <a:t> </a:t>
            </a:r>
            <a:r>
              <a:rPr sz="4000" dirty="0">
                <a:solidFill>
                  <a:srgbClr val="173360"/>
                </a:solidFill>
              </a:rPr>
              <a:t>Tolerant</a:t>
            </a:r>
            <a:r>
              <a:rPr sz="4000" spc="-80" dirty="0">
                <a:solidFill>
                  <a:srgbClr val="173360"/>
                </a:solidFill>
              </a:rPr>
              <a:t> </a:t>
            </a:r>
            <a:r>
              <a:rPr sz="4000" dirty="0">
                <a:solidFill>
                  <a:srgbClr val="173360"/>
                </a:solidFill>
              </a:rPr>
              <a:t>with</a:t>
            </a:r>
            <a:r>
              <a:rPr sz="4000" spc="-100" dirty="0">
                <a:solidFill>
                  <a:srgbClr val="173360"/>
                </a:solidFill>
              </a:rPr>
              <a:t> </a:t>
            </a:r>
            <a:r>
              <a:rPr sz="4000" dirty="0">
                <a:solidFill>
                  <a:srgbClr val="173360"/>
                </a:solidFill>
              </a:rPr>
              <a:t>Disaster</a:t>
            </a:r>
            <a:r>
              <a:rPr sz="4000" spc="-85" dirty="0">
                <a:solidFill>
                  <a:srgbClr val="173360"/>
                </a:solidFill>
              </a:rPr>
              <a:t> </a:t>
            </a:r>
            <a:r>
              <a:rPr sz="4000" dirty="0">
                <a:solidFill>
                  <a:srgbClr val="173360"/>
                </a:solidFill>
              </a:rPr>
              <a:t>Recovery</a:t>
            </a:r>
            <a:r>
              <a:rPr sz="4000" spc="-110" dirty="0">
                <a:solidFill>
                  <a:srgbClr val="173360"/>
                </a:solidFill>
              </a:rPr>
              <a:t> </a:t>
            </a:r>
            <a:r>
              <a:rPr sz="4000" spc="-25" dirty="0">
                <a:solidFill>
                  <a:srgbClr val="173360"/>
                </a:solidFill>
              </a:rPr>
              <a:t>예시</a:t>
            </a:r>
            <a:endParaRPr sz="4000"/>
          </a:p>
        </p:txBody>
      </p:sp>
      <p:sp>
        <p:nvSpPr>
          <p:cNvPr id="64" name="object 64"/>
          <p:cNvSpPr txBox="1"/>
          <p:nvPr/>
        </p:nvSpPr>
        <p:spPr>
          <a:xfrm>
            <a:off x="7889747" y="5221985"/>
            <a:ext cx="4673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57785">
              <a:lnSpc>
                <a:spcPct val="100000"/>
              </a:lnSpc>
              <a:spcBef>
                <a:spcPts val="100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3885310" y="5115559"/>
            <a:ext cx="904875" cy="425450"/>
          </a:xfrm>
          <a:custGeom>
            <a:avLst/>
            <a:gdLst/>
            <a:ahLst/>
            <a:cxnLst/>
            <a:rect l="l" t="t" r="r" b="b"/>
            <a:pathLst>
              <a:path w="904875" h="425450">
                <a:moveTo>
                  <a:pt x="833881" y="0"/>
                </a:moveTo>
                <a:lnTo>
                  <a:pt x="70865" y="0"/>
                </a:lnTo>
                <a:lnTo>
                  <a:pt x="43291" y="5572"/>
                </a:lnTo>
                <a:lnTo>
                  <a:pt x="20764" y="20764"/>
                </a:lnTo>
                <a:lnTo>
                  <a:pt x="5572" y="43291"/>
                </a:lnTo>
                <a:lnTo>
                  <a:pt x="0" y="70865"/>
                </a:lnTo>
                <a:lnTo>
                  <a:pt x="0" y="354456"/>
                </a:lnTo>
                <a:lnTo>
                  <a:pt x="5572" y="382105"/>
                </a:lnTo>
                <a:lnTo>
                  <a:pt x="20764" y="404669"/>
                </a:lnTo>
                <a:lnTo>
                  <a:pt x="43291" y="419875"/>
                </a:lnTo>
                <a:lnTo>
                  <a:pt x="70865" y="425450"/>
                </a:lnTo>
                <a:lnTo>
                  <a:pt x="833881" y="425450"/>
                </a:lnTo>
                <a:lnTo>
                  <a:pt x="861456" y="419875"/>
                </a:lnTo>
                <a:lnTo>
                  <a:pt x="883983" y="404669"/>
                </a:lnTo>
                <a:lnTo>
                  <a:pt x="899175" y="382105"/>
                </a:lnTo>
                <a:lnTo>
                  <a:pt x="904748" y="354456"/>
                </a:lnTo>
                <a:lnTo>
                  <a:pt x="904748" y="70865"/>
                </a:lnTo>
                <a:lnTo>
                  <a:pt x="899175" y="43291"/>
                </a:lnTo>
                <a:lnTo>
                  <a:pt x="883983" y="20764"/>
                </a:lnTo>
                <a:lnTo>
                  <a:pt x="861456" y="5572"/>
                </a:lnTo>
                <a:lnTo>
                  <a:pt x="833881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4109339" y="5221985"/>
            <a:ext cx="4673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57785">
              <a:lnSpc>
                <a:spcPct val="100000"/>
              </a:lnSpc>
              <a:spcBef>
                <a:spcPts val="100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4156583" y="3141472"/>
            <a:ext cx="1651000" cy="3454400"/>
            <a:chOff x="4156583" y="3141472"/>
            <a:chExt cx="1651000" cy="3454400"/>
          </a:xfrm>
        </p:grpSpPr>
        <p:sp>
          <p:nvSpPr>
            <p:cNvPr id="68" name="object 68"/>
            <p:cNvSpPr/>
            <p:nvPr/>
          </p:nvSpPr>
          <p:spPr>
            <a:xfrm>
              <a:off x="5038598" y="6170548"/>
              <a:ext cx="768985" cy="425450"/>
            </a:xfrm>
            <a:custGeom>
              <a:avLst/>
              <a:gdLst/>
              <a:ahLst/>
              <a:cxnLst/>
              <a:rect l="l" t="t" r="r" b="b"/>
              <a:pathLst>
                <a:path w="768985" h="425450">
                  <a:moveTo>
                    <a:pt x="697864" y="0"/>
                  </a:moveTo>
                  <a:lnTo>
                    <a:pt x="70865" y="0"/>
                  </a:lnTo>
                  <a:lnTo>
                    <a:pt x="43291" y="5572"/>
                  </a:lnTo>
                  <a:lnTo>
                    <a:pt x="20764" y="20764"/>
                  </a:lnTo>
                  <a:lnTo>
                    <a:pt x="5572" y="43291"/>
                  </a:lnTo>
                  <a:lnTo>
                    <a:pt x="0" y="70865"/>
                  </a:lnTo>
                  <a:lnTo>
                    <a:pt x="0" y="354456"/>
                  </a:lnTo>
                  <a:lnTo>
                    <a:pt x="5572" y="382031"/>
                  </a:lnTo>
                  <a:lnTo>
                    <a:pt x="20764" y="404558"/>
                  </a:lnTo>
                  <a:lnTo>
                    <a:pt x="43291" y="419750"/>
                  </a:lnTo>
                  <a:lnTo>
                    <a:pt x="70865" y="425323"/>
                  </a:lnTo>
                  <a:lnTo>
                    <a:pt x="697864" y="425323"/>
                  </a:lnTo>
                  <a:lnTo>
                    <a:pt x="725493" y="419750"/>
                  </a:lnTo>
                  <a:lnTo>
                    <a:pt x="748014" y="404558"/>
                  </a:lnTo>
                  <a:lnTo>
                    <a:pt x="763176" y="382031"/>
                  </a:lnTo>
                  <a:lnTo>
                    <a:pt x="768730" y="354456"/>
                  </a:lnTo>
                  <a:lnTo>
                    <a:pt x="768730" y="70865"/>
                  </a:lnTo>
                  <a:lnTo>
                    <a:pt x="763176" y="43291"/>
                  </a:lnTo>
                  <a:lnTo>
                    <a:pt x="748014" y="20764"/>
                  </a:lnTo>
                  <a:lnTo>
                    <a:pt x="725493" y="5572"/>
                  </a:lnTo>
                  <a:lnTo>
                    <a:pt x="697864" y="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4156583" y="3141472"/>
              <a:ext cx="778510" cy="249554"/>
            </a:xfrm>
            <a:custGeom>
              <a:avLst/>
              <a:gdLst/>
              <a:ahLst/>
              <a:cxnLst/>
              <a:rect l="l" t="t" r="r" b="b"/>
              <a:pathLst>
                <a:path w="778510" h="249554">
                  <a:moveTo>
                    <a:pt x="736726" y="0"/>
                  </a:moveTo>
                  <a:lnTo>
                    <a:pt x="41528" y="0"/>
                  </a:lnTo>
                  <a:lnTo>
                    <a:pt x="25342" y="3274"/>
                  </a:lnTo>
                  <a:lnTo>
                    <a:pt x="12144" y="12192"/>
                  </a:lnTo>
                  <a:lnTo>
                    <a:pt x="3256" y="25396"/>
                  </a:lnTo>
                  <a:lnTo>
                    <a:pt x="0" y="41528"/>
                  </a:lnTo>
                  <a:lnTo>
                    <a:pt x="0" y="207518"/>
                  </a:lnTo>
                  <a:lnTo>
                    <a:pt x="3256" y="223704"/>
                  </a:lnTo>
                  <a:lnTo>
                    <a:pt x="12144" y="236902"/>
                  </a:lnTo>
                  <a:lnTo>
                    <a:pt x="25342" y="245790"/>
                  </a:lnTo>
                  <a:lnTo>
                    <a:pt x="41528" y="249047"/>
                  </a:lnTo>
                  <a:lnTo>
                    <a:pt x="736726" y="249047"/>
                  </a:lnTo>
                  <a:lnTo>
                    <a:pt x="752859" y="245790"/>
                  </a:lnTo>
                  <a:lnTo>
                    <a:pt x="766063" y="236902"/>
                  </a:lnTo>
                  <a:lnTo>
                    <a:pt x="774981" y="223704"/>
                  </a:lnTo>
                  <a:lnTo>
                    <a:pt x="778255" y="207518"/>
                  </a:lnTo>
                  <a:lnTo>
                    <a:pt x="778255" y="41528"/>
                  </a:lnTo>
                  <a:lnTo>
                    <a:pt x="774981" y="25396"/>
                  </a:lnTo>
                  <a:lnTo>
                    <a:pt x="766063" y="12192"/>
                  </a:lnTo>
                  <a:lnTo>
                    <a:pt x="752859" y="3274"/>
                  </a:lnTo>
                  <a:lnTo>
                    <a:pt x="736726" y="0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4354067" y="3127374"/>
            <a:ext cx="3975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20320">
              <a:lnSpc>
                <a:spcPct val="100000"/>
              </a:lnSpc>
              <a:spcBef>
                <a:spcPts val="100"/>
              </a:spcBef>
            </a:pPr>
            <a:r>
              <a:rPr sz="800" b="1" spc="105" dirty="0">
                <a:solidFill>
                  <a:srgbClr val="FFFFFF"/>
                </a:solidFill>
                <a:latin typeface="Calibri"/>
                <a:cs typeface="Calibri"/>
              </a:rPr>
              <a:t>ksqlDB </a:t>
            </a:r>
            <a:r>
              <a:rPr sz="800" b="1" spc="8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7433564" y="4096258"/>
            <a:ext cx="858519" cy="271780"/>
          </a:xfrm>
          <a:custGeom>
            <a:avLst/>
            <a:gdLst/>
            <a:ahLst/>
            <a:cxnLst/>
            <a:rect l="l" t="t" r="r" b="b"/>
            <a:pathLst>
              <a:path w="858520" h="271779">
                <a:moveTo>
                  <a:pt x="813434" y="0"/>
                </a:moveTo>
                <a:lnTo>
                  <a:pt x="45211" y="0"/>
                </a:lnTo>
                <a:lnTo>
                  <a:pt x="27592" y="3546"/>
                </a:lnTo>
                <a:lnTo>
                  <a:pt x="13223" y="13223"/>
                </a:lnTo>
                <a:lnTo>
                  <a:pt x="3546" y="27592"/>
                </a:lnTo>
                <a:lnTo>
                  <a:pt x="0" y="45212"/>
                </a:lnTo>
                <a:lnTo>
                  <a:pt x="0" y="226059"/>
                </a:lnTo>
                <a:lnTo>
                  <a:pt x="3546" y="243625"/>
                </a:lnTo>
                <a:lnTo>
                  <a:pt x="13223" y="258000"/>
                </a:lnTo>
                <a:lnTo>
                  <a:pt x="27592" y="267708"/>
                </a:lnTo>
                <a:lnTo>
                  <a:pt x="45211" y="271271"/>
                </a:lnTo>
                <a:lnTo>
                  <a:pt x="813434" y="271271"/>
                </a:lnTo>
                <a:lnTo>
                  <a:pt x="830980" y="267708"/>
                </a:lnTo>
                <a:lnTo>
                  <a:pt x="845311" y="258000"/>
                </a:lnTo>
                <a:lnTo>
                  <a:pt x="854975" y="243625"/>
                </a:lnTo>
                <a:lnTo>
                  <a:pt x="858519" y="226059"/>
                </a:lnTo>
                <a:lnTo>
                  <a:pt x="858519" y="45212"/>
                </a:lnTo>
                <a:lnTo>
                  <a:pt x="854975" y="27592"/>
                </a:lnTo>
                <a:lnTo>
                  <a:pt x="845311" y="13223"/>
                </a:lnTo>
                <a:lnTo>
                  <a:pt x="830980" y="3546"/>
                </a:lnTo>
                <a:lnTo>
                  <a:pt x="813434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6694296" y="3865958"/>
            <a:ext cx="1363980" cy="4362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R="63500" algn="ctr">
              <a:lnSpc>
                <a:spcPct val="100000"/>
              </a:lnSpc>
              <a:spcBef>
                <a:spcPts val="690"/>
              </a:spcBef>
            </a:pPr>
            <a:r>
              <a:rPr sz="1000" b="1" spc="155" dirty="0">
                <a:solidFill>
                  <a:srgbClr val="0074A1"/>
                </a:solidFill>
                <a:latin typeface="Calibri"/>
                <a:cs typeface="Calibri"/>
              </a:rPr>
              <a:t>Schema</a:t>
            </a:r>
            <a:r>
              <a:rPr sz="1000" b="1" spc="90" dirty="0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sz="1000" b="1" spc="105" dirty="0">
                <a:solidFill>
                  <a:srgbClr val="0074A1"/>
                </a:solidFill>
                <a:latin typeface="Calibri"/>
                <a:cs typeface="Calibri"/>
              </a:rPr>
              <a:t>Registry</a:t>
            </a:r>
            <a:endParaRPr sz="10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480"/>
              </a:spcBef>
              <a:tabLst>
                <a:tab pos="984885" algn="l"/>
              </a:tabLst>
            </a:pPr>
            <a:r>
              <a:rPr sz="800" b="1" spc="90" dirty="0">
                <a:solidFill>
                  <a:srgbClr val="FFFFFF"/>
                </a:solidFill>
                <a:latin typeface="Calibri"/>
                <a:cs typeface="Calibri"/>
              </a:rPr>
              <a:t>Leader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b="1" spc="90" dirty="0">
                <a:solidFill>
                  <a:srgbClr val="FFFFFF"/>
                </a:solidFill>
                <a:latin typeface="Calibri"/>
                <a:cs typeface="Calibri"/>
              </a:rPr>
              <a:t>Leader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7418705" y="3127120"/>
            <a:ext cx="923290" cy="276860"/>
          </a:xfrm>
          <a:custGeom>
            <a:avLst/>
            <a:gdLst/>
            <a:ahLst/>
            <a:cxnLst/>
            <a:rect l="l" t="t" r="r" b="b"/>
            <a:pathLst>
              <a:path w="923290" h="276860">
                <a:moveTo>
                  <a:pt x="876680" y="0"/>
                </a:moveTo>
                <a:lnTo>
                  <a:pt x="46100" y="0"/>
                </a:lnTo>
                <a:lnTo>
                  <a:pt x="28182" y="3613"/>
                </a:lnTo>
                <a:lnTo>
                  <a:pt x="13525" y="13477"/>
                </a:lnTo>
                <a:lnTo>
                  <a:pt x="3631" y="28128"/>
                </a:lnTo>
                <a:lnTo>
                  <a:pt x="0" y="46100"/>
                </a:lnTo>
                <a:lnTo>
                  <a:pt x="0" y="230504"/>
                </a:lnTo>
                <a:lnTo>
                  <a:pt x="3631" y="248423"/>
                </a:lnTo>
                <a:lnTo>
                  <a:pt x="13525" y="263080"/>
                </a:lnTo>
                <a:lnTo>
                  <a:pt x="28182" y="272974"/>
                </a:lnTo>
                <a:lnTo>
                  <a:pt x="46100" y="276605"/>
                </a:lnTo>
                <a:lnTo>
                  <a:pt x="876680" y="276605"/>
                </a:lnTo>
                <a:lnTo>
                  <a:pt x="894653" y="272974"/>
                </a:lnTo>
                <a:lnTo>
                  <a:pt x="909304" y="263080"/>
                </a:lnTo>
                <a:lnTo>
                  <a:pt x="919168" y="248423"/>
                </a:lnTo>
                <a:lnTo>
                  <a:pt x="922781" y="230504"/>
                </a:lnTo>
                <a:lnTo>
                  <a:pt x="922781" y="46100"/>
                </a:lnTo>
                <a:lnTo>
                  <a:pt x="919168" y="28128"/>
                </a:lnTo>
                <a:lnTo>
                  <a:pt x="909304" y="13477"/>
                </a:lnTo>
                <a:lnTo>
                  <a:pt x="894653" y="3613"/>
                </a:lnTo>
                <a:lnTo>
                  <a:pt x="876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 txBox="1"/>
          <p:nvPr/>
        </p:nvSpPr>
        <p:spPr>
          <a:xfrm>
            <a:off x="7649844" y="3158743"/>
            <a:ext cx="474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3815">
              <a:lnSpc>
                <a:spcPct val="100000"/>
              </a:lnSpc>
              <a:spcBef>
                <a:spcPts val="100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Worker</a:t>
            </a:r>
            <a:r>
              <a:rPr sz="600" b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spc="65" dirty="0">
                <a:solidFill>
                  <a:srgbClr val="FFFFFF"/>
                </a:solidFill>
                <a:latin typeface="Calibri"/>
                <a:cs typeface="Calibri"/>
              </a:rPr>
              <a:t> Connectors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5489858" y="7126104"/>
            <a:ext cx="1469390" cy="316230"/>
            <a:chOff x="5489858" y="7126104"/>
            <a:chExt cx="1469390" cy="316230"/>
          </a:xfrm>
        </p:grpSpPr>
        <p:pic>
          <p:nvPicPr>
            <p:cNvPr id="76" name="object 7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89858" y="7126104"/>
              <a:ext cx="317508" cy="315968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065549" y="7126104"/>
              <a:ext cx="317508" cy="315968"/>
            </a:xfrm>
            <a:prstGeom prst="rect">
              <a:avLst/>
            </a:prstGeom>
          </p:spPr>
        </p:pic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641240" y="7126104"/>
              <a:ext cx="317508" cy="315968"/>
            </a:xfrm>
            <a:prstGeom prst="rect">
              <a:avLst/>
            </a:prstGeom>
          </p:spPr>
        </p:pic>
      </p:grpSp>
      <p:sp>
        <p:nvSpPr>
          <p:cNvPr id="79" name="object 79"/>
          <p:cNvSpPr txBox="1"/>
          <p:nvPr/>
        </p:nvSpPr>
        <p:spPr>
          <a:xfrm>
            <a:off x="5822060" y="7500619"/>
            <a:ext cx="8007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105" dirty="0">
                <a:solidFill>
                  <a:srgbClr val="073762"/>
                </a:solidFill>
                <a:latin typeface="Calibri"/>
                <a:cs typeface="Calibri"/>
              </a:rPr>
              <a:t>Kafka</a:t>
            </a:r>
            <a:r>
              <a:rPr sz="800" b="1" spc="2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800" b="1" spc="95" dirty="0">
                <a:solidFill>
                  <a:srgbClr val="073762"/>
                </a:solidFill>
                <a:latin typeface="Calibri"/>
                <a:cs typeface="Calibri"/>
              </a:rPr>
              <a:t>Streams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4802886" y="6854443"/>
            <a:ext cx="2954655" cy="467359"/>
          </a:xfrm>
          <a:custGeom>
            <a:avLst/>
            <a:gdLst/>
            <a:ahLst/>
            <a:cxnLst/>
            <a:rect l="l" t="t" r="r" b="b"/>
            <a:pathLst>
              <a:path w="2954654" h="467359">
                <a:moveTo>
                  <a:pt x="593852" y="424053"/>
                </a:moveTo>
                <a:lnTo>
                  <a:pt x="565188" y="409702"/>
                </a:lnTo>
                <a:lnTo>
                  <a:pt x="508127" y="381127"/>
                </a:lnTo>
                <a:lnTo>
                  <a:pt x="508127" y="409702"/>
                </a:lnTo>
                <a:lnTo>
                  <a:pt x="28575" y="409702"/>
                </a:lnTo>
                <a:lnTo>
                  <a:pt x="28575" y="28575"/>
                </a:lnTo>
                <a:lnTo>
                  <a:pt x="28575" y="6350"/>
                </a:lnTo>
                <a:lnTo>
                  <a:pt x="22225" y="0"/>
                </a:lnTo>
                <a:lnTo>
                  <a:pt x="14224" y="0"/>
                </a:lnTo>
                <a:lnTo>
                  <a:pt x="14351" y="28575"/>
                </a:lnTo>
                <a:lnTo>
                  <a:pt x="0" y="14224"/>
                </a:lnTo>
                <a:lnTo>
                  <a:pt x="0" y="431927"/>
                </a:lnTo>
                <a:lnTo>
                  <a:pt x="6350" y="438277"/>
                </a:lnTo>
                <a:lnTo>
                  <a:pt x="508127" y="438277"/>
                </a:lnTo>
                <a:lnTo>
                  <a:pt x="508127" y="466852"/>
                </a:lnTo>
                <a:lnTo>
                  <a:pt x="565353" y="438277"/>
                </a:lnTo>
                <a:lnTo>
                  <a:pt x="593852" y="424053"/>
                </a:lnTo>
                <a:close/>
              </a:path>
              <a:path w="2954654" h="467359">
                <a:moveTo>
                  <a:pt x="2954528" y="100584"/>
                </a:moveTo>
                <a:lnTo>
                  <a:pt x="2947339" y="86233"/>
                </a:lnTo>
                <a:lnTo>
                  <a:pt x="2911602" y="14859"/>
                </a:lnTo>
                <a:lnTo>
                  <a:pt x="2868803" y="100584"/>
                </a:lnTo>
                <a:lnTo>
                  <a:pt x="2897378" y="100584"/>
                </a:lnTo>
                <a:lnTo>
                  <a:pt x="2897378" y="409702"/>
                </a:lnTo>
                <a:lnTo>
                  <a:pt x="2260600" y="409702"/>
                </a:lnTo>
                <a:lnTo>
                  <a:pt x="2260600" y="438277"/>
                </a:lnTo>
                <a:lnTo>
                  <a:pt x="2919476" y="438277"/>
                </a:lnTo>
                <a:lnTo>
                  <a:pt x="2925953" y="431927"/>
                </a:lnTo>
                <a:lnTo>
                  <a:pt x="2925953" y="424053"/>
                </a:lnTo>
                <a:lnTo>
                  <a:pt x="2925953" y="409702"/>
                </a:lnTo>
                <a:lnTo>
                  <a:pt x="2925953" y="100584"/>
                </a:lnTo>
                <a:lnTo>
                  <a:pt x="2954528" y="100584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3851402" y="2636596"/>
            <a:ext cx="2924810" cy="508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125" dirty="0">
                <a:solidFill>
                  <a:srgbClr val="073762"/>
                </a:solidFill>
                <a:latin typeface="Calibri"/>
                <a:cs typeface="Calibri"/>
              </a:rPr>
              <a:t>Primary</a:t>
            </a:r>
            <a:r>
              <a:rPr sz="1000" b="1" spc="65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spc="130" dirty="0">
                <a:solidFill>
                  <a:srgbClr val="073762"/>
                </a:solidFill>
                <a:latin typeface="Calibri"/>
                <a:cs typeface="Calibri"/>
              </a:rPr>
              <a:t>Region</a:t>
            </a:r>
            <a:r>
              <a:rPr sz="1000" b="1" spc="75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73762"/>
                </a:solidFill>
                <a:latin typeface="Calibri"/>
                <a:cs typeface="Calibri"/>
              </a:rPr>
              <a:t>/</a:t>
            </a:r>
            <a:r>
              <a:rPr sz="1000" b="1" spc="6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073762"/>
                </a:solidFill>
                <a:latin typeface="Calibri"/>
                <a:cs typeface="Calibri"/>
              </a:rPr>
              <a:t>Multiple </a:t>
            </a:r>
            <a:r>
              <a:rPr sz="1000" b="1" spc="90" dirty="0">
                <a:solidFill>
                  <a:srgbClr val="073762"/>
                </a:solidFill>
                <a:latin typeface="Calibri"/>
                <a:cs typeface="Calibri"/>
              </a:rPr>
              <a:t>Availability</a:t>
            </a:r>
            <a:r>
              <a:rPr sz="1000" b="1" spc="7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spc="114" dirty="0">
                <a:solidFill>
                  <a:srgbClr val="073762"/>
                </a:solidFill>
                <a:latin typeface="Calibri"/>
                <a:cs typeface="Calibri"/>
              </a:rPr>
              <a:t>Zones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000">
              <a:latin typeface="Calibri"/>
              <a:cs typeface="Calibri"/>
            </a:endParaRPr>
          </a:p>
          <a:p>
            <a:pPr marL="872490">
              <a:lnSpc>
                <a:spcPct val="100000"/>
              </a:lnSpc>
              <a:spcBef>
                <a:spcPts val="5"/>
              </a:spcBef>
            </a:pPr>
            <a:r>
              <a:rPr sz="1000" b="1" spc="135" dirty="0">
                <a:solidFill>
                  <a:srgbClr val="C5832D"/>
                </a:solidFill>
                <a:latin typeface="Calibri"/>
                <a:cs typeface="Calibri"/>
              </a:rPr>
              <a:t>ksqlDB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4650212" y="5257038"/>
            <a:ext cx="1028700" cy="1314450"/>
            <a:chOff x="14650212" y="5257038"/>
            <a:chExt cx="1028700" cy="1314450"/>
          </a:xfrm>
        </p:grpSpPr>
        <p:sp>
          <p:nvSpPr>
            <p:cNvPr id="83" name="object 83"/>
            <p:cNvSpPr/>
            <p:nvPr/>
          </p:nvSpPr>
          <p:spPr>
            <a:xfrm>
              <a:off x="14750415" y="5257038"/>
              <a:ext cx="836294" cy="706755"/>
            </a:xfrm>
            <a:custGeom>
              <a:avLst/>
              <a:gdLst/>
              <a:ahLst/>
              <a:cxnLst/>
              <a:rect l="l" t="t" r="r" b="b"/>
              <a:pathLst>
                <a:path w="836294" h="706754">
                  <a:moveTo>
                    <a:pt x="482726" y="0"/>
                  </a:moveTo>
                  <a:lnTo>
                    <a:pt x="482726" y="176657"/>
                  </a:lnTo>
                  <a:lnTo>
                    <a:pt x="0" y="176657"/>
                  </a:lnTo>
                  <a:lnTo>
                    <a:pt x="0" y="529716"/>
                  </a:lnTo>
                  <a:lnTo>
                    <a:pt x="482726" y="529716"/>
                  </a:lnTo>
                  <a:lnTo>
                    <a:pt x="482726" y="706247"/>
                  </a:lnTo>
                  <a:lnTo>
                    <a:pt x="835786" y="353187"/>
                  </a:lnTo>
                  <a:lnTo>
                    <a:pt x="482726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4" name="object 8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4650212" y="5946635"/>
              <a:ext cx="1028700" cy="624852"/>
            </a:xfrm>
            <a:prstGeom prst="rect">
              <a:avLst/>
            </a:prstGeom>
          </p:spPr>
        </p:pic>
      </p:grpSp>
      <p:sp>
        <p:nvSpPr>
          <p:cNvPr id="85" name="object 85"/>
          <p:cNvSpPr txBox="1"/>
          <p:nvPr/>
        </p:nvSpPr>
        <p:spPr>
          <a:xfrm>
            <a:off x="14774926" y="6007989"/>
            <a:ext cx="787400" cy="421640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 marR="5080" indent="1270" algn="ctr">
              <a:lnSpc>
                <a:spcPts val="960"/>
              </a:lnSpc>
              <a:spcBef>
                <a:spcPts val="325"/>
              </a:spcBef>
            </a:pPr>
            <a:r>
              <a:rPr sz="1000" b="1" spc="105" dirty="0">
                <a:latin typeface="Calibri"/>
                <a:cs typeface="Calibri"/>
              </a:rPr>
              <a:t>Confluent </a:t>
            </a:r>
            <a:r>
              <a:rPr sz="1000" b="1" spc="110" dirty="0">
                <a:latin typeface="Calibri"/>
                <a:cs typeface="Calibri"/>
              </a:rPr>
              <a:t>Sink </a:t>
            </a:r>
            <a:r>
              <a:rPr sz="1000" b="1" spc="114" dirty="0">
                <a:latin typeface="Calibri"/>
                <a:cs typeface="Calibri"/>
              </a:rPr>
              <a:t>Connectors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9257601" y="2530411"/>
            <a:ext cx="5158740" cy="5066665"/>
            <a:chOff x="9257601" y="2530411"/>
            <a:chExt cx="5158740" cy="5066665"/>
          </a:xfrm>
        </p:grpSpPr>
        <p:sp>
          <p:nvSpPr>
            <p:cNvPr id="87" name="object 87"/>
            <p:cNvSpPr/>
            <p:nvPr/>
          </p:nvSpPr>
          <p:spPr>
            <a:xfrm>
              <a:off x="11003661" y="7026821"/>
              <a:ext cx="1666875" cy="510540"/>
            </a:xfrm>
            <a:custGeom>
              <a:avLst/>
              <a:gdLst/>
              <a:ahLst/>
              <a:cxnLst/>
              <a:rect l="l" t="t" r="r" b="b"/>
              <a:pathLst>
                <a:path w="1666875" h="510540">
                  <a:moveTo>
                    <a:pt x="0" y="509993"/>
                  </a:moveTo>
                  <a:lnTo>
                    <a:pt x="1666748" y="509993"/>
                  </a:lnTo>
                  <a:lnTo>
                    <a:pt x="1666748" y="0"/>
                  </a:lnTo>
                  <a:lnTo>
                    <a:pt x="0" y="0"/>
                  </a:lnTo>
                  <a:lnTo>
                    <a:pt x="0" y="509993"/>
                  </a:lnTo>
                  <a:close/>
                </a:path>
              </a:pathLst>
            </a:custGeom>
            <a:ln w="9524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1351641" y="7481213"/>
              <a:ext cx="954405" cy="116205"/>
            </a:xfrm>
            <a:custGeom>
              <a:avLst/>
              <a:gdLst/>
              <a:ahLst/>
              <a:cxnLst/>
              <a:rect l="l" t="t" r="r" b="b"/>
              <a:pathLst>
                <a:path w="954404" h="116204">
                  <a:moveTo>
                    <a:pt x="953998" y="0"/>
                  </a:moveTo>
                  <a:lnTo>
                    <a:pt x="0" y="0"/>
                  </a:lnTo>
                  <a:lnTo>
                    <a:pt x="0" y="115799"/>
                  </a:lnTo>
                  <a:lnTo>
                    <a:pt x="953998" y="115799"/>
                  </a:lnTo>
                  <a:lnTo>
                    <a:pt x="9539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9262364" y="2535173"/>
              <a:ext cx="5149215" cy="4322445"/>
            </a:xfrm>
            <a:custGeom>
              <a:avLst/>
              <a:gdLst/>
              <a:ahLst/>
              <a:cxnLst/>
              <a:rect l="l" t="t" r="r" b="b"/>
              <a:pathLst>
                <a:path w="5149215" h="4322445">
                  <a:moveTo>
                    <a:pt x="0" y="4322445"/>
                  </a:moveTo>
                  <a:lnTo>
                    <a:pt x="5149214" y="4322445"/>
                  </a:lnTo>
                  <a:lnTo>
                    <a:pt x="5149214" y="0"/>
                  </a:lnTo>
                  <a:lnTo>
                    <a:pt x="0" y="0"/>
                  </a:lnTo>
                  <a:lnTo>
                    <a:pt x="0" y="4322445"/>
                  </a:lnTo>
                  <a:close/>
                </a:path>
              </a:pathLst>
            </a:custGeom>
            <a:ln w="9525">
              <a:solidFill>
                <a:srgbClr val="000000"/>
              </a:solidFill>
              <a:prstDash val="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448800" y="4830952"/>
              <a:ext cx="4790440" cy="806450"/>
            </a:xfrm>
            <a:custGeom>
              <a:avLst/>
              <a:gdLst/>
              <a:ahLst/>
              <a:cxnLst/>
              <a:rect l="l" t="t" r="r" b="b"/>
              <a:pathLst>
                <a:path w="4790440" h="806450">
                  <a:moveTo>
                    <a:pt x="0" y="134366"/>
                  </a:moveTo>
                  <a:lnTo>
                    <a:pt x="6854" y="91862"/>
                  </a:lnTo>
                  <a:lnTo>
                    <a:pt x="25944" y="54973"/>
                  </a:lnTo>
                  <a:lnTo>
                    <a:pt x="55056" y="25899"/>
                  </a:lnTo>
                  <a:lnTo>
                    <a:pt x="91976" y="6841"/>
                  </a:lnTo>
                  <a:lnTo>
                    <a:pt x="134493" y="0"/>
                  </a:lnTo>
                  <a:lnTo>
                    <a:pt x="4656073" y="0"/>
                  </a:lnTo>
                  <a:lnTo>
                    <a:pt x="4698528" y="6841"/>
                  </a:lnTo>
                  <a:lnTo>
                    <a:pt x="4735411" y="25899"/>
                  </a:lnTo>
                  <a:lnTo>
                    <a:pt x="4764503" y="54973"/>
                  </a:lnTo>
                  <a:lnTo>
                    <a:pt x="4783586" y="91862"/>
                  </a:lnTo>
                  <a:lnTo>
                    <a:pt x="4790440" y="134366"/>
                  </a:lnTo>
                  <a:lnTo>
                    <a:pt x="4790440" y="671957"/>
                  </a:lnTo>
                  <a:lnTo>
                    <a:pt x="4783586" y="714411"/>
                  </a:lnTo>
                  <a:lnTo>
                    <a:pt x="4764503" y="751294"/>
                  </a:lnTo>
                  <a:lnTo>
                    <a:pt x="4735411" y="780386"/>
                  </a:lnTo>
                  <a:lnTo>
                    <a:pt x="4698528" y="799469"/>
                  </a:lnTo>
                  <a:lnTo>
                    <a:pt x="4656073" y="806323"/>
                  </a:lnTo>
                  <a:lnTo>
                    <a:pt x="134493" y="806323"/>
                  </a:lnTo>
                  <a:lnTo>
                    <a:pt x="91976" y="799469"/>
                  </a:lnTo>
                  <a:lnTo>
                    <a:pt x="55056" y="780386"/>
                  </a:lnTo>
                  <a:lnTo>
                    <a:pt x="25944" y="751294"/>
                  </a:lnTo>
                  <a:lnTo>
                    <a:pt x="6854" y="714411"/>
                  </a:lnTo>
                  <a:lnTo>
                    <a:pt x="0" y="671957"/>
                  </a:lnTo>
                  <a:lnTo>
                    <a:pt x="0" y="134366"/>
                  </a:lnTo>
                  <a:close/>
                </a:path>
              </a:pathLst>
            </a:custGeom>
            <a:ln w="2857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0451719" y="5118988"/>
              <a:ext cx="2782570" cy="425450"/>
            </a:xfrm>
            <a:custGeom>
              <a:avLst/>
              <a:gdLst/>
              <a:ahLst/>
              <a:cxnLst/>
              <a:rect l="l" t="t" r="r" b="b"/>
              <a:pathLst>
                <a:path w="2782569" h="425450">
                  <a:moveTo>
                    <a:pt x="904875" y="70866"/>
                  </a:moveTo>
                  <a:lnTo>
                    <a:pt x="899299" y="43294"/>
                  </a:lnTo>
                  <a:lnTo>
                    <a:pt x="884110" y="20777"/>
                  </a:lnTo>
                  <a:lnTo>
                    <a:pt x="861580" y="5575"/>
                  </a:lnTo>
                  <a:lnTo>
                    <a:pt x="834009" y="0"/>
                  </a:lnTo>
                  <a:lnTo>
                    <a:pt x="70993" y="0"/>
                  </a:lnTo>
                  <a:lnTo>
                    <a:pt x="43332" y="5575"/>
                  </a:lnTo>
                  <a:lnTo>
                    <a:pt x="20777" y="20764"/>
                  </a:lnTo>
                  <a:lnTo>
                    <a:pt x="5562" y="43294"/>
                  </a:lnTo>
                  <a:lnTo>
                    <a:pt x="0" y="70866"/>
                  </a:lnTo>
                  <a:lnTo>
                    <a:pt x="0" y="354457"/>
                  </a:lnTo>
                  <a:lnTo>
                    <a:pt x="5562" y="382041"/>
                  </a:lnTo>
                  <a:lnTo>
                    <a:pt x="20777" y="404558"/>
                  </a:lnTo>
                  <a:lnTo>
                    <a:pt x="43332" y="419760"/>
                  </a:lnTo>
                  <a:lnTo>
                    <a:pt x="70993" y="425323"/>
                  </a:lnTo>
                  <a:lnTo>
                    <a:pt x="834009" y="425323"/>
                  </a:lnTo>
                  <a:lnTo>
                    <a:pt x="861580" y="419760"/>
                  </a:lnTo>
                  <a:lnTo>
                    <a:pt x="884110" y="404558"/>
                  </a:lnTo>
                  <a:lnTo>
                    <a:pt x="899299" y="382041"/>
                  </a:lnTo>
                  <a:lnTo>
                    <a:pt x="904875" y="354457"/>
                  </a:lnTo>
                  <a:lnTo>
                    <a:pt x="904875" y="70866"/>
                  </a:lnTo>
                  <a:close/>
                </a:path>
                <a:path w="2782569" h="425450">
                  <a:moveTo>
                    <a:pt x="1839087" y="70866"/>
                  </a:moveTo>
                  <a:lnTo>
                    <a:pt x="1833511" y="43294"/>
                  </a:lnTo>
                  <a:lnTo>
                    <a:pt x="1818322" y="20777"/>
                  </a:lnTo>
                  <a:lnTo>
                    <a:pt x="1795792" y="5575"/>
                  </a:lnTo>
                  <a:lnTo>
                    <a:pt x="1768221" y="0"/>
                  </a:lnTo>
                  <a:lnTo>
                    <a:pt x="1005205" y="0"/>
                  </a:lnTo>
                  <a:lnTo>
                    <a:pt x="977544" y="5575"/>
                  </a:lnTo>
                  <a:lnTo>
                    <a:pt x="954989" y="20764"/>
                  </a:lnTo>
                  <a:lnTo>
                    <a:pt x="939774" y="43294"/>
                  </a:lnTo>
                  <a:lnTo>
                    <a:pt x="934212" y="70866"/>
                  </a:lnTo>
                  <a:lnTo>
                    <a:pt x="934212" y="354457"/>
                  </a:lnTo>
                  <a:lnTo>
                    <a:pt x="939774" y="382041"/>
                  </a:lnTo>
                  <a:lnTo>
                    <a:pt x="954989" y="404558"/>
                  </a:lnTo>
                  <a:lnTo>
                    <a:pt x="977544" y="419760"/>
                  </a:lnTo>
                  <a:lnTo>
                    <a:pt x="1005205" y="425323"/>
                  </a:lnTo>
                  <a:lnTo>
                    <a:pt x="1768221" y="425323"/>
                  </a:lnTo>
                  <a:lnTo>
                    <a:pt x="1795792" y="419760"/>
                  </a:lnTo>
                  <a:lnTo>
                    <a:pt x="1818322" y="404558"/>
                  </a:lnTo>
                  <a:lnTo>
                    <a:pt x="1833511" y="382041"/>
                  </a:lnTo>
                  <a:lnTo>
                    <a:pt x="1839087" y="354457"/>
                  </a:lnTo>
                  <a:lnTo>
                    <a:pt x="1839087" y="70866"/>
                  </a:lnTo>
                  <a:close/>
                </a:path>
                <a:path w="2782569" h="425450">
                  <a:moveTo>
                    <a:pt x="2782189" y="70866"/>
                  </a:moveTo>
                  <a:lnTo>
                    <a:pt x="2776613" y="43294"/>
                  </a:lnTo>
                  <a:lnTo>
                    <a:pt x="2761399" y="20777"/>
                  </a:lnTo>
                  <a:lnTo>
                    <a:pt x="2738844" y="5575"/>
                  </a:lnTo>
                  <a:lnTo>
                    <a:pt x="2711196" y="0"/>
                  </a:lnTo>
                  <a:lnTo>
                    <a:pt x="1948307" y="0"/>
                  </a:lnTo>
                  <a:lnTo>
                    <a:pt x="1920646" y="5575"/>
                  </a:lnTo>
                  <a:lnTo>
                    <a:pt x="1898091" y="20764"/>
                  </a:lnTo>
                  <a:lnTo>
                    <a:pt x="1882876" y="43294"/>
                  </a:lnTo>
                  <a:lnTo>
                    <a:pt x="1877314" y="70866"/>
                  </a:lnTo>
                  <a:lnTo>
                    <a:pt x="1877314" y="354457"/>
                  </a:lnTo>
                  <a:lnTo>
                    <a:pt x="1882876" y="382041"/>
                  </a:lnTo>
                  <a:lnTo>
                    <a:pt x="1898091" y="404558"/>
                  </a:lnTo>
                  <a:lnTo>
                    <a:pt x="1920646" y="419760"/>
                  </a:lnTo>
                  <a:lnTo>
                    <a:pt x="1948307" y="425323"/>
                  </a:lnTo>
                  <a:lnTo>
                    <a:pt x="2711196" y="425323"/>
                  </a:lnTo>
                  <a:lnTo>
                    <a:pt x="2738844" y="419760"/>
                  </a:lnTo>
                  <a:lnTo>
                    <a:pt x="2761399" y="404558"/>
                  </a:lnTo>
                  <a:lnTo>
                    <a:pt x="2776613" y="382041"/>
                  </a:lnTo>
                  <a:lnTo>
                    <a:pt x="2782189" y="354457"/>
                  </a:lnTo>
                  <a:lnTo>
                    <a:pt x="2782189" y="70866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0676508" y="4943602"/>
            <a:ext cx="2345055" cy="490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1905" algn="ctr">
              <a:lnSpc>
                <a:spcPct val="100000"/>
              </a:lnSpc>
              <a:spcBef>
                <a:spcPts val="95"/>
              </a:spcBef>
            </a:pPr>
            <a:r>
              <a:rPr sz="1000" b="1" spc="135" dirty="0">
                <a:latin typeface="Calibri"/>
                <a:cs typeface="Calibri"/>
              </a:rPr>
              <a:t>Kafka</a:t>
            </a:r>
            <a:r>
              <a:rPr sz="1000" b="1" spc="70" dirty="0">
                <a:latin typeface="Calibri"/>
                <a:cs typeface="Calibri"/>
              </a:rPr>
              <a:t> </a:t>
            </a:r>
            <a:r>
              <a:rPr sz="1000" b="1" spc="114" dirty="0">
                <a:latin typeface="Calibri"/>
                <a:cs typeface="Calibri"/>
              </a:rPr>
              <a:t>Brokers</a:t>
            </a:r>
            <a:endParaRPr sz="1000">
              <a:latin typeface="Calibri"/>
              <a:cs typeface="Calibri"/>
            </a:endParaRPr>
          </a:p>
          <a:p>
            <a:pPr marR="2540" algn="ctr">
              <a:lnSpc>
                <a:spcPct val="100000"/>
              </a:lnSpc>
              <a:spcBef>
                <a:spcPts val="1019"/>
              </a:spcBef>
              <a:tabLst>
                <a:tab pos="934085" algn="l"/>
                <a:tab pos="1877060" algn="l"/>
              </a:tabLst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endParaRPr sz="6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tabLst>
                <a:tab pos="934085" algn="l"/>
                <a:tab pos="1877060" algn="l"/>
              </a:tabLst>
            </a:pP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r>
              <a:rPr sz="6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r>
              <a:rPr sz="6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9667684" y="3835082"/>
            <a:ext cx="3485515" cy="2860675"/>
            <a:chOff x="9667684" y="3835082"/>
            <a:chExt cx="3485515" cy="2860675"/>
          </a:xfrm>
        </p:grpSpPr>
        <p:sp>
          <p:nvSpPr>
            <p:cNvPr id="94" name="object 94"/>
            <p:cNvSpPr/>
            <p:nvPr/>
          </p:nvSpPr>
          <p:spPr>
            <a:xfrm>
              <a:off x="10550016" y="5875147"/>
              <a:ext cx="2588895" cy="806450"/>
            </a:xfrm>
            <a:custGeom>
              <a:avLst/>
              <a:gdLst/>
              <a:ahLst/>
              <a:cxnLst/>
              <a:rect l="l" t="t" r="r" b="b"/>
              <a:pathLst>
                <a:path w="2588894" h="806450">
                  <a:moveTo>
                    <a:pt x="0" y="134365"/>
                  </a:moveTo>
                  <a:lnTo>
                    <a:pt x="6853" y="91862"/>
                  </a:lnTo>
                  <a:lnTo>
                    <a:pt x="25936" y="54973"/>
                  </a:lnTo>
                  <a:lnTo>
                    <a:pt x="55028" y="25899"/>
                  </a:lnTo>
                  <a:lnTo>
                    <a:pt x="91911" y="6841"/>
                  </a:lnTo>
                  <a:lnTo>
                    <a:pt x="134365" y="0"/>
                  </a:lnTo>
                  <a:lnTo>
                    <a:pt x="2454021" y="0"/>
                  </a:lnTo>
                  <a:lnTo>
                    <a:pt x="2496475" y="6841"/>
                  </a:lnTo>
                  <a:lnTo>
                    <a:pt x="2533358" y="25899"/>
                  </a:lnTo>
                  <a:lnTo>
                    <a:pt x="2562450" y="54973"/>
                  </a:lnTo>
                  <a:lnTo>
                    <a:pt x="2581533" y="91862"/>
                  </a:lnTo>
                  <a:lnTo>
                    <a:pt x="2588386" y="134365"/>
                  </a:lnTo>
                  <a:lnTo>
                    <a:pt x="2588386" y="671956"/>
                  </a:lnTo>
                  <a:lnTo>
                    <a:pt x="2581533" y="714411"/>
                  </a:lnTo>
                  <a:lnTo>
                    <a:pt x="2562450" y="751294"/>
                  </a:lnTo>
                  <a:lnTo>
                    <a:pt x="2533358" y="780386"/>
                  </a:lnTo>
                  <a:lnTo>
                    <a:pt x="2496475" y="799469"/>
                  </a:lnTo>
                  <a:lnTo>
                    <a:pt x="2454021" y="806323"/>
                  </a:lnTo>
                  <a:lnTo>
                    <a:pt x="134365" y="806323"/>
                  </a:lnTo>
                  <a:lnTo>
                    <a:pt x="91911" y="799469"/>
                  </a:lnTo>
                  <a:lnTo>
                    <a:pt x="55028" y="780386"/>
                  </a:lnTo>
                  <a:lnTo>
                    <a:pt x="25936" y="751294"/>
                  </a:lnTo>
                  <a:lnTo>
                    <a:pt x="6853" y="714411"/>
                  </a:lnTo>
                  <a:lnTo>
                    <a:pt x="0" y="671956"/>
                  </a:lnTo>
                  <a:lnTo>
                    <a:pt x="0" y="134365"/>
                  </a:lnTo>
                  <a:close/>
                </a:path>
              </a:pathLst>
            </a:custGeom>
            <a:ln w="2857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9681971" y="3849370"/>
              <a:ext cx="1231900" cy="654685"/>
            </a:xfrm>
            <a:custGeom>
              <a:avLst/>
              <a:gdLst/>
              <a:ahLst/>
              <a:cxnLst/>
              <a:rect l="l" t="t" r="r" b="b"/>
              <a:pathLst>
                <a:path w="1231900" h="654685">
                  <a:moveTo>
                    <a:pt x="1122679" y="0"/>
                  </a:moveTo>
                  <a:lnTo>
                    <a:pt x="109093" y="0"/>
                  </a:lnTo>
                  <a:lnTo>
                    <a:pt x="66651" y="8580"/>
                  </a:lnTo>
                  <a:lnTo>
                    <a:pt x="31972" y="31972"/>
                  </a:lnTo>
                  <a:lnTo>
                    <a:pt x="8580" y="66651"/>
                  </a:lnTo>
                  <a:lnTo>
                    <a:pt x="0" y="109092"/>
                  </a:lnTo>
                  <a:lnTo>
                    <a:pt x="0" y="545464"/>
                  </a:lnTo>
                  <a:lnTo>
                    <a:pt x="8580" y="587960"/>
                  </a:lnTo>
                  <a:lnTo>
                    <a:pt x="31972" y="622633"/>
                  </a:lnTo>
                  <a:lnTo>
                    <a:pt x="66651" y="645995"/>
                  </a:lnTo>
                  <a:lnTo>
                    <a:pt x="109093" y="654557"/>
                  </a:lnTo>
                  <a:lnTo>
                    <a:pt x="1122679" y="654557"/>
                  </a:lnTo>
                  <a:lnTo>
                    <a:pt x="1165175" y="645995"/>
                  </a:lnTo>
                  <a:lnTo>
                    <a:pt x="1199848" y="622633"/>
                  </a:lnTo>
                  <a:lnTo>
                    <a:pt x="1223210" y="587960"/>
                  </a:lnTo>
                  <a:lnTo>
                    <a:pt x="1231773" y="545464"/>
                  </a:lnTo>
                  <a:lnTo>
                    <a:pt x="1231773" y="109092"/>
                  </a:lnTo>
                  <a:lnTo>
                    <a:pt x="1223210" y="66651"/>
                  </a:lnTo>
                  <a:lnTo>
                    <a:pt x="1199848" y="31972"/>
                  </a:lnTo>
                  <a:lnTo>
                    <a:pt x="1165175" y="8580"/>
                  </a:lnTo>
                  <a:lnTo>
                    <a:pt x="1122679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9681971" y="3849370"/>
              <a:ext cx="1231900" cy="654685"/>
            </a:xfrm>
            <a:custGeom>
              <a:avLst/>
              <a:gdLst/>
              <a:ahLst/>
              <a:cxnLst/>
              <a:rect l="l" t="t" r="r" b="b"/>
              <a:pathLst>
                <a:path w="1231900" h="654685">
                  <a:moveTo>
                    <a:pt x="0" y="109092"/>
                  </a:moveTo>
                  <a:lnTo>
                    <a:pt x="8580" y="66651"/>
                  </a:lnTo>
                  <a:lnTo>
                    <a:pt x="31972" y="31972"/>
                  </a:lnTo>
                  <a:lnTo>
                    <a:pt x="66651" y="8580"/>
                  </a:lnTo>
                  <a:lnTo>
                    <a:pt x="109093" y="0"/>
                  </a:lnTo>
                  <a:lnTo>
                    <a:pt x="1122679" y="0"/>
                  </a:lnTo>
                  <a:lnTo>
                    <a:pt x="1165175" y="8580"/>
                  </a:lnTo>
                  <a:lnTo>
                    <a:pt x="1199848" y="31972"/>
                  </a:lnTo>
                  <a:lnTo>
                    <a:pt x="1223210" y="66651"/>
                  </a:lnTo>
                  <a:lnTo>
                    <a:pt x="1231773" y="109092"/>
                  </a:lnTo>
                  <a:lnTo>
                    <a:pt x="1231773" y="545464"/>
                  </a:lnTo>
                  <a:lnTo>
                    <a:pt x="1223210" y="587960"/>
                  </a:lnTo>
                  <a:lnTo>
                    <a:pt x="1199848" y="622633"/>
                  </a:lnTo>
                  <a:lnTo>
                    <a:pt x="1165175" y="645995"/>
                  </a:lnTo>
                  <a:lnTo>
                    <a:pt x="1122679" y="654557"/>
                  </a:lnTo>
                  <a:lnTo>
                    <a:pt x="109093" y="654557"/>
                  </a:lnTo>
                  <a:lnTo>
                    <a:pt x="66651" y="645995"/>
                  </a:lnTo>
                  <a:lnTo>
                    <a:pt x="31972" y="622633"/>
                  </a:lnTo>
                  <a:lnTo>
                    <a:pt x="8580" y="587960"/>
                  </a:lnTo>
                  <a:lnTo>
                    <a:pt x="0" y="545464"/>
                  </a:lnTo>
                  <a:lnTo>
                    <a:pt x="0" y="10909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9969372" y="3929888"/>
            <a:ext cx="669925" cy="482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5"/>
              </a:spcBef>
            </a:pPr>
            <a:r>
              <a:rPr sz="1000" b="1" spc="105" dirty="0">
                <a:solidFill>
                  <a:srgbClr val="FFFFFF"/>
                </a:solidFill>
                <a:latin typeface="Calibri"/>
                <a:cs typeface="Calibri"/>
              </a:rPr>
              <a:t>Confluent </a:t>
            </a:r>
            <a:r>
              <a:rPr sz="1000" b="1" spc="95" dirty="0">
                <a:solidFill>
                  <a:srgbClr val="FFFFFF"/>
                </a:solidFill>
                <a:latin typeface="Calibri"/>
                <a:cs typeface="Calibri"/>
              </a:rPr>
              <a:t>Control </a:t>
            </a:r>
            <a:r>
              <a:rPr sz="1000" b="1" spc="110" dirty="0">
                <a:solidFill>
                  <a:srgbClr val="FFFFFF"/>
                </a:solidFill>
                <a:latin typeface="Calibri"/>
                <a:cs typeface="Calibri"/>
              </a:rPr>
              <a:t>Center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10262996" y="2834195"/>
            <a:ext cx="3780154" cy="2008505"/>
            <a:chOff x="10262996" y="2834195"/>
            <a:chExt cx="3780154" cy="2008505"/>
          </a:xfrm>
        </p:grpSpPr>
        <p:sp>
          <p:nvSpPr>
            <p:cNvPr id="99" name="object 99"/>
            <p:cNvSpPr/>
            <p:nvPr/>
          </p:nvSpPr>
          <p:spPr>
            <a:xfrm>
              <a:off x="10262996" y="4503800"/>
              <a:ext cx="76200" cy="339090"/>
            </a:xfrm>
            <a:custGeom>
              <a:avLst/>
              <a:gdLst/>
              <a:ahLst/>
              <a:cxnLst/>
              <a:rect l="l" t="t" r="r" b="b"/>
              <a:pathLst>
                <a:path w="76200" h="339089">
                  <a:moveTo>
                    <a:pt x="0" y="262889"/>
                  </a:moveTo>
                  <a:lnTo>
                    <a:pt x="39116" y="338582"/>
                  </a:lnTo>
                  <a:lnTo>
                    <a:pt x="63613" y="287909"/>
                  </a:lnTo>
                  <a:lnTo>
                    <a:pt x="28955" y="287909"/>
                  </a:lnTo>
                  <a:lnTo>
                    <a:pt x="28877" y="281569"/>
                  </a:lnTo>
                  <a:lnTo>
                    <a:pt x="0" y="262889"/>
                  </a:lnTo>
                  <a:close/>
                </a:path>
                <a:path w="76200" h="339089">
                  <a:moveTo>
                    <a:pt x="28877" y="281569"/>
                  </a:moveTo>
                  <a:lnTo>
                    <a:pt x="28955" y="287909"/>
                  </a:lnTo>
                  <a:lnTo>
                    <a:pt x="38677" y="287909"/>
                  </a:lnTo>
                  <a:lnTo>
                    <a:pt x="28877" y="281569"/>
                  </a:lnTo>
                  <a:close/>
                </a:path>
                <a:path w="76200" h="339089">
                  <a:moveTo>
                    <a:pt x="44450" y="0"/>
                  </a:moveTo>
                  <a:lnTo>
                    <a:pt x="25400" y="253"/>
                  </a:lnTo>
                  <a:lnTo>
                    <a:pt x="28874" y="281293"/>
                  </a:lnTo>
                  <a:lnTo>
                    <a:pt x="28877" y="281569"/>
                  </a:lnTo>
                  <a:lnTo>
                    <a:pt x="38677" y="287909"/>
                  </a:lnTo>
                  <a:lnTo>
                    <a:pt x="38296" y="287909"/>
                  </a:lnTo>
                  <a:lnTo>
                    <a:pt x="47927" y="281293"/>
                  </a:lnTo>
                  <a:lnTo>
                    <a:pt x="44453" y="253"/>
                  </a:lnTo>
                  <a:lnTo>
                    <a:pt x="44450" y="0"/>
                  </a:lnTo>
                  <a:close/>
                </a:path>
                <a:path w="76200" h="339089">
                  <a:moveTo>
                    <a:pt x="47927" y="281293"/>
                  </a:moveTo>
                  <a:lnTo>
                    <a:pt x="38296" y="287909"/>
                  </a:lnTo>
                  <a:lnTo>
                    <a:pt x="48009" y="287909"/>
                  </a:lnTo>
                  <a:lnTo>
                    <a:pt x="47927" y="281293"/>
                  </a:lnTo>
                  <a:close/>
                </a:path>
                <a:path w="76200" h="339089">
                  <a:moveTo>
                    <a:pt x="76200" y="261874"/>
                  </a:moveTo>
                  <a:lnTo>
                    <a:pt x="47927" y="281293"/>
                  </a:lnTo>
                  <a:lnTo>
                    <a:pt x="48009" y="287909"/>
                  </a:lnTo>
                  <a:lnTo>
                    <a:pt x="63613" y="287909"/>
                  </a:lnTo>
                  <a:lnTo>
                    <a:pt x="76200" y="26187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1870816" y="3839717"/>
              <a:ext cx="2155190" cy="654685"/>
            </a:xfrm>
            <a:custGeom>
              <a:avLst/>
              <a:gdLst/>
              <a:ahLst/>
              <a:cxnLst/>
              <a:rect l="l" t="t" r="r" b="b"/>
              <a:pathLst>
                <a:path w="2155190" h="654685">
                  <a:moveTo>
                    <a:pt x="0" y="109093"/>
                  </a:moveTo>
                  <a:lnTo>
                    <a:pt x="8580" y="66597"/>
                  </a:lnTo>
                  <a:lnTo>
                    <a:pt x="31972" y="31924"/>
                  </a:lnTo>
                  <a:lnTo>
                    <a:pt x="66651" y="8562"/>
                  </a:lnTo>
                  <a:lnTo>
                    <a:pt x="109092" y="0"/>
                  </a:lnTo>
                  <a:lnTo>
                    <a:pt x="2045588" y="0"/>
                  </a:lnTo>
                  <a:lnTo>
                    <a:pt x="2088030" y="8562"/>
                  </a:lnTo>
                  <a:lnTo>
                    <a:pt x="2122709" y="31924"/>
                  </a:lnTo>
                  <a:lnTo>
                    <a:pt x="2146101" y="66597"/>
                  </a:lnTo>
                  <a:lnTo>
                    <a:pt x="2154681" y="109093"/>
                  </a:lnTo>
                  <a:lnTo>
                    <a:pt x="2154681" y="545465"/>
                  </a:lnTo>
                  <a:lnTo>
                    <a:pt x="2146101" y="587960"/>
                  </a:lnTo>
                  <a:lnTo>
                    <a:pt x="2122709" y="622633"/>
                  </a:lnTo>
                  <a:lnTo>
                    <a:pt x="2088030" y="645995"/>
                  </a:lnTo>
                  <a:lnTo>
                    <a:pt x="2045588" y="654558"/>
                  </a:lnTo>
                  <a:lnTo>
                    <a:pt x="109092" y="654558"/>
                  </a:lnTo>
                  <a:lnTo>
                    <a:pt x="66651" y="645995"/>
                  </a:lnTo>
                  <a:lnTo>
                    <a:pt x="31972" y="622633"/>
                  </a:lnTo>
                  <a:lnTo>
                    <a:pt x="8580" y="587960"/>
                  </a:lnTo>
                  <a:lnTo>
                    <a:pt x="0" y="545465"/>
                  </a:lnTo>
                  <a:lnTo>
                    <a:pt x="0" y="109093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12055220" y="4099686"/>
              <a:ext cx="859155" cy="271145"/>
            </a:xfrm>
            <a:custGeom>
              <a:avLst/>
              <a:gdLst/>
              <a:ahLst/>
              <a:cxnLst/>
              <a:rect l="l" t="t" r="r" b="b"/>
              <a:pathLst>
                <a:path w="859154" h="271145">
                  <a:moveTo>
                    <a:pt x="813434" y="0"/>
                  </a:moveTo>
                  <a:lnTo>
                    <a:pt x="45211" y="0"/>
                  </a:lnTo>
                  <a:lnTo>
                    <a:pt x="27592" y="3546"/>
                  </a:lnTo>
                  <a:lnTo>
                    <a:pt x="13223" y="13223"/>
                  </a:lnTo>
                  <a:lnTo>
                    <a:pt x="3546" y="27592"/>
                  </a:lnTo>
                  <a:lnTo>
                    <a:pt x="0" y="45212"/>
                  </a:lnTo>
                  <a:lnTo>
                    <a:pt x="0" y="225933"/>
                  </a:lnTo>
                  <a:lnTo>
                    <a:pt x="3546" y="243552"/>
                  </a:lnTo>
                  <a:lnTo>
                    <a:pt x="13223" y="257921"/>
                  </a:lnTo>
                  <a:lnTo>
                    <a:pt x="27592" y="267598"/>
                  </a:lnTo>
                  <a:lnTo>
                    <a:pt x="45211" y="271145"/>
                  </a:lnTo>
                  <a:lnTo>
                    <a:pt x="813434" y="271145"/>
                  </a:lnTo>
                  <a:lnTo>
                    <a:pt x="831000" y="267598"/>
                  </a:lnTo>
                  <a:lnTo>
                    <a:pt x="845375" y="257921"/>
                  </a:lnTo>
                  <a:lnTo>
                    <a:pt x="855083" y="243552"/>
                  </a:lnTo>
                  <a:lnTo>
                    <a:pt x="858647" y="225933"/>
                  </a:lnTo>
                  <a:lnTo>
                    <a:pt x="858647" y="45212"/>
                  </a:lnTo>
                  <a:lnTo>
                    <a:pt x="855083" y="27592"/>
                  </a:lnTo>
                  <a:lnTo>
                    <a:pt x="845375" y="13223"/>
                  </a:lnTo>
                  <a:lnTo>
                    <a:pt x="831000" y="3546"/>
                  </a:lnTo>
                  <a:lnTo>
                    <a:pt x="813434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1867641" y="2848482"/>
              <a:ext cx="2161540" cy="654685"/>
            </a:xfrm>
            <a:custGeom>
              <a:avLst/>
              <a:gdLst/>
              <a:ahLst/>
              <a:cxnLst/>
              <a:rect l="l" t="t" r="r" b="b"/>
              <a:pathLst>
                <a:path w="2161540" h="654685">
                  <a:moveTo>
                    <a:pt x="0" y="85598"/>
                  </a:moveTo>
                  <a:lnTo>
                    <a:pt x="6713" y="52292"/>
                  </a:lnTo>
                  <a:lnTo>
                    <a:pt x="25034" y="25082"/>
                  </a:lnTo>
                  <a:lnTo>
                    <a:pt x="52238" y="6730"/>
                  </a:lnTo>
                  <a:lnTo>
                    <a:pt x="85598" y="0"/>
                  </a:lnTo>
                  <a:lnTo>
                    <a:pt x="2075561" y="0"/>
                  </a:lnTo>
                  <a:lnTo>
                    <a:pt x="2108866" y="6730"/>
                  </a:lnTo>
                  <a:lnTo>
                    <a:pt x="2136076" y="25082"/>
                  </a:lnTo>
                  <a:lnTo>
                    <a:pt x="2154427" y="52292"/>
                  </a:lnTo>
                  <a:lnTo>
                    <a:pt x="2161159" y="85598"/>
                  </a:lnTo>
                  <a:lnTo>
                    <a:pt x="2161159" y="568960"/>
                  </a:lnTo>
                  <a:lnTo>
                    <a:pt x="2154428" y="602319"/>
                  </a:lnTo>
                  <a:lnTo>
                    <a:pt x="2136076" y="629523"/>
                  </a:lnTo>
                  <a:lnTo>
                    <a:pt x="2108866" y="647844"/>
                  </a:lnTo>
                  <a:lnTo>
                    <a:pt x="2075561" y="654558"/>
                  </a:lnTo>
                  <a:lnTo>
                    <a:pt x="85598" y="654558"/>
                  </a:lnTo>
                  <a:lnTo>
                    <a:pt x="52238" y="647844"/>
                  </a:lnTo>
                  <a:lnTo>
                    <a:pt x="25034" y="629523"/>
                  </a:lnTo>
                  <a:lnTo>
                    <a:pt x="6713" y="602319"/>
                  </a:lnTo>
                  <a:lnTo>
                    <a:pt x="0" y="568960"/>
                  </a:lnTo>
                  <a:lnTo>
                    <a:pt x="0" y="85598"/>
                  </a:lnTo>
                  <a:close/>
                </a:path>
              </a:pathLst>
            </a:custGeom>
            <a:ln w="28574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12460858" y="2946653"/>
            <a:ext cx="98996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135" dirty="0">
                <a:latin typeface="Calibri"/>
                <a:cs typeface="Calibri"/>
              </a:rPr>
              <a:t>Kafka</a:t>
            </a:r>
            <a:r>
              <a:rPr sz="1000" b="1" spc="70" dirty="0">
                <a:latin typeface="Calibri"/>
                <a:cs typeface="Calibri"/>
              </a:rPr>
              <a:t> </a:t>
            </a:r>
            <a:r>
              <a:rPr sz="1000" b="1" spc="125" dirty="0">
                <a:latin typeface="Calibri"/>
                <a:cs typeface="Calibri"/>
              </a:rPr>
              <a:t>Connect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12042902" y="3130423"/>
            <a:ext cx="923290" cy="276860"/>
          </a:xfrm>
          <a:custGeom>
            <a:avLst/>
            <a:gdLst/>
            <a:ahLst/>
            <a:cxnLst/>
            <a:rect l="l" t="t" r="r" b="b"/>
            <a:pathLst>
              <a:path w="923290" h="276860">
                <a:moveTo>
                  <a:pt x="876680" y="0"/>
                </a:moveTo>
                <a:lnTo>
                  <a:pt x="46100" y="0"/>
                </a:lnTo>
                <a:lnTo>
                  <a:pt x="28182" y="3631"/>
                </a:lnTo>
                <a:lnTo>
                  <a:pt x="13525" y="13525"/>
                </a:lnTo>
                <a:lnTo>
                  <a:pt x="3631" y="28182"/>
                </a:lnTo>
                <a:lnTo>
                  <a:pt x="0" y="46100"/>
                </a:lnTo>
                <a:lnTo>
                  <a:pt x="0" y="230504"/>
                </a:lnTo>
                <a:lnTo>
                  <a:pt x="3631" y="248477"/>
                </a:lnTo>
                <a:lnTo>
                  <a:pt x="13525" y="263128"/>
                </a:lnTo>
                <a:lnTo>
                  <a:pt x="28182" y="272992"/>
                </a:lnTo>
                <a:lnTo>
                  <a:pt x="46100" y="276605"/>
                </a:lnTo>
                <a:lnTo>
                  <a:pt x="876680" y="276605"/>
                </a:lnTo>
                <a:lnTo>
                  <a:pt x="894653" y="272992"/>
                </a:lnTo>
                <a:lnTo>
                  <a:pt x="909304" y="263128"/>
                </a:lnTo>
                <a:lnTo>
                  <a:pt x="919168" y="248477"/>
                </a:lnTo>
                <a:lnTo>
                  <a:pt x="922781" y="230504"/>
                </a:lnTo>
                <a:lnTo>
                  <a:pt x="922781" y="46100"/>
                </a:lnTo>
                <a:lnTo>
                  <a:pt x="919168" y="28182"/>
                </a:lnTo>
                <a:lnTo>
                  <a:pt x="909304" y="13525"/>
                </a:lnTo>
                <a:lnTo>
                  <a:pt x="894653" y="3631"/>
                </a:lnTo>
                <a:lnTo>
                  <a:pt x="876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 txBox="1"/>
          <p:nvPr/>
        </p:nvSpPr>
        <p:spPr>
          <a:xfrm>
            <a:off x="12274550" y="3162045"/>
            <a:ext cx="474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3815">
              <a:lnSpc>
                <a:spcPct val="100000"/>
              </a:lnSpc>
              <a:spcBef>
                <a:spcPts val="100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Worker</a:t>
            </a:r>
            <a:r>
              <a:rPr sz="600" b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spc="65" dirty="0">
                <a:solidFill>
                  <a:srgbClr val="FFFFFF"/>
                </a:solidFill>
                <a:latin typeface="Calibri"/>
                <a:cs typeface="Calibri"/>
              </a:rPr>
              <a:t> Connectors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9681971" y="2868295"/>
            <a:ext cx="1776730" cy="601980"/>
          </a:xfrm>
          <a:custGeom>
            <a:avLst/>
            <a:gdLst/>
            <a:ahLst/>
            <a:cxnLst/>
            <a:rect l="l" t="t" r="r" b="b"/>
            <a:pathLst>
              <a:path w="1776729" h="601979">
                <a:moveTo>
                  <a:pt x="0" y="100329"/>
                </a:moveTo>
                <a:lnTo>
                  <a:pt x="7889" y="61293"/>
                </a:lnTo>
                <a:lnTo>
                  <a:pt x="29400" y="29400"/>
                </a:lnTo>
                <a:lnTo>
                  <a:pt x="61293" y="7889"/>
                </a:lnTo>
                <a:lnTo>
                  <a:pt x="100329" y="0"/>
                </a:lnTo>
                <a:lnTo>
                  <a:pt x="1676273" y="0"/>
                </a:lnTo>
                <a:lnTo>
                  <a:pt x="1715309" y="7889"/>
                </a:lnTo>
                <a:lnTo>
                  <a:pt x="1747202" y="29400"/>
                </a:lnTo>
                <a:lnTo>
                  <a:pt x="1768713" y="61293"/>
                </a:lnTo>
                <a:lnTo>
                  <a:pt x="1776602" y="100329"/>
                </a:lnTo>
                <a:lnTo>
                  <a:pt x="1776602" y="501523"/>
                </a:lnTo>
                <a:lnTo>
                  <a:pt x="1768713" y="540559"/>
                </a:lnTo>
                <a:lnTo>
                  <a:pt x="1747202" y="572452"/>
                </a:lnTo>
                <a:lnTo>
                  <a:pt x="1715309" y="593963"/>
                </a:lnTo>
                <a:lnTo>
                  <a:pt x="1676273" y="601852"/>
                </a:lnTo>
                <a:lnTo>
                  <a:pt x="100329" y="601852"/>
                </a:lnTo>
                <a:lnTo>
                  <a:pt x="61293" y="593963"/>
                </a:lnTo>
                <a:lnTo>
                  <a:pt x="29400" y="572452"/>
                </a:lnTo>
                <a:lnTo>
                  <a:pt x="7889" y="540559"/>
                </a:lnTo>
                <a:lnTo>
                  <a:pt x="0" y="501523"/>
                </a:lnTo>
                <a:lnTo>
                  <a:pt x="0" y="100329"/>
                </a:lnTo>
                <a:close/>
              </a:path>
            </a:pathLst>
          </a:custGeom>
          <a:ln w="28575">
            <a:solidFill>
              <a:srgbClr val="C5832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 txBox="1"/>
          <p:nvPr/>
        </p:nvSpPr>
        <p:spPr>
          <a:xfrm>
            <a:off x="10331450" y="2970656"/>
            <a:ext cx="490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135" dirty="0">
                <a:solidFill>
                  <a:srgbClr val="C5832D"/>
                </a:solidFill>
                <a:latin typeface="Calibri"/>
                <a:cs typeface="Calibri"/>
              </a:rPr>
              <a:t>ksqlDB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10591672" y="3144901"/>
            <a:ext cx="778510" cy="249554"/>
          </a:xfrm>
          <a:custGeom>
            <a:avLst/>
            <a:gdLst/>
            <a:ahLst/>
            <a:cxnLst/>
            <a:rect l="l" t="t" r="r" b="b"/>
            <a:pathLst>
              <a:path w="778509" h="249554">
                <a:moveTo>
                  <a:pt x="736726" y="0"/>
                </a:moveTo>
                <a:lnTo>
                  <a:pt x="41528" y="0"/>
                </a:lnTo>
                <a:lnTo>
                  <a:pt x="25396" y="3256"/>
                </a:lnTo>
                <a:lnTo>
                  <a:pt x="12192" y="12144"/>
                </a:lnTo>
                <a:lnTo>
                  <a:pt x="3274" y="25342"/>
                </a:lnTo>
                <a:lnTo>
                  <a:pt x="0" y="41528"/>
                </a:lnTo>
                <a:lnTo>
                  <a:pt x="0" y="207518"/>
                </a:lnTo>
                <a:lnTo>
                  <a:pt x="3274" y="223650"/>
                </a:lnTo>
                <a:lnTo>
                  <a:pt x="12192" y="236854"/>
                </a:lnTo>
                <a:lnTo>
                  <a:pt x="25396" y="245772"/>
                </a:lnTo>
                <a:lnTo>
                  <a:pt x="41528" y="249047"/>
                </a:lnTo>
                <a:lnTo>
                  <a:pt x="736726" y="249047"/>
                </a:lnTo>
                <a:lnTo>
                  <a:pt x="752913" y="245772"/>
                </a:lnTo>
                <a:lnTo>
                  <a:pt x="766111" y="236854"/>
                </a:lnTo>
                <a:lnTo>
                  <a:pt x="774999" y="223650"/>
                </a:lnTo>
                <a:lnTo>
                  <a:pt x="778255" y="207518"/>
                </a:lnTo>
                <a:lnTo>
                  <a:pt x="778255" y="41528"/>
                </a:lnTo>
                <a:lnTo>
                  <a:pt x="774999" y="25342"/>
                </a:lnTo>
                <a:lnTo>
                  <a:pt x="766111" y="12144"/>
                </a:lnTo>
                <a:lnTo>
                  <a:pt x="752913" y="3256"/>
                </a:lnTo>
                <a:lnTo>
                  <a:pt x="736726" y="0"/>
                </a:lnTo>
                <a:close/>
              </a:path>
            </a:pathLst>
          </a:custGeom>
          <a:solidFill>
            <a:srgbClr val="C583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 txBox="1"/>
          <p:nvPr/>
        </p:nvSpPr>
        <p:spPr>
          <a:xfrm>
            <a:off x="10789666" y="3130676"/>
            <a:ext cx="3975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20320">
              <a:lnSpc>
                <a:spcPct val="100000"/>
              </a:lnSpc>
              <a:spcBef>
                <a:spcPts val="100"/>
              </a:spcBef>
            </a:pPr>
            <a:r>
              <a:rPr sz="800" b="1" spc="105" dirty="0">
                <a:solidFill>
                  <a:srgbClr val="FFFFFF"/>
                </a:solidFill>
                <a:latin typeface="Calibri"/>
                <a:cs typeface="Calibri"/>
              </a:rPr>
              <a:t>ksqlDB </a:t>
            </a:r>
            <a:r>
              <a:rPr sz="800" b="1" spc="8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110" name="object 110"/>
          <p:cNvGrpSpPr/>
          <p:nvPr/>
        </p:nvGrpSpPr>
        <p:grpSpPr>
          <a:xfrm>
            <a:off x="10560684" y="3470147"/>
            <a:ext cx="3616325" cy="2405380"/>
            <a:chOff x="10560684" y="3470147"/>
            <a:chExt cx="3616325" cy="2405380"/>
          </a:xfrm>
        </p:grpSpPr>
        <p:sp>
          <p:nvSpPr>
            <p:cNvPr id="111" name="object 111"/>
            <p:cNvSpPr/>
            <p:nvPr/>
          </p:nvSpPr>
          <p:spPr>
            <a:xfrm>
              <a:off x="10560684" y="3470147"/>
              <a:ext cx="718185" cy="1359535"/>
            </a:xfrm>
            <a:custGeom>
              <a:avLst/>
              <a:gdLst/>
              <a:ahLst/>
              <a:cxnLst/>
              <a:rect l="l" t="t" r="r" b="b"/>
              <a:pathLst>
                <a:path w="718184" h="1359535">
                  <a:moveTo>
                    <a:pt x="641731" y="1283335"/>
                  </a:moveTo>
                  <a:lnTo>
                    <a:pt x="679831" y="1359535"/>
                  </a:lnTo>
                  <a:lnTo>
                    <a:pt x="705231" y="1308735"/>
                  </a:lnTo>
                  <a:lnTo>
                    <a:pt x="670306" y="1308735"/>
                  </a:lnTo>
                  <a:lnTo>
                    <a:pt x="670306" y="1302385"/>
                  </a:lnTo>
                  <a:lnTo>
                    <a:pt x="641731" y="1283335"/>
                  </a:lnTo>
                  <a:close/>
                </a:path>
                <a:path w="718184" h="1359535">
                  <a:moveTo>
                    <a:pt x="670306" y="1302385"/>
                  </a:moveTo>
                  <a:lnTo>
                    <a:pt x="670306" y="1308735"/>
                  </a:lnTo>
                  <a:lnTo>
                    <a:pt x="679831" y="1308735"/>
                  </a:lnTo>
                  <a:lnTo>
                    <a:pt x="670306" y="1302385"/>
                  </a:lnTo>
                  <a:close/>
                </a:path>
                <a:path w="718184" h="1359535">
                  <a:moveTo>
                    <a:pt x="670306" y="219582"/>
                  </a:moveTo>
                  <a:lnTo>
                    <a:pt x="670306" y="1302385"/>
                  </a:lnTo>
                  <a:lnTo>
                    <a:pt x="679831" y="1308735"/>
                  </a:lnTo>
                  <a:lnTo>
                    <a:pt x="689356" y="1302385"/>
                  </a:lnTo>
                  <a:lnTo>
                    <a:pt x="689356" y="229107"/>
                  </a:lnTo>
                  <a:lnTo>
                    <a:pt x="679831" y="229107"/>
                  </a:lnTo>
                  <a:lnTo>
                    <a:pt x="670306" y="219582"/>
                  </a:lnTo>
                  <a:close/>
                </a:path>
                <a:path w="718184" h="1359535">
                  <a:moveTo>
                    <a:pt x="689356" y="1302385"/>
                  </a:moveTo>
                  <a:lnTo>
                    <a:pt x="679831" y="1308735"/>
                  </a:lnTo>
                  <a:lnTo>
                    <a:pt x="689356" y="1308735"/>
                  </a:lnTo>
                  <a:lnTo>
                    <a:pt x="689356" y="1302385"/>
                  </a:lnTo>
                  <a:close/>
                </a:path>
                <a:path w="718184" h="1359535">
                  <a:moveTo>
                    <a:pt x="717931" y="1283335"/>
                  </a:moveTo>
                  <a:lnTo>
                    <a:pt x="689356" y="1302385"/>
                  </a:lnTo>
                  <a:lnTo>
                    <a:pt x="689356" y="1308735"/>
                  </a:lnTo>
                  <a:lnTo>
                    <a:pt x="705231" y="1308735"/>
                  </a:lnTo>
                  <a:lnTo>
                    <a:pt x="717931" y="1283335"/>
                  </a:lnTo>
                  <a:close/>
                </a:path>
                <a:path w="718184" h="1359535">
                  <a:moveTo>
                    <a:pt x="19050" y="0"/>
                  </a:moveTo>
                  <a:lnTo>
                    <a:pt x="0" y="0"/>
                  </a:lnTo>
                  <a:lnTo>
                    <a:pt x="0" y="224917"/>
                  </a:lnTo>
                  <a:lnTo>
                    <a:pt x="4318" y="229107"/>
                  </a:lnTo>
                  <a:lnTo>
                    <a:pt x="670306" y="229107"/>
                  </a:lnTo>
                  <a:lnTo>
                    <a:pt x="670306" y="219582"/>
                  </a:lnTo>
                  <a:lnTo>
                    <a:pt x="19050" y="219582"/>
                  </a:lnTo>
                  <a:lnTo>
                    <a:pt x="9525" y="210057"/>
                  </a:lnTo>
                  <a:lnTo>
                    <a:pt x="19050" y="210057"/>
                  </a:lnTo>
                  <a:lnTo>
                    <a:pt x="19050" y="0"/>
                  </a:lnTo>
                  <a:close/>
                </a:path>
                <a:path w="718184" h="1359535">
                  <a:moveTo>
                    <a:pt x="685038" y="210057"/>
                  </a:moveTo>
                  <a:lnTo>
                    <a:pt x="19050" y="210057"/>
                  </a:lnTo>
                  <a:lnTo>
                    <a:pt x="19050" y="219582"/>
                  </a:lnTo>
                  <a:lnTo>
                    <a:pt x="670306" y="219582"/>
                  </a:lnTo>
                  <a:lnTo>
                    <a:pt x="679831" y="229107"/>
                  </a:lnTo>
                  <a:lnTo>
                    <a:pt x="689356" y="229107"/>
                  </a:lnTo>
                  <a:lnTo>
                    <a:pt x="689356" y="214375"/>
                  </a:lnTo>
                  <a:lnTo>
                    <a:pt x="685038" y="210057"/>
                  </a:lnTo>
                  <a:close/>
                </a:path>
                <a:path w="718184" h="1359535">
                  <a:moveTo>
                    <a:pt x="19050" y="210057"/>
                  </a:moveTo>
                  <a:lnTo>
                    <a:pt x="9525" y="210057"/>
                  </a:lnTo>
                  <a:lnTo>
                    <a:pt x="19050" y="219582"/>
                  </a:lnTo>
                  <a:lnTo>
                    <a:pt x="19050" y="210057"/>
                  </a:lnTo>
                  <a:close/>
                </a:path>
              </a:pathLst>
            </a:custGeom>
            <a:solidFill>
              <a:srgbClr val="C5832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1647677" y="3503040"/>
              <a:ext cx="1310005" cy="1295400"/>
            </a:xfrm>
            <a:custGeom>
              <a:avLst/>
              <a:gdLst/>
              <a:ahLst/>
              <a:cxnLst/>
              <a:rect l="l" t="t" r="r" b="b"/>
              <a:pathLst>
                <a:path w="1310004" h="1295400">
                  <a:moveTo>
                    <a:pt x="0" y="1219199"/>
                  </a:moveTo>
                  <a:lnTo>
                    <a:pt x="38100" y="1295399"/>
                  </a:lnTo>
                  <a:lnTo>
                    <a:pt x="63500" y="1244599"/>
                  </a:lnTo>
                  <a:lnTo>
                    <a:pt x="28575" y="1244599"/>
                  </a:lnTo>
                  <a:lnTo>
                    <a:pt x="28575" y="1238249"/>
                  </a:lnTo>
                  <a:lnTo>
                    <a:pt x="0" y="1219199"/>
                  </a:lnTo>
                  <a:close/>
                </a:path>
                <a:path w="1310004" h="1295400">
                  <a:moveTo>
                    <a:pt x="28575" y="1238249"/>
                  </a:moveTo>
                  <a:lnTo>
                    <a:pt x="28575" y="1244599"/>
                  </a:lnTo>
                  <a:lnTo>
                    <a:pt x="38100" y="1244599"/>
                  </a:lnTo>
                  <a:lnTo>
                    <a:pt x="28575" y="1238249"/>
                  </a:lnTo>
                  <a:close/>
                </a:path>
                <a:path w="1310004" h="1295400">
                  <a:moveTo>
                    <a:pt x="1290954" y="195960"/>
                  </a:moveTo>
                  <a:lnTo>
                    <a:pt x="32893" y="195960"/>
                  </a:lnTo>
                  <a:lnTo>
                    <a:pt x="28575" y="200151"/>
                  </a:lnTo>
                  <a:lnTo>
                    <a:pt x="28575" y="1238249"/>
                  </a:lnTo>
                  <a:lnTo>
                    <a:pt x="38100" y="1244599"/>
                  </a:lnTo>
                  <a:lnTo>
                    <a:pt x="47625" y="1238249"/>
                  </a:lnTo>
                  <a:lnTo>
                    <a:pt x="47625" y="215010"/>
                  </a:lnTo>
                  <a:lnTo>
                    <a:pt x="38100" y="215010"/>
                  </a:lnTo>
                  <a:lnTo>
                    <a:pt x="47625" y="205485"/>
                  </a:lnTo>
                  <a:lnTo>
                    <a:pt x="1290954" y="205485"/>
                  </a:lnTo>
                  <a:lnTo>
                    <a:pt x="1290954" y="195960"/>
                  </a:lnTo>
                  <a:close/>
                </a:path>
                <a:path w="1310004" h="1295400">
                  <a:moveTo>
                    <a:pt x="47625" y="1238249"/>
                  </a:moveTo>
                  <a:lnTo>
                    <a:pt x="38100" y="1244599"/>
                  </a:lnTo>
                  <a:lnTo>
                    <a:pt x="47625" y="1244599"/>
                  </a:lnTo>
                  <a:lnTo>
                    <a:pt x="47625" y="1238249"/>
                  </a:lnTo>
                  <a:close/>
                </a:path>
                <a:path w="1310004" h="1295400">
                  <a:moveTo>
                    <a:pt x="76200" y="1219199"/>
                  </a:moveTo>
                  <a:lnTo>
                    <a:pt x="47625" y="1238249"/>
                  </a:lnTo>
                  <a:lnTo>
                    <a:pt x="47625" y="1244599"/>
                  </a:lnTo>
                  <a:lnTo>
                    <a:pt x="63500" y="1244599"/>
                  </a:lnTo>
                  <a:lnTo>
                    <a:pt x="76200" y="1219199"/>
                  </a:lnTo>
                  <a:close/>
                </a:path>
                <a:path w="1310004" h="1295400">
                  <a:moveTo>
                    <a:pt x="47625" y="205485"/>
                  </a:moveTo>
                  <a:lnTo>
                    <a:pt x="38100" y="215010"/>
                  </a:lnTo>
                  <a:lnTo>
                    <a:pt x="47625" y="215010"/>
                  </a:lnTo>
                  <a:lnTo>
                    <a:pt x="47625" y="205485"/>
                  </a:lnTo>
                  <a:close/>
                </a:path>
                <a:path w="1310004" h="1295400">
                  <a:moveTo>
                    <a:pt x="1310004" y="195960"/>
                  </a:moveTo>
                  <a:lnTo>
                    <a:pt x="1300479" y="195960"/>
                  </a:lnTo>
                  <a:lnTo>
                    <a:pt x="1290954" y="205485"/>
                  </a:lnTo>
                  <a:lnTo>
                    <a:pt x="47625" y="205485"/>
                  </a:lnTo>
                  <a:lnTo>
                    <a:pt x="47625" y="215010"/>
                  </a:lnTo>
                  <a:lnTo>
                    <a:pt x="1305814" y="215010"/>
                  </a:lnTo>
                  <a:lnTo>
                    <a:pt x="1310004" y="210692"/>
                  </a:lnTo>
                  <a:lnTo>
                    <a:pt x="1310004" y="195960"/>
                  </a:lnTo>
                  <a:close/>
                </a:path>
                <a:path w="1310004" h="1295400">
                  <a:moveTo>
                    <a:pt x="1310004" y="0"/>
                  </a:moveTo>
                  <a:lnTo>
                    <a:pt x="1290954" y="0"/>
                  </a:lnTo>
                  <a:lnTo>
                    <a:pt x="1290954" y="205485"/>
                  </a:lnTo>
                  <a:lnTo>
                    <a:pt x="1300479" y="195960"/>
                  </a:lnTo>
                  <a:lnTo>
                    <a:pt x="1310004" y="195960"/>
                  </a:lnTo>
                  <a:lnTo>
                    <a:pt x="1310004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2918820" y="4473701"/>
              <a:ext cx="76200" cy="339090"/>
            </a:xfrm>
            <a:custGeom>
              <a:avLst/>
              <a:gdLst/>
              <a:ahLst/>
              <a:cxnLst/>
              <a:rect l="l" t="t" r="r" b="b"/>
              <a:pathLst>
                <a:path w="76200" h="339089">
                  <a:moveTo>
                    <a:pt x="0" y="262763"/>
                  </a:moveTo>
                  <a:lnTo>
                    <a:pt x="39115" y="338582"/>
                  </a:lnTo>
                  <a:lnTo>
                    <a:pt x="63613" y="287909"/>
                  </a:lnTo>
                  <a:lnTo>
                    <a:pt x="28955" y="287909"/>
                  </a:lnTo>
                  <a:lnTo>
                    <a:pt x="28877" y="281537"/>
                  </a:lnTo>
                  <a:lnTo>
                    <a:pt x="0" y="262763"/>
                  </a:lnTo>
                  <a:close/>
                </a:path>
                <a:path w="76200" h="339089">
                  <a:moveTo>
                    <a:pt x="28877" y="281537"/>
                  </a:moveTo>
                  <a:lnTo>
                    <a:pt x="28955" y="287909"/>
                  </a:lnTo>
                  <a:lnTo>
                    <a:pt x="38676" y="287909"/>
                  </a:lnTo>
                  <a:lnTo>
                    <a:pt x="28877" y="281537"/>
                  </a:lnTo>
                  <a:close/>
                </a:path>
                <a:path w="76200" h="339089">
                  <a:moveTo>
                    <a:pt x="44450" y="0"/>
                  </a:moveTo>
                  <a:lnTo>
                    <a:pt x="25400" y="253"/>
                  </a:lnTo>
                  <a:lnTo>
                    <a:pt x="28874" y="281293"/>
                  </a:lnTo>
                  <a:lnTo>
                    <a:pt x="28877" y="281537"/>
                  </a:lnTo>
                  <a:lnTo>
                    <a:pt x="38676" y="287909"/>
                  </a:lnTo>
                  <a:lnTo>
                    <a:pt x="38296" y="287909"/>
                  </a:lnTo>
                  <a:lnTo>
                    <a:pt x="47927" y="281293"/>
                  </a:lnTo>
                  <a:lnTo>
                    <a:pt x="44453" y="253"/>
                  </a:lnTo>
                  <a:lnTo>
                    <a:pt x="44450" y="0"/>
                  </a:lnTo>
                  <a:close/>
                </a:path>
                <a:path w="76200" h="339089">
                  <a:moveTo>
                    <a:pt x="47927" y="281293"/>
                  </a:moveTo>
                  <a:lnTo>
                    <a:pt x="38296" y="287909"/>
                  </a:lnTo>
                  <a:lnTo>
                    <a:pt x="48009" y="287909"/>
                  </a:lnTo>
                  <a:lnTo>
                    <a:pt x="47927" y="281293"/>
                  </a:lnTo>
                  <a:close/>
                </a:path>
                <a:path w="76200" h="339089">
                  <a:moveTo>
                    <a:pt x="76200" y="261874"/>
                  </a:moveTo>
                  <a:lnTo>
                    <a:pt x="47927" y="281293"/>
                  </a:lnTo>
                  <a:lnTo>
                    <a:pt x="48009" y="287909"/>
                  </a:lnTo>
                  <a:lnTo>
                    <a:pt x="63613" y="287909"/>
                  </a:lnTo>
                  <a:lnTo>
                    <a:pt x="76200" y="261874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4" name="object 11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806173" y="5637275"/>
              <a:ext cx="76136" cy="237871"/>
            </a:xfrm>
            <a:prstGeom prst="rect">
              <a:avLst/>
            </a:prstGeom>
          </p:spPr>
        </p:pic>
        <p:sp>
          <p:nvSpPr>
            <p:cNvPr id="115" name="object 115"/>
            <p:cNvSpPr/>
            <p:nvPr/>
          </p:nvSpPr>
          <p:spPr>
            <a:xfrm>
              <a:off x="13272134" y="5118988"/>
              <a:ext cx="904875" cy="425450"/>
            </a:xfrm>
            <a:custGeom>
              <a:avLst/>
              <a:gdLst/>
              <a:ahLst/>
              <a:cxnLst/>
              <a:rect l="l" t="t" r="r" b="b"/>
              <a:pathLst>
                <a:path w="904875" h="425450">
                  <a:moveTo>
                    <a:pt x="833882" y="0"/>
                  </a:moveTo>
                  <a:lnTo>
                    <a:pt x="70866" y="0"/>
                  </a:lnTo>
                  <a:lnTo>
                    <a:pt x="43291" y="5572"/>
                  </a:lnTo>
                  <a:lnTo>
                    <a:pt x="20764" y="20764"/>
                  </a:lnTo>
                  <a:lnTo>
                    <a:pt x="5572" y="43291"/>
                  </a:lnTo>
                  <a:lnTo>
                    <a:pt x="0" y="70865"/>
                  </a:lnTo>
                  <a:lnTo>
                    <a:pt x="0" y="354457"/>
                  </a:lnTo>
                  <a:lnTo>
                    <a:pt x="5572" y="382031"/>
                  </a:lnTo>
                  <a:lnTo>
                    <a:pt x="20764" y="404558"/>
                  </a:lnTo>
                  <a:lnTo>
                    <a:pt x="43291" y="419750"/>
                  </a:lnTo>
                  <a:lnTo>
                    <a:pt x="70866" y="425323"/>
                  </a:lnTo>
                  <a:lnTo>
                    <a:pt x="833882" y="425323"/>
                  </a:lnTo>
                  <a:lnTo>
                    <a:pt x="861530" y="419750"/>
                  </a:lnTo>
                  <a:lnTo>
                    <a:pt x="884094" y="404558"/>
                  </a:lnTo>
                  <a:lnTo>
                    <a:pt x="899300" y="382031"/>
                  </a:lnTo>
                  <a:lnTo>
                    <a:pt x="904875" y="354457"/>
                  </a:lnTo>
                  <a:lnTo>
                    <a:pt x="904875" y="70865"/>
                  </a:lnTo>
                  <a:lnTo>
                    <a:pt x="899300" y="43291"/>
                  </a:lnTo>
                  <a:lnTo>
                    <a:pt x="884094" y="20764"/>
                  </a:lnTo>
                  <a:lnTo>
                    <a:pt x="861530" y="5572"/>
                  </a:lnTo>
                  <a:lnTo>
                    <a:pt x="833882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6" name="object 116"/>
          <p:cNvSpPr txBox="1"/>
          <p:nvPr/>
        </p:nvSpPr>
        <p:spPr>
          <a:xfrm>
            <a:off x="13497179" y="5225288"/>
            <a:ext cx="4673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57785">
              <a:lnSpc>
                <a:spcPct val="100000"/>
              </a:lnSpc>
              <a:spcBef>
                <a:spcPts val="100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9492106" y="5118989"/>
            <a:ext cx="904875" cy="425450"/>
          </a:xfrm>
          <a:custGeom>
            <a:avLst/>
            <a:gdLst/>
            <a:ahLst/>
            <a:cxnLst/>
            <a:rect l="l" t="t" r="r" b="b"/>
            <a:pathLst>
              <a:path w="904875" h="425450">
                <a:moveTo>
                  <a:pt x="834009" y="0"/>
                </a:moveTo>
                <a:lnTo>
                  <a:pt x="70993" y="0"/>
                </a:lnTo>
                <a:lnTo>
                  <a:pt x="43344" y="5572"/>
                </a:lnTo>
                <a:lnTo>
                  <a:pt x="20780" y="20764"/>
                </a:lnTo>
                <a:lnTo>
                  <a:pt x="5574" y="43291"/>
                </a:lnTo>
                <a:lnTo>
                  <a:pt x="0" y="70865"/>
                </a:lnTo>
                <a:lnTo>
                  <a:pt x="0" y="354457"/>
                </a:lnTo>
                <a:lnTo>
                  <a:pt x="5574" y="382031"/>
                </a:lnTo>
                <a:lnTo>
                  <a:pt x="20780" y="404558"/>
                </a:lnTo>
                <a:lnTo>
                  <a:pt x="43344" y="419750"/>
                </a:lnTo>
                <a:lnTo>
                  <a:pt x="70993" y="425323"/>
                </a:lnTo>
                <a:lnTo>
                  <a:pt x="834009" y="425323"/>
                </a:lnTo>
                <a:lnTo>
                  <a:pt x="861583" y="419750"/>
                </a:lnTo>
                <a:lnTo>
                  <a:pt x="884110" y="404558"/>
                </a:lnTo>
                <a:lnTo>
                  <a:pt x="899302" y="382031"/>
                </a:lnTo>
                <a:lnTo>
                  <a:pt x="904875" y="354457"/>
                </a:lnTo>
                <a:lnTo>
                  <a:pt x="904875" y="70865"/>
                </a:lnTo>
                <a:lnTo>
                  <a:pt x="899302" y="43291"/>
                </a:lnTo>
                <a:lnTo>
                  <a:pt x="884110" y="20764"/>
                </a:lnTo>
                <a:lnTo>
                  <a:pt x="861583" y="5572"/>
                </a:lnTo>
                <a:lnTo>
                  <a:pt x="834009" y="0"/>
                </a:lnTo>
                <a:close/>
              </a:path>
            </a:pathLst>
          </a:custGeom>
          <a:solidFill>
            <a:srgbClr val="221F1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9716769" y="5225288"/>
            <a:ext cx="46735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57785">
              <a:lnSpc>
                <a:spcPct val="100000"/>
              </a:lnSpc>
              <a:spcBef>
                <a:spcPts val="100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Broker</a:t>
            </a:r>
            <a:r>
              <a:rPr sz="600" b="1" spc="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spc="50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60" dirty="0">
                <a:solidFill>
                  <a:srgbClr val="FFFFFF"/>
                </a:solidFill>
                <a:latin typeface="Calibri"/>
                <a:cs typeface="Calibri"/>
              </a:rPr>
              <a:t>Rebalancer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119" name="object 119"/>
          <p:cNvSpPr/>
          <p:nvPr/>
        </p:nvSpPr>
        <p:spPr>
          <a:xfrm>
            <a:off x="9763506" y="3144901"/>
            <a:ext cx="778510" cy="249554"/>
          </a:xfrm>
          <a:custGeom>
            <a:avLst/>
            <a:gdLst/>
            <a:ahLst/>
            <a:cxnLst/>
            <a:rect l="l" t="t" r="r" b="b"/>
            <a:pathLst>
              <a:path w="778509" h="249554">
                <a:moveTo>
                  <a:pt x="736600" y="0"/>
                </a:moveTo>
                <a:lnTo>
                  <a:pt x="41401" y="0"/>
                </a:lnTo>
                <a:lnTo>
                  <a:pt x="25288" y="3256"/>
                </a:lnTo>
                <a:lnTo>
                  <a:pt x="12128" y="12144"/>
                </a:lnTo>
                <a:lnTo>
                  <a:pt x="3254" y="25342"/>
                </a:lnTo>
                <a:lnTo>
                  <a:pt x="0" y="41528"/>
                </a:lnTo>
                <a:lnTo>
                  <a:pt x="0" y="207518"/>
                </a:lnTo>
                <a:lnTo>
                  <a:pt x="3254" y="223650"/>
                </a:lnTo>
                <a:lnTo>
                  <a:pt x="12128" y="236854"/>
                </a:lnTo>
                <a:lnTo>
                  <a:pt x="25288" y="245772"/>
                </a:lnTo>
                <a:lnTo>
                  <a:pt x="41401" y="249047"/>
                </a:lnTo>
                <a:lnTo>
                  <a:pt x="736600" y="249047"/>
                </a:lnTo>
                <a:lnTo>
                  <a:pt x="752786" y="245772"/>
                </a:lnTo>
                <a:lnTo>
                  <a:pt x="765984" y="236854"/>
                </a:lnTo>
                <a:lnTo>
                  <a:pt x="774872" y="223650"/>
                </a:lnTo>
                <a:lnTo>
                  <a:pt x="778128" y="207518"/>
                </a:lnTo>
                <a:lnTo>
                  <a:pt x="778128" y="41528"/>
                </a:lnTo>
                <a:lnTo>
                  <a:pt x="774872" y="25342"/>
                </a:lnTo>
                <a:lnTo>
                  <a:pt x="765984" y="12144"/>
                </a:lnTo>
                <a:lnTo>
                  <a:pt x="752786" y="3256"/>
                </a:lnTo>
                <a:lnTo>
                  <a:pt x="736600" y="0"/>
                </a:lnTo>
                <a:close/>
              </a:path>
            </a:pathLst>
          </a:custGeom>
          <a:solidFill>
            <a:srgbClr val="C583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 txBox="1"/>
          <p:nvPr/>
        </p:nvSpPr>
        <p:spPr>
          <a:xfrm>
            <a:off x="9961118" y="3130676"/>
            <a:ext cx="397510" cy="269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5080" indent="-20320">
              <a:lnSpc>
                <a:spcPct val="100000"/>
              </a:lnSpc>
              <a:spcBef>
                <a:spcPts val="100"/>
              </a:spcBef>
            </a:pPr>
            <a:r>
              <a:rPr sz="800" b="1" spc="105" dirty="0">
                <a:solidFill>
                  <a:srgbClr val="FFFFFF"/>
                </a:solidFill>
                <a:latin typeface="Calibri"/>
                <a:cs typeface="Calibri"/>
              </a:rPr>
              <a:t>ksqlDB </a:t>
            </a:r>
            <a:r>
              <a:rPr sz="800" b="1" spc="80" dirty="0">
                <a:solidFill>
                  <a:srgbClr val="FFFFFF"/>
                </a:solidFill>
                <a:latin typeface="Calibri"/>
                <a:cs typeface="Calibri"/>
              </a:rPr>
              <a:t>Server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1" name="object 121"/>
          <p:cNvSpPr/>
          <p:nvPr/>
        </p:nvSpPr>
        <p:spPr>
          <a:xfrm>
            <a:off x="13040360" y="4099686"/>
            <a:ext cx="859155" cy="271145"/>
          </a:xfrm>
          <a:custGeom>
            <a:avLst/>
            <a:gdLst/>
            <a:ahLst/>
            <a:cxnLst/>
            <a:rect l="l" t="t" r="r" b="b"/>
            <a:pathLst>
              <a:path w="859155" h="271145">
                <a:moveTo>
                  <a:pt x="813434" y="0"/>
                </a:moveTo>
                <a:lnTo>
                  <a:pt x="45211" y="0"/>
                </a:lnTo>
                <a:lnTo>
                  <a:pt x="27646" y="3546"/>
                </a:lnTo>
                <a:lnTo>
                  <a:pt x="13271" y="13223"/>
                </a:lnTo>
                <a:lnTo>
                  <a:pt x="3563" y="27592"/>
                </a:lnTo>
                <a:lnTo>
                  <a:pt x="0" y="45212"/>
                </a:lnTo>
                <a:lnTo>
                  <a:pt x="0" y="225933"/>
                </a:lnTo>
                <a:lnTo>
                  <a:pt x="3563" y="243552"/>
                </a:lnTo>
                <a:lnTo>
                  <a:pt x="13271" y="257921"/>
                </a:lnTo>
                <a:lnTo>
                  <a:pt x="27646" y="267598"/>
                </a:lnTo>
                <a:lnTo>
                  <a:pt x="45211" y="271145"/>
                </a:lnTo>
                <a:lnTo>
                  <a:pt x="813434" y="271145"/>
                </a:lnTo>
                <a:lnTo>
                  <a:pt x="831054" y="267598"/>
                </a:lnTo>
                <a:lnTo>
                  <a:pt x="845423" y="257921"/>
                </a:lnTo>
                <a:lnTo>
                  <a:pt x="855100" y="243552"/>
                </a:lnTo>
                <a:lnTo>
                  <a:pt x="858647" y="225933"/>
                </a:lnTo>
                <a:lnTo>
                  <a:pt x="858647" y="45212"/>
                </a:lnTo>
                <a:lnTo>
                  <a:pt x="855100" y="27592"/>
                </a:lnTo>
                <a:lnTo>
                  <a:pt x="845423" y="13223"/>
                </a:lnTo>
                <a:lnTo>
                  <a:pt x="831054" y="3546"/>
                </a:lnTo>
                <a:lnTo>
                  <a:pt x="813434" y="0"/>
                </a:lnTo>
                <a:close/>
              </a:path>
            </a:pathLst>
          </a:custGeom>
          <a:solidFill>
            <a:srgbClr val="0074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 txBox="1"/>
          <p:nvPr/>
        </p:nvSpPr>
        <p:spPr>
          <a:xfrm>
            <a:off x="12301728" y="3869387"/>
            <a:ext cx="1363980" cy="43624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R="64135" algn="ctr">
              <a:lnSpc>
                <a:spcPct val="100000"/>
              </a:lnSpc>
              <a:spcBef>
                <a:spcPts val="690"/>
              </a:spcBef>
            </a:pPr>
            <a:r>
              <a:rPr sz="1000" b="1" spc="155" dirty="0">
                <a:solidFill>
                  <a:srgbClr val="0074A1"/>
                </a:solidFill>
                <a:latin typeface="Calibri"/>
                <a:cs typeface="Calibri"/>
              </a:rPr>
              <a:t>Schema</a:t>
            </a:r>
            <a:r>
              <a:rPr sz="1000" b="1" spc="85" dirty="0">
                <a:solidFill>
                  <a:srgbClr val="0074A1"/>
                </a:solidFill>
                <a:latin typeface="Calibri"/>
                <a:cs typeface="Calibri"/>
              </a:rPr>
              <a:t> </a:t>
            </a:r>
            <a:r>
              <a:rPr sz="1000" b="1" spc="105" dirty="0">
                <a:solidFill>
                  <a:srgbClr val="0074A1"/>
                </a:solidFill>
                <a:latin typeface="Calibri"/>
                <a:cs typeface="Calibri"/>
              </a:rPr>
              <a:t>Registry</a:t>
            </a:r>
            <a:endParaRPr sz="1000">
              <a:latin typeface="Calibri"/>
              <a:cs typeface="Calibri"/>
            </a:endParaRPr>
          </a:p>
          <a:p>
            <a:pPr marR="5080" algn="ctr">
              <a:lnSpc>
                <a:spcPct val="100000"/>
              </a:lnSpc>
              <a:spcBef>
                <a:spcPts val="480"/>
              </a:spcBef>
              <a:tabLst>
                <a:tab pos="984885" algn="l"/>
              </a:tabLst>
            </a:pPr>
            <a:r>
              <a:rPr sz="800" b="1" spc="90" dirty="0">
                <a:solidFill>
                  <a:srgbClr val="FFFFFF"/>
                </a:solidFill>
                <a:latin typeface="Calibri"/>
                <a:cs typeface="Calibri"/>
              </a:rPr>
              <a:t>Leader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b="1" spc="90" dirty="0">
                <a:solidFill>
                  <a:srgbClr val="FFFFFF"/>
                </a:solidFill>
                <a:latin typeface="Calibri"/>
                <a:cs typeface="Calibri"/>
              </a:rPr>
              <a:t>Leader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23" name="object 123"/>
          <p:cNvSpPr/>
          <p:nvPr/>
        </p:nvSpPr>
        <p:spPr>
          <a:xfrm>
            <a:off x="13025628" y="3130423"/>
            <a:ext cx="923290" cy="276860"/>
          </a:xfrm>
          <a:custGeom>
            <a:avLst/>
            <a:gdLst/>
            <a:ahLst/>
            <a:cxnLst/>
            <a:rect l="l" t="t" r="r" b="b"/>
            <a:pathLst>
              <a:path w="923290" h="276860">
                <a:moveTo>
                  <a:pt x="876680" y="0"/>
                </a:moveTo>
                <a:lnTo>
                  <a:pt x="46100" y="0"/>
                </a:lnTo>
                <a:lnTo>
                  <a:pt x="28128" y="3631"/>
                </a:lnTo>
                <a:lnTo>
                  <a:pt x="13477" y="13525"/>
                </a:lnTo>
                <a:lnTo>
                  <a:pt x="3613" y="28182"/>
                </a:lnTo>
                <a:lnTo>
                  <a:pt x="0" y="46100"/>
                </a:lnTo>
                <a:lnTo>
                  <a:pt x="0" y="230504"/>
                </a:lnTo>
                <a:lnTo>
                  <a:pt x="3613" y="248477"/>
                </a:lnTo>
                <a:lnTo>
                  <a:pt x="13477" y="263128"/>
                </a:lnTo>
                <a:lnTo>
                  <a:pt x="28128" y="272992"/>
                </a:lnTo>
                <a:lnTo>
                  <a:pt x="46100" y="276605"/>
                </a:lnTo>
                <a:lnTo>
                  <a:pt x="876680" y="276605"/>
                </a:lnTo>
                <a:lnTo>
                  <a:pt x="894599" y="272992"/>
                </a:lnTo>
                <a:lnTo>
                  <a:pt x="909256" y="263128"/>
                </a:lnTo>
                <a:lnTo>
                  <a:pt x="919150" y="248477"/>
                </a:lnTo>
                <a:lnTo>
                  <a:pt x="922781" y="230504"/>
                </a:lnTo>
                <a:lnTo>
                  <a:pt x="922781" y="46100"/>
                </a:lnTo>
                <a:lnTo>
                  <a:pt x="919150" y="28182"/>
                </a:lnTo>
                <a:lnTo>
                  <a:pt x="909256" y="13525"/>
                </a:lnTo>
                <a:lnTo>
                  <a:pt x="894599" y="3631"/>
                </a:lnTo>
                <a:lnTo>
                  <a:pt x="8766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 txBox="1"/>
          <p:nvPr/>
        </p:nvSpPr>
        <p:spPr>
          <a:xfrm>
            <a:off x="13257276" y="3162045"/>
            <a:ext cx="4749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3815">
              <a:lnSpc>
                <a:spcPct val="100000"/>
              </a:lnSpc>
              <a:spcBef>
                <a:spcPts val="100"/>
              </a:spcBef>
            </a:pPr>
            <a:r>
              <a:rPr sz="600" b="1" spc="75" dirty="0">
                <a:solidFill>
                  <a:srgbClr val="FFFFFF"/>
                </a:solidFill>
                <a:latin typeface="Calibri"/>
                <a:cs typeface="Calibri"/>
              </a:rPr>
              <a:t>Worker</a:t>
            </a:r>
            <a:r>
              <a:rPr sz="600" b="1" spc="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600" b="1" spc="5" dirty="0">
                <a:solidFill>
                  <a:srgbClr val="FFFFFF"/>
                </a:solidFill>
                <a:latin typeface="Calibri"/>
                <a:cs typeface="Calibri"/>
              </a:rPr>
              <a:t>+</a:t>
            </a:r>
            <a:r>
              <a:rPr sz="600" b="1" spc="65" dirty="0">
                <a:solidFill>
                  <a:srgbClr val="FFFFFF"/>
                </a:solidFill>
                <a:latin typeface="Calibri"/>
                <a:cs typeface="Calibri"/>
              </a:rPr>
              <a:t> Connectors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11096781" y="7129533"/>
            <a:ext cx="1469390" cy="316230"/>
            <a:chOff x="11096781" y="7129533"/>
            <a:chExt cx="1469390" cy="316230"/>
          </a:xfrm>
        </p:grpSpPr>
        <p:pic>
          <p:nvPicPr>
            <p:cNvPr id="126" name="object 12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096781" y="7129533"/>
              <a:ext cx="317508" cy="315968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1672472" y="7129533"/>
              <a:ext cx="317508" cy="315968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2248036" y="7129533"/>
              <a:ext cx="317508" cy="315968"/>
            </a:xfrm>
            <a:prstGeom prst="rect">
              <a:avLst/>
            </a:prstGeom>
          </p:spPr>
        </p:pic>
      </p:grpSp>
      <p:sp>
        <p:nvSpPr>
          <p:cNvPr id="129" name="object 129"/>
          <p:cNvSpPr txBox="1"/>
          <p:nvPr/>
        </p:nvSpPr>
        <p:spPr>
          <a:xfrm>
            <a:off x="11429238" y="7503921"/>
            <a:ext cx="80073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b="1" spc="105" dirty="0">
                <a:solidFill>
                  <a:srgbClr val="073762"/>
                </a:solidFill>
                <a:latin typeface="Calibri"/>
                <a:cs typeface="Calibri"/>
              </a:rPr>
              <a:t>Kafka</a:t>
            </a:r>
            <a:r>
              <a:rPr sz="800" b="1" spc="2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800" b="1" spc="95" dirty="0">
                <a:solidFill>
                  <a:srgbClr val="073762"/>
                </a:solidFill>
                <a:latin typeface="Calibri"/>
                <a:cs typeface="Calibri"/>
              </a:rPr>
              <a:t>Streams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0" name="object 130"/>
          <p:cNvSpPr/>
          <p:nvPr/>
        </p:nvSpPr>
        <p:spPr>
          <a:xfrm>
            <a:off x="10077831" y="6848728"/>
            <a:ext cx="3167380" cy="476250"/>
          </a:xfrm>
          <a:custGeom>
            <a:avLst/>
            <a:gdLst/>
            <a:ahLst/>
            <a:cxnLst/>
            <a:rect l="l" t="t" r="r" b="b"/>
            <a:pathLst>
              <a:path w="3167380" h="476250">
                <a:moveTo>
                  <a:pt x="925830" y="433070"/>
                </a:moveTo>
                <a:lnTo>
                  <a:pt x="897331" y="418846"/>
                </a:lnTo>
                <a:lnTo>
                  <a:pt x="840105" y="390271"/>
                </a:lnTo>
                <a:lnTo>
                  <a:pt x="840105" y="418846"/>
                </a:lnTo>
                <a:lnTo>
                  <a:pt x="313944" y="418846"/>
                </a:lnTo>
                <a:lnTo>
                  <a:pt x="313944" y="28575"/>
                </a:lnTo>
                <a:lnTo>
                  <a:pt x="313944" y="14351"/>
                </a:lnTo>
                <a:lnTo>
                  <a:pt x="313944" y="6477"/>
                </a:lnTo>
                <a:lnTo>
                  <a:pt x="307594" y="0"/>
                </a:lnTo>
                <a:lnTo>
                  <a:pt x="0" y="0"/>
                </a:lnTo>
                <a:lnTo>
                  <a:pt x="0" y="28575"/>
                </a:lnTo>
                <a:lnTo>
                  <a:pt x="285369" y="28575"/>
                </a:lnTo>
                <a:lnTo>
                  <a:pt x="285369" y="441071"/>
                </a:lnTo>
                <a:lnTo>
                  <a:pt x="291846" y="447421"/>
                </a:lnTo>
                <a:lnTo>
                  <a:pt x="840105" y="447421"/>
                </a:lnTo>
                <a:lnTo>
                  <a:pt x="840105" y="475996"/>
                </a:lnTo>
                <a:lnTo>
                  <a:pt x="897166" y="447421"/>
                </a:lnTo>
                <a:lnTo>
                  <a:pt x="925830" y="433070"/>
                </a:lnTo>
                <a:close/>
              </a:path>
              <a:path w="3167380" h="476250">
                <a:moveTo>
                  <a:pt x="3166872" y="106172"/>
                </a:moveTo>
                <a:lnTo>
                  <a:pt x="3159734" y="91821"/>
                </a:lnTo>
                <a:lnTo>
                  <a:pt x="3124200" y="20320"/>
                </a:lnTo>
                <a:lnTo>
                  <a:pt x="3081070" y="106172"/>
                </a:lnTo>
                <a:lnTo>
                  <a:pt x="3109836" y="106172"/>
                </a:lnTo>
                <a:lnTo>
                  <a:pt x="3109722" y="418846"/>
                </a:lnTo>
                <a:lnTo>
                  <a:pt x="2592578" y="418846"/>
                </a:lnTo>
                <a:lnTo>
                  <a:pt x="2592578" y="447421"/>
                </a:lnTo>
                <a:lnTo>
                  <a:pt x="3131947" y="447421"/>
                </a:lnTo>
                <a:lnTo>
                  <a:pt x="3138297" y="441071"/>
                </a:lnTo>
                <a:lnTo>
                  <a:pt x="3138297" y="433070"/>
                </a:lnTo>
                <a:lnTo>
                  <a:pt x="3138297" y="418846"/>
                </a:lnTo>
                <a:lnTo>
                  <a:pt x="3138411" y="106172"/>
                </a:lnTo>
                <a:lnTo>
                  <a:pt x="3166872" y="106172"/>
                </a:lnTo>
                <a:close/>
              </a:path>
            </a:pathLst>
          </a:custGeom>
          <a:solidFill>
            <a:srgbClr val="EEEEE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 txBox="1"/>
          <p:nvPr/>
        </p:nvSpPr>
        <p:spPr>
          <a:xfrm>
            <a:off x="9658222" y="2640583"/>
            <a:ext cx="3096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000" b="1" spc="125" dirty="0">
                <a:solidFill>
                  <a:srgbClr val="073762"/>
                </a:solidFill>
                <a:latin typeface="Calibri"/>
                <a:cs typeface="Calibri"/>
              </a:rPr>
              <a:t>Secondary</a:t>
            </a:r>
            <a:r>
              <a:rPr sz="1000" b="1" spc="65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spc="135" dirty="0">
                <a:solidFill>
                  <a:srgbClr val="073762"/>
                </a:solidFill>
                <a:latin typeface="Calibri"/>
                <a:cs typeface="Calibri"/>
              </a:rPr>
              <a:t>Region</a:t>
            </a:r>
            <a:r>
              <a:rPr sz="1000" b="1" spc="9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dirty="0">
                <a:solidFill>
                  <a:srgbClr val="073762"/>
                </a:solidFill>
                <a:latin typeface="Calibri"/>
                <a:cs typeface="Calibri"/>
              </a:rPr>
              <a:t>/</a:t>
            </a:r>
            <a:r>
              <a:rPr sz="1000" b="1" spc="6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spc="85" dirty="0">
                <a:solidFill>
                  <a:srgbClr val="073762"/>
                </a:solidFill>
                <a:latin typeface="Calibri"/>
                <a:cs typeface="Calibri"/>
              </a:rPr>
              <a:t>Multiple</a:t>
            </a:r>
            <a:r>
              <a:rPr sz="1000" b="1" spc="7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spc="90" dirty="0">
                <a:solidFill>
                  <a:srgbClr val="073762"/>
                </a:solidFill>
                <a:latin typeface="Calibri"/>
                <a:cs typeface="Calibri"/>
              </a:rPr>
              <a:t>Availability</a:t>
            </a:r>
            <a:r>
              <a:rPr sz="1000" b="1" spc="7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000" b="1" spc="114" dirty="0">
                <a:solidFill>
                  <a:srgbClr val="073762"/>
                </a:solidFill>
                <a:latin typeface="Calibri"/>
                <a:cs typeface="Calibri"/>
              </a:rPr>
              <a:t>Zones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7831963" y="8208047"/>
            <a:ext cx="2414270" cy="492759"/>
          </a:xfrm>
          <a:prstGeom prst="rect">
            <a:avLst/>
          </a:prstGeom>
          <a:ln w="28575">
            <a:solidFill>
              <a:srgbClr val="0074A1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574040">
              <a:lnSpc>
                <a:spcPct val="100000"/>
              </a:lnSpc>
              <a:spcBef>
                <a:spcPts val="1085"/>
              </a:spcBef>
            </a:pPr>
            <a:r>
              <a:rPr sz="1400" b="1" dirty="0">
                <a:latin typeface="Malgun Gothic"/>
                <a:cs typeface="Malgun Gothic"/>
              </a:rPr>
              <a:t>Cluster</a:t>
            </a:r>
            <a:r>
              <a:rPr sz="1400" b="1" spc="-55" dirty="0">
                <a:latin typeface="Malgun Gothic"/>
                <a:cs typeface="Malgun Gothic"/>
              </a:rPr>
              <a:t> </a:t>
            </a:r>
            <a:r>
              <a:rPr sz="1400" b="1" spc="-10" dirty="0">
                <a:latin typeface="Malgun Gothic"/>
                <a:cs typeface="Malgun Gothic"/>
              </a:rPr>
              <a:t>Linking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3997578" y="6845681"/>
            <a:ext cx="3834765" cy="1651635"/>
          </a:xfrm>
          <a:custGeom>
            <a:avLst/>
            <a:gdLst/>
            <a:ahLst/>
            <a:cxnLst/>
            <a:rect l="l" t="t" r="r" b="b"/>
            <a:pathLst>
              <a:path w="3834765" h="1651634">
                <a:moveTo>
                  <a:pt x="3748659" y="1565783"/>
                </a:moveTo>
                <a:lnTo>
                  <a:pt x="3748659" y="1651508"/>
                </a:lnTo>
                <a:lnTo>
                  <a:pt x="3805724" y="1622933"/>
                </a:lnTo>
                <a:lnTo>
                  <a:pt x="3763010" y="1622933"/>
                </a:lnTo>
                <a:lnTo>
                  <a:pt x="3763010" y="1594358"/>
                </a:lnTo>
                <a:lnTo>
                  <a:pt x="3805893" y="1594358"/>
                </a:lnTo>
                <a:lnTo>
                  <a:pt x="3748659" y="1565783"/>
                </a:lnTo>
                <a:close/>
              </a:path>
              <a:path w="3834765" h="1651634">
                <a:moveTo>
                  <a:pt x="28575" y="0"/>
                </a:moveTo>
                <a:lnTo>
                  <a:pt x="0" y="0"/>
                </a:lnTo>
                <a:lnTo>
                  <a:pt x="0" y="1616456"/>
                </a:lnTo>
                <a:lnTo>
                  <a:pt x="6350" y="1622933"/>
                </a:lnTo>
                <a:lnTo>
                  <a:pt x="3748659" y="1622933"/>
                </a:lnTo>
                <a:lnTo>
                  <a:pt x="3748659" y="1608582"/>
                </a:lnTo>
                <a:lnTo>
                  <a:pt x="28575" y="1608582"/>
                </a:lnTo>
                <a:lnTo>
                  <a:pt x="14224" y="1594358"/>
                </a:lnTo>
                <a:lnTo>
                  <a:pt x="28575" y="1594358"/>
                </a:lnTo>
                <a:lnTo>
                  <a:pt x="28575" y="0"/>
                </a:lnTo>
                <a:close/>
              </a:path>
              <a:path w="3834765" h="1651634">
                <a:moveTo>
                  <a:pt x="3805893" y="1594358"/>
                </a:moveTo>
                <a:lnTo>
                  <a:pt x="3763010" y="1594358"/>
                </a:lnTo>
                <a:lnTo>
                  <a:pt x="3763010" y="1622933"/>
                </a:lnTo>
                <a:lnTo>
                  <a:pt x="3805724" y="1622933"/>
                </a:lnTo>
                <a:lnTo>
                  <a:pt x="3834384" y="1608582"/>
                </a:lnTo>
                <a:lnTo>
                  <a:pt x="3805893" y="1594358"/>
                </a:lnTo>
                <a:close/>
              </a:path>
              <a:path w="3834765" h="1651634">
                <a:moveTo>
                  <a:pt x="28575" y="1594358"/>
                </a:moveTo>
                <a:lnTo>
                  <a:pt x="14224" y="1594358"/>
                </a:lnTo>
                <a:lnTo>
                  <a:pt x="28575" y="1608582"/>
                </a:lnTo>
                <a:lnTo>
                  <a:pt x="28575" y="1594358"/>
                </a:lnTo>
                <a:close/>
              </a:path>
              <a:path w="3834765" h="1651634">
                <a:moveTo>
                  <a:pt x="3748659" y="1594358"/>
                </a:moveTo>
                <a:lnTo>
                  <a:pt x="28575" y="1594358"/>
                </a:lnTo>
                <a:lnTo>
                  <a:pt x="28575" y="1608582"/>
                </a:lnTo>
                <a:lnTo>
                  <a:pt x="3748659" y="1608582"/>
                </a:lnTo>
                <a:lnTo>
                  <a:pt x="3748659" y="1594358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/>
          <p:nvPr/>
        </p:nvSpPr>
        <p:spPr>
          <a:xfrm>
            <a:off x="238759" y="8833866"/>
            <a:ext cx="288607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Malgun Gothic"/>
                <a:cs typeface="Malgun Gothic"/>
              </a:rPr>
              <a:t>Cluster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Linking를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활용하면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Confluent </a:t>
            </a:r>
            <a:r>
              <a:rPr sz="1200" dirty="0">
                <a:latin typeface="Malgun Gothic"/>
                <a:cs typeface="Malgun Gothic"/>
              </a:rPr>
              <a:t>Platform(Kafka)</a:t>
            </a:r>
            <a:r>
              <a:rPr sz="1200" spc="-5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Cluster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Level에서</a:t>
            </a:r>
            <a:r>
              <a:rPr sz="1200" spc="-65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Topic, </a:t>
            </a:r>
            <a:r>
              <a:rPr sz="1200" dirty="0">
                <a:latin typeface="Malgun Gothic"/>
                <a:cs typeface="Malgun Gothic"/>
              </a:rPr>
              <a:t>Acls,</a:t>
            </a:r>
            <a:r>
              <a:rPr sz="1200" spc="-4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Configs,</a:t>
            </a:r>
            <a:r>
              <a:rPr sz="1200" spc="-2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Consumer</a:t>
            </a:r>
            <a:r>
              <a:rPr sz="1200" spc="-3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Offset을</a:t>
            </a:r>
            <a:r>
              <a:rPr sz="1200" spc="-50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비동기 </a:t>
            </a:r>
            <a:r>
              <a:rPr sz="1200" dirty="0">
                <a:latin typeface="Malgun Gothic"/>
                <a:cs typeface="Malgun Gothic"/>
              </a:rPr>
              <a:t>방식으로</a:t>
            </a:r>
            <a:r>
              <a:rPr sz="1200" spc="-2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복제하여 재해복구(DR)을 </a:t>
            </a:r>
            <a:r>
              <a:rPr sz="1200" spc="-25" dirty="0">
                <a:latin typeface="Malgun Gothic"/>
                <a:cs typeface="Malgun Gothic"/>
              </a:rPr>
              <a:t>위한 </a:t>
            </a:r>
            <a:r>
              <a:rPr sz="1200" dirty="0">
                <a:latin typeface="Malgun Gothic"/>
                <a:cs typeface="Malgun Gothic"/>
              </a:rPr>
              <a:t>구성을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매우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쉽고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빠르게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효과적으로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spc="-25" dirty="0">
                <a:latin typeface="Malgun Gothic"/>
                <a:cs typeface="Malgun Gothic"/>
              </a:rPr>
              <a:t>구성 </a:t>
            </a:r>
            <a:r>
              <a:rPr sz="1200" dirty="0">
                <a:latin typeface="Malgun Gothic"/>
                <a:cs typeface="Malgun Gothic"/>
              </a:rPr>
              <a:t>할</a:t>
            </a:r>
            <a:r>
              <a:rPr sz="1200" spc="-5" dirty="0">
                <a:latin typeface="Malgun Gothic"/>
                <a:cs typeface="Malgun Gothic"/>
              </a:rPr>
              <a:t> </a:t>
            </a:r>
            <a:r>
              <a:rPr sz="1200" dirty="0">
                <a:latin typeface="Malgun Gothic"/>
                <a:cs typeface="Malgun Gothic"/>
              </a:rPr>
              <a:t>수</a:t>
            </a:r>
            <a:r>
              <a:rPr sz="1200" spc="10" dirty="0">
                <a:latin typeface="Malgun Gothic"/>
                <a:cs typeface="Malgun Gothic"/>
              </a:rPr>
              <a:t> </a:t>
            </a:r>
            <a:r>
              <a:rPr sz="1200" spc="-10" dirty="0">
                <a:latin typeface="Malgun Gothic"/>
                <a:cs typeface="Malgun Gothic"/>
              </a:rPr>
              <a:t>있습니다.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15723933" y="8045525"/>
            <a:ext cx="2432685" cy="1305560"/>
            <a:chOff x="15723933" y="8045525"/>
            <a:chExt cx="2432685" cy="1305560"/>
          </a:xfrm>
        </p:grpSpPr>
        <p:sp>
          <p:nvSpPr>
            <p:cNvPr id="136" name="object 136"/>
            <p:cNvSpPr/>
            <p:nvPr/>
          </p:nvSpPr>
          <p:spPr>
            <a:xfrm>
              <a:off x="15728695" y="8154288"/>
              <a:ext cx="2423160" cy="1191895"/>
            </a:xfrm>
            <a:custGeom>
              <a:avLst/>
              <a:gdLst/>
              <a:ahLst/>
              <a:cxnLst/>
              <a:rect l="l" t="t" r="r" b="b"/>
              <a:pathLst>
                <a:path w="2423159" h="1191895">
                  <a:moveTo>
                    <a:pt x="0" y="198628"/>
                  </a:moveTo>
                  <a:lnTo>
                    <a:pt x="5244" y="153075"/>
                  </a:lnTo>
                  <a:lnTo>
                    <a:pt x="20183" y="111263"/>
                  </a:lnTo>
                  <a:lnTo>
                    <a:pt x="43627" y="74384"/>
                  </a:lnTo>
                  <a:lnTo>
                    <a:pt x="74384" y="43627"/>
                  </a:lnTo>
                  <a:lnTo>
                    <a:pt x="111263" y="20183"/>
                  </a:lnTo>
                  <a:lnTo>
                    <a:pt x="153075" y="5244"/>
                  </a:lnTo>
                  <a:lnTo>
                    <a:pt x="198627" y="0"/>
                  </a:lnTo>
                  <a:lnTo>
                    <a:pt x="2224150" y="0"/>
                  </a:lnTo>
                  <a:lnTo>
                    <a:pt x="2269703" y="5244"/>
                  </a:lnTo>
                  <a:lnTo>
                    <a:pt x="2311515" y="20183"/>
                  </a:lnTo>
                  <a:lnTo>
                    <a:pt x="2348394" y="43627"/>
                  </a:lnTo>
                  <a:lnTo>
                    <a:pt x="2379151" y="74384"/>
                  </a:lnTo>
                  <a:lnTo>
                    <a:pt x="2402595" y="111263"/>
                  </a:lnTo>
                  <a:lnTo>
                    <a:pt x="2417534" y="153075"/>
                  </a:lnTo>
                  <a:lnTo>
                    <a:pt x="2422779" y="198628"/>
                  </a:lnTo>
                  <a:lnTo>
                    <a:pt x="2422779" y="992962"/>
                  </a:lnTo>
                  <a:lnTo>
                    <a:pt x="2417534" y="1038501"/>
                  </a:lnTo>
                  <a:lnTo>
                    <a:pt x="2402595" y="1080304"/>
                  </a:lnTo>
                  <a:lnTo>
                    <a:pt x="2379151" y="1117179"/>
                  </a:lnTo>
                  <a:lnTo>
                    <a:pt x="2348394" y="1147935"/>
                  </a:lnTo>
                  <a:lnTo>
                    <a:pt x="2311515" y="1171379"/>
                  </a:lnTo>
                  <a:lnTo>
                    <a:pt x="2269703" y="1186319"/>
                  </a:lnTo>
                  <a:lnTo>
                    <a:pt x="2224150" y="1191564"/>
                  </a:lnTo>
                  <a:lnTo>
                    <a:pt x="198627" y="1191564"/>
                  </a:lnTo>
                  <a:lnTo>
                    <a:pt x="153075" y="1186319"/>
                  </a:lnTo>
                  <a:lnTo>
                    <a:pt x="111263" y="1171379"/>
                  </a:lnTo>
                  <a:lnTo>
                    <a:pt x="74384" y="1147935"/>
                  </a:lnTo>
                  <a:lnTo>
                    <a:pt x="43627" y="1117179"/>
                  </a:lnTo>
                  <a:lnTo>
                    <a:pt x="20183" y="1080304"/>
                  </a:lnTo>
                  <a:lnTo>
                    <a:pt x="5244" y="1038501"/>
                  </a:lnTo>
                  <a:lnTo>
                    <a:pt x="0" y="992962"/>
                  </a:lnTo>
                  <a:lnTo>
                    <a:pt x="0" y="198628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6256380" y="8045525"/>
              <a:ext cx="1216660" cy="271780"/>
            </a:xfrm>
            <a:custGeom>
              <a:avLst/>
              <a:gdLst/>
              <a:ahLst/>
              <a:cxnLst/>
              <a:rect l="l" t="t" r="r" b="b"/>
              <a:pathLst>
                <a:path w="1216659" h="271779">
                  <a:moveTo>
                    <a:pt x="1216202" y="0"/>
                  </a:moveTo>
                  <a:lnTo>
                    <a:pt x="0" y="0"/>
                  </a:lnTo>
                  <a:lnTo>
                    <a:pt x="0" y="271195"/>
                  </a:lnTo>
                  <a:lnTo>
                    <a:pt x="1216202" y="271195"/>
                  </a:lnTo>
                  <a:lnTo>
                    <a:pt x="1216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8" name="object 13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6539725" y="8490991"/>
              <a:ext cx="800706" cy="504791"/>
            </a:xfrm>
            <a:prstGeom prst="rect">
              <a:avLst/>
            </a:prstGeom>
          </p:spPr>
        </p:pic>
      </p:grpSp>
      <p:sp>
        <p:nvSpPr>
          <p:cNvPr id="139" name="object 139"/>
          <p:cNvSpPr txBox="1"/>
          <p:nvPr/>
        </p:nvSpPr>
        <p:spPr>
          <a:xfrm>
            <a:off x="16413607" y="8027289"/>
            <a:ext cx="88646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50" dirty="0">
                <a:solidFill>
                  <a:srgbClr val="073762"/>
                </a:solidFill>
                <a:latin typeface="Calibri"/>
                <a:cs typeface="Calibri"/>
              </a:rPr>
              <a:t>Analytics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15702725" y="4948284"/>
            <a:ext cx="2432685" cy="1252855"/>
            <a:chOff x="15702725" y="4948284"/>
            <a:chExt cx="2432685" cy="1252855"/>
          </a:xfrm>
        </p:grpSpPr>
        <p:sp>
          <p:nvSpPr>
            <p:cNvPr id="141" name="object 141"/>
            <p:cNvSpPr/>
            <p:nvPr/>
          </p:nvSpPr>
          <p:spPr>
            <a:xfrm>
              <a:off x="15707487" y="5004688"/>
              <a:ext cx="2423160" cy="1191895"/>
            </a:xfrm>
            <a:custGeom>
              <a:avLst/>
              <a:gdLst/>
              <a:ahLst/>
              <a:cxnLst/>
              <a:rect l="l" t="t" r="r" b="b"/>
              <a:pathLst>
                <a:path w="2423159" h="1191895">
                  <a:moveTo>
                    <a:pt x="0" y="198627"/>
                  </a:moveTo>
                  <a:lnTo>
                    <a:pt x="5244" y="153075"/>
                  </a:lnTo>
                  <a:lnTo>
                    <a:pt x="20183" y="111263"/>
                  </a:lnTo>
                  <a:lnTo>
                    <a:pt x="43627" y="74384"/>
                  </a:lnTo>
                  <a:lnTo>
                    <a:pt x="74384" y="43627"/>
                  </a:lnTo>
                  <a:lnTo>
                    <a:pt x="111263" y="20183"/>
                  </a:lnTo>
                  <a:lnTo>
                    <a:pt x="153075" y="5244"/>
                  </a:lnTo>
                  <a:lnTo>
                    <a:pt x="198628" y="0"/>
                  </a:lnTo>
                  <a:lnTo>
                    <a:pt x="2224278" y="0"/>
                  </a:lnTo>
                  <a:lnTo>
                    <a:pt x="2269783" y="5244"/>
                  </a:lnTo>
                  <a:lnTo>
                    <a:pt x="2311561" y="20183"/>
                  </a:lnTo>
                  <a:lnTo>
                    <a:pt x="2348418" y="43627"/>
                  </a:lnTo>
                  <a:lnTo>
                    <a:pt x="2379161" y="74384"/>
                  </a:lnTo>
                  <a:lnTo>
                    <a:pt x="2402598" y="111263"/>
                  </a:lnTo>
                  <a:lnTo>
                    <a:pt x="2417534" y="153075"/>
                  </a:lnTo>
                  <a:lnTo>
                    <a:pt x="2422779" y="198627"/>
                  </a:lnTo>
                  <a:lnTo>
                    <a:pt x="2422779" y="993013"/>
                  </a:lnTo>
                  <a:lnTo>
                    <a:pt x="2417534" y="1038565"/>
                  </a:lnTo>
                  <a:lnTo>
                    <a:pt x="2402598" y="1080377"/>
                  </a:lnTo>
                  <a:lnTo>
                    <a:pt x="2379161" y="1117256"/>
                  </a:lnTo>
                  <a:lnTo>
                    <a:pt x="2348418" y="1148013"/>
                  </a:lnTo>
                  <a:lnTo>
                    <a:pt x="2311561" y="1171457"/>
                  </a:lnTo>
                  <a:lnTo>
                    <a:pt x="2269783" y="1186396"/>
                  </a:lnTo>
                  <a:lnTo>
                    <a:pt x="2224278" y="1191640"/>
                  </a:lnTo>
                  <a:lnTo>
                    <a:pt x="198628" y="1191640"/>
                  </a:lnTo>
                  <a:lnTo>
                    <a:pt x="153075" y="1186396"/>
                  </a:lnTo>
                  <a:lnTo>
                    <a:pt x="111263" y="1171457"/>
                  </a:lnTo>
                  <a:lnTo>
                    <a:pt x="74384" y="1148013"/>
                  </a:lnTo>
                  <a:lnTo>
                    <a:pt x="43627" y="1117256"/>
                  </a:lnTo>
                  <a:lnTo>
                    <a:pt x="20183" y="1080377"/>
                  </a:lnTo>
                  <a:lnTo>
                    <a:pt x="5244" y="1038565"/>
                  </a:lnTo>
                  <a:lnTo>
                    <a:pt x="0" y="993013"/>
                  </a:lnTo>
                  <a:lnTo>
                    <a:pt x="0" y="198627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6344900" y="4948284"/>
              <a:ext cx="1216660" cy="126364"/>
            </a:xfrm>
            <a:custGeom>
              <a:avLst/>
              <a:gdLst/>
              <a:ahLst/>
              <a:cxnLst/>
              <a:rect l="l" t="t" r="r" b="b"/>
              <a:pathLst>
                <a:path w="1216659" h="126364">
                  <a:moveTo>
                    <a:pt x="1216202" y="0"/>
                  </a:moveTo>
                  <a:lnTo>
                    <a:pt x="0" y="0"/>
                  </a:lnTo>
                  <a:lnTo>
                    <a:pt x="0" y="126000"/>
                  </a:lnTo>
                  <a:lnTo>
                    <a:pt x="1216202" y="126000"/>
                  </a:lnTo>
                  <a:lnTo>
                    <a:pt x="1216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3" name="object 14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5933674" y="5306567"/>
              <a:ext cx="1924811" cy="659637"/>
            </a:xfrm>
            <a:prstGeom prst="rect">
              <a:avLst/>
            </a:prstGeom>
          </p:spPr>
        </p:pic>
      </p:grpSp>
      <p:grpSp>
        <p:nvGrpSpPr>
          <p:cNvPr id="144" name="object 144"/>
          <p:cNvGrpSpPr/>
          <p:nvPr/>
        </p:nvGrpSpPr>
        <p:grpSpPr>
          <a:xfrm>
            <a:off x="15723933" y="6494424"/>
            <a:ext cx="2432685" cy="1283335"/>
            <a:chOff x="15723933" y="6494424"/>
            <a:chExt cx="2432685" cy="1283335"/>
          </a:xfrm>
        </p:grpSpPr>
        <p:sp>
          <p:nvSpPr>
            <p:cNvPr id="145" name="object 145"/>
            <p:cNvSpPr/>
            <p:nvPr/>
          </p:nvSpPr>
          <p:spPr>
            <a:xfrm>
              <a:off x="15728695" y="6581267"/>
              <a:ext cx="2423160" cy="1191895"/>
            </a:xfrm>
            <a:custGeom>
              <a:avLst/>
              <a:gdLst/>
              <a:ahLst/>
              <a:cxnLst/>
              <a:rect l="l" t="t" r="r" b="b"/>
              <a:pathLst>
                <a:path w="2423159" h="1191895">
                  <a:moveTo>
                    <a:pt x="0" y="198627"/>
                  </a:moveTo>
                  <a:lnTo>
                    <a:pt x="5244" y="153075"/>
                  </a:lnTo>
                  <a:lnTo>
                    <a:pt x="20183" y="111263"/>
                  </a:lnTo>
                  <a:lnTo>
                    <a:pt x="43627" y="74384"/>
                  </a:lnTo>
                  <a:lnTo>
                    <a:pt x="74384" y="43627"/>
                  </a:lnTo>
                  <a:lnTo>
                    <a:pt x="111263" y="20183"/>
                  </a:lnTo>
                  <a:lnTo>
                    <a:pt x="153075" y="5244"/>
                  </a:lnTo>
                  <a:lnTo>
                    <a:pt x="198627" y="0"/>
                  </a:lnTo>
                  <a:lnTo>
                    <a:pt x="2224150" y="0"/>
                  </a:lnTo>
                  <a:lnTo>
                    <a:pt x="2269703" y="5244"/>
                  </a:lnTo>
                  <a:lnTo>
                    <a:pt x="2311515" y="20183"/>
                  </a:lnTo>
                  <a:lnTo>
                    <a:pt x="2348394" y="43627"/>
                  </a:lnTo>
                  <a:lnTo>
                    <a:pt x="2379151" y="74384"/>
                  </a:lnTo>
                  <a:lnTo>
                    <a:pt x="2402595" y="111263"/>
                  </a:lnTo>
                  <a:lnTo>
                    <a:pt x="2417534" y="153075"/>
                  </a:lnTo>
                  <a:lnTo>
                    <a:pt x="2422779" y="198627"/>
                  </a:lnTo>
                  <a:lnTo>
                    <a:pt x="2422779" y="993012"/>
                  </a:lnTo>
                  <a:lnTo>
                    <a:pt x="2417534" y="1038518"/>
                  </a:lnTo>
                  <a:lnTo>
                    <a:pt x="2402595" y="1080296"/>
                  </a:lnTo>
                  <a:lnTo>
                    <a:pt x="2379151" y="1117153"/>
                  </a:lnTo>
                  <a:lnTo>
                    <a:pt x="2348394" y="1147896"/>
                  </a:lnTo>
                  <a:lnTo>
                    <a:pt x="2311515" y="1171333"/>
                  </a:lnTo>
                  <a:lnTo>
                    <a:pt x="2269703" y="1186269"/>
                  </a:lnTo>
                  <a:lnTo>
                    <a:pt x="2224150" y="1191513"/>
                  </a:lnTo>
                  <a:lnTo>
                    <a:pt x="198627" y="1191513"/>
                  </a:lnTo>
                  <a:lnTo>
                    <a:pt x="153075" y="1186269"/>
                  </a:lnTo>
                  <a:lnTo>
                    <a:pt x="111263" y="1171333"/>
                  </a:lnTo>
                  <a:lnTo>
                    <a:pt x="74384" y="1147896"/>
                  </a:lnTo>
                  <a:lnTo>
                    <a:pt x="43627" y="1117153"/>
                  </a:lnTo>
                  <a:lnTo>
                    <a:pt x="20183" y="1080296"/>
                  </a:lnTo>
                  <a:lnTo>
                    <a:pt x="5244" y="1038518"/>
                  </a:lnTo>
                  <a:lnTo>
                    <a:pt x="0" y="993012"/>
                  </a:lnTo>
                  <a:lnTo>
                    <a:pt x="0" y="198627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5927324" y="6494424"/>
              <a:ext cx="1973580" cy="264160"/>
            </a:xfrm>
            <a:custGeom>
              <a:avLst/>
              <a:gdLst/>
              <a:ahLst/>
              <a:cxnLst/>
              <a:rect l="l" t="t" r="r" b="b"/>
              <a:pathLst>
                <a:path w="1973580" h="264159">
                  <a:moveTo>
                    <a:pt x="1973440" y="0"/>
                  </a:moveTo>
                  <a:lnTo>
                    <a:pt x="0" y="0"/>
                  </a:lnTo>
                  <a:lnTo>
                    <a:pt x="0" y="181203"/>
                  </a:lnTo>
                  <a:lnTo>
                    <a:pt x="341376" y="181203"/>
                  </a:lnTo>
                  <a:lnTo>
                    <a:pt x="341376" y="264134"/>
                  </a:lnTo>
                  <a:lnTo>
                    <a:pt x="1557578" y="264134"/>
                  </a:lnTo>
                  <a:lnTo>
                    <a:pt x="1557578" y="181203"/>
                  </a:lnTo>
                  <a:lnTo>
                    <a:pt x="1973440" y="181203"/>
                  </a:lnTo>
                  <a:lnTo>
                    <a:pt x="1973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7" name="object 14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6202216" y="6884385"/>
              <a:ext cx="1479579" cy="618746"/>
            </a:xfrm>
            <a:prstGeom prst="rect">
              <a:avLst/>
            </a:prstGeom>
          </p:spPr>
        </p:pic>
      </p:grpSp>
      <p:grpSp>
        <p:nvGrpSpPr>
          <p:cNvPr id="148" name="object 148"/>
          <p:cNvGrpSpPr/>
          <p:nvPr/>
        </p:nvGrpSpPr>
        <p:grpSpPr>
          <a:xfrm>
            <a:off x="15702725" y="2099500"/>
            <a:ext cx="2432685" cy="2642235"/>
            <a:chOff x="15702725" y="2099500"/>
            <a:chExt cx="2432685" cy="2642235"/>
          </a:xfrm>
        </p:grpSpPr>
        <p:sp>
          <p:nvSpPr>
            <p:cNvPr id="149" name="object 149"/>
            <p:cNvSpPr/>
            <p:nvPr/>
          </p:nvSpPr>
          <p:spPr>
            <a:xfrm>
              <a:off x="15707487" y="2104263"/>
              <a:ext cx="2423160" cy="2632710"/>
            </a:xfrm>
            <a:custGeom>
              <a:avLst/>
              <a:gdLst/>
              <a:ahLst/>
              <a:cxnLst/>
              <a:rect l="l" t="t" r="r" b="b"/>
              <a:pathLst>
                <a:path w="2423159" h="2632710">
                  <a:moveTo>
                    <a:pt x="0" y="403859"/>
                  </a:moveTo>
                  <a:lnTo>
                    <a:pt x="2717" y="356767"/>
                  </a:lnTo>
                  <a:lnTo>
                    <a:pt x="10667" y="311269"/>
                  </a:lnTo>
                  <a:lnTo>
                    <a:pt x="23548" y="267668"/>
                  </a:lnTo>
                  <a:lnTo>
                    <a:pt x="41054" y="226267"/>
                  </a:lnTo>
                  <a:lnTo>
                    <a:pt x="62884" y="187370"/>
                  </a:lnTo>
                  <a:lnTo>
                    <a:pt x="88734" y="151280"/>
                  </a:lnTo>
                  <a:lnTo>
                    <a:pt x="118300" y="118300"/>
                  </a:lnTo>
                  <a:lnTo>
                    <a:pt x="151280" y="88734"/>
                  </a:lnTo>
                  <a:lnTo>
                    <a:pt x="187370" y="62884"/>
                  </a:lnTo>
                  <a:lnTo>
                    <a:pt x="226267" y="41054"/>
                  </a:lnTo>
                  <a:lnTo>
                    <a:pt x="267668" y="23548"/>
                  </a:lnTo>
                  <a:lnTo>
                    <a:pt x="311269" y="10667"/>
                  </a:lnTo>
                  <a:lnTo>
                    <a:pt x="356767" y="2717"/>
                  </a:lnTo>
                  <a:lnTo>
                    <a:pt x="403859" y="0"/>
                  </a:lnTo>
                  <a:lnTo>
                    <a:pt x="2019046" y="0"/>
                  </a:lnTo>
                  <a:lnTo>
                    <a:pt x="2066136" y="2717"/>
                  </a:lnTo>
                  <a:lnTo>
                    <a:pt x="2111629" y="10668"/>
                  </a:lnTo>
                  <a:lnTo>
                    <a:pt x="2155222" y="23548"/>
                  </a:lnTo>
                  <a:lnTo>
                    <a:pt x="2196613" y="41054"/>
                  </a:lnTo>
                  <a:lnTo>
                    <a:pt x="2235498" y="62884"/>
                  </a:lnTo>
                  <a:lnTo>
                    <a:pt x="2271575" y="88734"/>
                  </a:lnTo>
                  <a:lnTo>
                    <a:pt x="2304541" y="118300"/>
                  </a:lnTo>
                  <a:lnTo>
                    <a:pt x="2334094" y="151280"/>
                  </a:lnTo>
                  <a:lnTo>
                    <a:pt x="2359931" y="187370"/>
                  </a:lnTo>
                  <a:lnTo>
                    <a:pt x="2381749" y="226267"/>
                  </a:lnTo>
                  <a:lnTo>
                    <a:pt x="2399245" y="267668"/>
                  </a:lnTo>
                  <a:lnTo>
                    <a:pt x="2412118" y="311269"/>
                  </a:lnTo>
                  <a:lnTo>
                    <a:pt x="2420063" y="356767"/>
                  </a:lnTo>
                  <a:lnTo>
                    <a:pt x="2422779" y="403859"/>
                  </a:lnTo>
                  <a:lnTo>
                    <a:pt x="2422779" y="2228341"/>
                  </a:lnTo>
                  <a:lnTo>
                    <a:pt x="2420063" y="2275457"/>
                  </a:lnTo>
                  <a:lnTo>
                    <a:pt x="2412118" y="2320972"/>
                  </a:lnTo>
                  <a:lnTo>
                    <a:pt x="2399245" y="2364584"/>
                  </a:lnTo>
                  <a:lnTo>
                    <a:pt x="2381749" y="2405990"/>
                  </a:lnTo>
                  <a:lnTo>
                    <a:pt x="2359931" y="2444887"/>
                  </a:lnTo>
                  <a:lnTo>
                    <a:pt x="2334094" y="2480974"/>
                  </a:lnTo>
                  <a:lnTo>
                    <a:pt x="2304542" y="2513949"/>
                  </a:lnTo>
                  <a:lnTo>
                    <a:pt x="2271575" y="2543507"/>
                  </a:lnTo>
                  <a:lnTo>
                    <a:pt x="2235498" y="2569348"/>
                  </a:lnTo>
                  <a:lnTo>
                    <a:pt x="2196613" y="2591169"/>
                  </a:lnTo>
                  <a:lnTo>
                    <a:pt x="2155222" y="2608667"/>
                  </a:lnTo>
                  <a:lnTo>
                    <a:pt x="2111629" y="2621540"/>
                  </a:lnTo>
                  <a:lnTo>
                    <a:pt x="2066136" y="2629486"/>
                  </a:lnTo>
                  <a:lnTo>
                    <a:pt x="2019046" y="2632201"/>
                  </a:lnTo>
                  <a:lnTo>
                    <a:pt x="403859" y="2632201"/>
                  </a:lnTo>
                  <a:lnTo>
                    <a:pt x="356767" y="2629486"/>
                  </a:lnTo>
                  <a:lnTo>
                    <a:pt x="311269" y="2621540"/>
                  </a:lnTo>
                  <a:lnTo>
                    <a:pt x="267668" y="2608667"/>
                  </a:lnTo>
                  <a:lnTo>
                    <a:pt x="226267" y="2591169"/>
                  </a:lnTo>
                  <a:lnTo>
                    <a:pt x="187370" y="2569348"/>
                  </a:lnTo>
                  <a:lnTo>
                    <a:pt x="151280" y="2543507"/>
                  </a:lnTo>
                  <a:lnTo>
                    <a:pt x="118300" y="2513949"/>
                  </a:lnTo>
                  <a:lnTo>
                    <a:pt x="88734" y="2480974"/>
                  </a:lnTo>
                  <a:lnTo>
                    <a:pt x="62884" y="2444887"/>
                  </a:lnTo>
                  <a:lnTo>
                    <a:pt x="41054" y="2405990"/>
                  </a:lnTo>
                  <a:lnTo>
                    <a:pt x="23548" y="2364584"/>
                  </a:lnTo>
                  <a:lnTo>
                    <a:pt x="10667" y="2320972"/>
                  </a:lnTo>
                  <a:lnTo>
                    <a:pt x="2717" y="2275457"/>
                  </a:lnTo>
                  <a:lnTo>
                    <a:pt x="0" y="2228341"/>
                  </a:lnTo>
                  <a:lnTo>
                    <a:pt x="0" y="403859"/>
                  </a:lnTo>
                  <a:close/>
                </a:path>
              </a:pathLst>
            </a:custGeom>
            <a:ln w="9525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6015393" y="3615131"/>
              <a:ext cx="665008" cy="496579"/>
            </a:xfrm>
            <a:prstGeom prst="rect">
              <a:avLst/>
            </a:prstGeom>
          </p:spPr>
        </p:pic>
        <p:pic>
          <p:nvPicPr>
            <p:cNvPr id="151" name="object 1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7200626" y="3555420"/>
              <a:ext cx="738898" cy="585709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7131472" y="2331689"/>
              <a:ext cx="793756" cy="826096"/>
            </a:xfrm>
            <a:prstGeom prst="rect">
              <a:avLst/>
            </a:prstGeom>
          </p:spPr>
        </p:pic>
        <p:pic>
          <p:nvPicPr>
            <p:cNvPr id="153" name="object 1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5947956" y="2505919"/>
              <a:ext cx="706571" cy="611174"/>
            </a:xfrm>
            <a:prstGeom prst="rect">
              <a:avLst/>
            </a:prstGeom>
          </p:spPr>
        </p:pic>
      </p:grpSp>
      <p:sp>
        <p:nvSpPr>
          <p:cNvPr id="154" name="object 154"/>
          <p:cNvSpPr txBox="1"/>
          <p:nvPr/>
        </p:nvSpPr>
        <p:spPr>
          <a:xfrm>
            <a:off x="17083278" y="3193541"/>
            <a:ext cx="89217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00" dirty="0">
                <a:solidFill>
                  <a:srgbClr val="073762"/>
                </a:solidFill>
                <a:latin typeface="Calibri"/>
                <a:cs typeface="Calibri"/>
              </a:rPr>
              <a:t>Optimization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5931641" y="4203573"/>
            <a:ext cx="87185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90" dirty="0">
                <a:solidFill>
                  <a:srgbClr val="073762"/>
                </a:solidFill>
                <a:latin typeface="Calibri"/>
                <a:cs typeface="Calibri"/>
              </a:rPr>
              <a:t>Notifications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7225517" y="4198747"/>
            <a:ext cx="6908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10" dirty="0">
                <a:solidFill>
                  <a:srgbClr val="073762"/>
                </a:solidFill>
                <a:latin typeface="Calibri"/>
                <a:cs typeface="Calibri"/>
              </a:rPr>
              <a:t>Reporting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5915893" y="3224276"/>
            <a:ext cx="8185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20" dirty="0">
                <a:solidFill>
                  <a:srgbClr val="073762"/>
                </a:solidFill>
                <a:latin typeface="Calibri"/>
                <a:cs typeface="Calibri"/>
              </a:rPr>
              <a:t>Dashboards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58" name="object 158"/>
          <p:cNvSpPr/>
          <p:nvPr/>
        </p:nvSpPr>
        <p:spPr>
          <a:xfrm>
            <a:off x="16127221" y="2050199"/>
            <a:ext cx="1537970" cy="100965"/>
          </a:xfrm>
          <a:custGeom>
            <a:avLst/>
            <a:gdLst/>
            <a:ahLst/>
            <a:cxnLst/>
            <a:rect l="l" t="t" r="r" b="b"/>
            <a:pathLst>
              <a:path w="1537969" h="100964">
                <a:moveTo>
                  <a:pt x="1537842" y="0"/>
                </a:moveTo>
                <a:lnTo>
                  <a:pt x="0" y="0"/>
                </a:lnTo>
                <a:lnTo>
                  <a:pt x="0" y="100799"/>
                </a:lnTo>
                <a:lnTo>
                  <a:pt x="1537842" y="100799"/>
                </a:lnTo>
                <a:lnTo>
                  <a:pt x="153784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 txBox="1"/>
          <p:nvPr/>
        </p:nvSpPr>
        <p:spPr>
          <a:xfrm>
            <a:off x="16297783" y="1953513"/>
            <a:ext cx="119888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160" dirty="0">
                <a:solidFill>
                  <a:srgbClr val="073762"/>
                </a:solidFill>
                <a:latin typeface="Calibri"/>
                <a:cs typeface="Calibri"/>
              </a:rPr>
              <a:t>Clients</a:t>
            </a:r>
            <a:r>
              <a:rPr sz="1400" b="1" spc="85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400" b="1" spc="190" dirty="0">
                <a:solidFill>
                  <a:srgbClr val="073762"/>
                </a:solidFill>
                <a:latin typeface="Calibri"/>
                <a:cs typeface="Calibri"/>
              </a:rPr>
              <a:t>Apps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6474566" y="4877180"/>
            <a:ext cx="1028700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165" dirty="0">
                <a:solidFill>
                  <a:srgbClr val="073762"/>
                </a:solidFill>
                <a:latin typeface="Calibri"/>
                <a:cs typeface="Calibri"/>
              </a:rPr>
              <a:t>SIEM</a:t>
            </a:r>
            <a:r>
              <a:rPr sz="1400" b="1" spc="65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400" b="1" spc="140" dirty="0">
                <a:solidFill>
                  <a:srgbClr val="073762"/>
                </a:solidFill>
                <a:latin typeface="Calibri"/>
                <a:cs typeface="Calibri"/>
              </a:rPr>
              <a:t>Tools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61" name="object 161"/>
          <p:cNvGrpSpPr/>
          <p:nvPr/>
        </p:nvGrpSpPr>
        <p:grpSpPr>
          <a:xfrm>
            <a:off x="14582775" y="8316705"/>
            <a:ext cx="2879725" cy="744220"/>
            <a:chOff x="14582775" y="8316705"/>
            <a:chExt cx="2879725" cy="744220"/>
          </a:xfrm>
        </p:grpSpPr>
        <p:sp>
          <p:nvSpPr>
            <p:cNvPr id="162" name="object 162"/>
            <p:cNvSpPr/>
            <p:nvPr/>
          </p:nvSpPr>
          <p:spPr>
            <a:xfrm>
              <a:off x="16245839" y="8316705"/>
              <a:ext cx="1216660" cy="126364"/>
            </a:xfrm>
            <a:custGeom>
              <a:avLst/>
              <a:gdLst/>
              <a:ahLst/>
              <a:cxnLst/>
              <a:rect l="l" t="t" r="r" b="b"/>
              <a:pathLst>
                <a:path w="1216659" h="126365">
                  <a:moveTo>
                    <a:pt x="1216202" y="0"/>
                  </a:moveTo>
                  <a:lnTo>
                    <a:pt x="0" y="0"/>
                  </a:lnTo>
                  <a:lnTo>
                    <a:pt x="0" y="126000"/>
                  </a:lnTo>
                  <a:lnTo>
                    <a:pt x="1216202" y="126000"/>
                  </a:lnTo>
                  <a:lnTo>
                    <a:pt x="12162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14582775" y="8354187"/>
              <a:ext cx="1123315" cy="706755"/>
            </a:xfrm>
            <a:custGeom>
              <a:avLst/>
              <a:gdLst/>
              <a:ahLst/>
              <a:cxnLst/>
              <a:rect l="l" t="t" r="r" b="b"/>
              <a:pathLst>
                <a:path w="1123315" h="706754">
                  <a:moveTo>
                    <a:pt x="770128" y="0"/>
                  </a:moveTo>
                  <a:lnTo>
                    <a:pt x="770128" y="176657"/>
                  </a:lnTo>
                  <a:lnTo>
                    <a:pt x="353186" y="176657"/>
                  </a:lnTo>
                  <a:lnTo>
                    <a:pt x="353186" y="0"/>
                  </a:lnTo>
                  <a:lnTo>
                    <a:pt x="0" y="353187"/>
                  </a:lnTo>
                  <a:lnTo>
                    <a:pt x="353186" y="706259"/>
                  </a:lnTo>
                  <a:lnTo>
                    <a:pt x="353186" y="529717"/>
                  </a:lnTo>
                  <a:lnTo>
                    <a:pt x="770128" y="529717"/>
                  </a:lnTo>
                  <a:lnTo>
                    <a:pt x="770128" y="706259"/>
                  </a:lnTo>
                  <a:lnTo>
                    <a:pt x="1123188" y="353187"/>
                  </a:lnTo>
                  <a:lnTo>
                    <a:pt x="770128" y="0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4" name="object 164"/>
          <p:cNvSpPr txBox="1"/>
          <p:nvPr/>
        </p:nvSpPr>
        <p:spPr>
          <a:xfrm>
            <a:off x="16010382" y="6425564"/>
            <a:ext cx="181419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240" dirty="0">
                <a:solidFill>
                  <a:srgbClr val="073762"/>
                </a:solidFill>
                <a:latin typeface="Calibri"/>
                <a:cs typeface="Calibri"/>
              </a:rPr>
              <a:t>Long</a:t>
            </a:r>
            <a:r>
              <a:rPr sz="1400" b="1" spc="65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400" b="1" spc="190" dirty="0">
                <a:solidFill>
                  <a:srgbClr val="073762"/>
                </a:solidFill>
                <a:latin typeface="Calibri"/>
                <a:cs typeface="Calibri"/>
              </a:rPr>
              <a:t>Term</a:t>
            </a:r>
            <a:r>
              <a:rPr sz="1400" b="1" spc="80" dirty="0">
                <a:solidFill>
                  <a:srgbClr val="073762"/>
                </a:solidFill>
                <a:latin typeface="Calibri"/>
                <a:cs typeface="Calibri"/>
              </a:rPr>
              <a:t> </a:t>
            </a:r>
            <a:r>
              <a:rPr sz="1400" b="1" spc="170" dirty="0">
                <a:solidFill>
                  <a:srgbClr val="073762"/>
                </a:solidFill>
                <a:latin typeface="Calibri"/>
                <a:cs typeface="Calibri"/>
              </a:rPr>
              <a:t>Storage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165" name="object 165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752333" y="2047659"/>
            <a:ext cx="624840" cy="373341"/>
          </a:xfrm>
          <a:prstGeom prst="rect">
            <a:avLst/>
          </a:prstGeom>
        </p:spPr>
      </p:pic>
      <p:pic>
        <p:nvPicPr>
          <p:cNvPr id="166" name="object 166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9619360" y="2039073"/>
            <a:ext cx="1144917" cy="356400"/>
          </a:xfrm>
          <a:prstGeom prst="rect">
            <a:avLst/>
          </a:prstGeom>
        </p:spPr>
      </p:pic>
      <p:grpSp>
        <p:nvGrpSpPr>
          <p:cNvPr id="167" name="object 167"/>
          <p:cNvGrpSpPr/>
          <p:nvPr/>
        </p:nvGrpSpPr>
        <p:grpSpPr>
          <a:xfrm>
            <a:off x="7457185" y="8997759"/>
            <a:ext cx="3068955" cy="467359"/>
            <a:chOff x="7457185" y="8997759"/>
            <a:chExt cx="3068955" cy="467359"/>
          </a:xfrm>
        </p:grpSpPr>
        <p:pic>
          <p:nvPicPr>
            <p:cNvPr id="168" name="object 168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201275" y="9102902"/>
              <a:ext cx="324611" cy="326135"/>
            </a:xfrm>
            <a:prstGeom prst="rect">
              <a:avLst/>
            </a:prstGeom>
          </p:spPr>
        </p:pic>
        <p:pic>
          <p:nvPicPr>
            <p:cNvPr id="169" name="object 169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57185" y="8997759"/>
              <a:ext cx="410514" cy="412330"/>
            </a:xfrm>
            <a:prstGeom prst="rect">
              <a:avLst/>
            </a:prstGeom>
          </p:spPr>
        </p:pic>
        <p:sp>
          <p:nvSpPr>
            <p:cNvPr id="170" name="object 170"/>
            <p:cNvSpPr/>
            <p:nvPr/>
          </p:nvSpPr>
          <p:spPr>
            <a:xfrm>
              <a:off x="7899653" y="9238665"/>
              <a:ext cx="2269490" cy="83820"/>
            </a:xfrm>
            <a:custGeom>
              <a:avLst/>
              <a:gdLst/>
              <a:ahLst/>
              <a:cxnLst/>
              <a:rect l="l" t="t" r="r" b="b"/>
              <a:pathLst>
                <a:path w="2269490" h="83820">
                  <a:moveTo>
                    <a:pt x="76073" y="7543"/>
                  </a:moveTo>
                  <a:lnTo>
                    <a:pt x="0" y="45910"/>
                  </a:lnTo>
                  <a:lnTo>
                    <a:pt x="76326" y="83731"/>
                  </a:lnTo>
                  <a:lnTo>
                    <a:pt x="76231" y="55206"/>
                  </a:lnTo>
                  <a:lnTo>
                    <a:pt x="63626" y="55206"/>
                  </a:lnTo>
                  <a:lnTo>
                    <a:pt x="63500" y="36156"/>
                  </a:lnTo>
                  <a:lnTo>
                    <a:pt x="76168" y="36156"/>
                  </a:lnTo>
                  <a:lnTo>
                    <a:pt x="76073" y="7543"/>
                  </a:lnTo>
                  <a:close/>
                </a:path>
                <a:path w="2269490" h="83820">
                  <a:moveTo>
                    <a:pt x="2193163" y="0"/>
                  </a:moveTo>
                  <a:lnTo>
                    <a:pt x="2193258" y="28569"/>
                  </a:lnTo>
                  <a:lnTo>
                    <a:pt x="2193316" y="45910"/>
                  </a:lnTo>
                  <a:lnTo>
                    <a:pt x="2193417" y="76200"/>
                  </a:lnTo>
                  <a:lnTo>
                    <a:pt x="2250086" y="47619"/>
                  </a:lnTo>
                  <a:lnTo>
                    <a:pt x="2205990" y="47619"/>
                  </a:lnTo>
                  <a:lnTo>
                    <a:pt x="2205990" y="28569"/>
                  </a:lnTo>
                  <a:lnTo>
                    <a:pt x="2250800" y="28569"/>
                  </a:lnTo>
                  <a:lnTo>
                    <a:pt x="2193163" y="0"/>
                  </a:lnTo>
                  <a:close/>
                </a:path>
                <a:path w="2269490" h="83820">
                  <a:moveTo>
                    <a:pt x="2193258" y="28569"/>
                  </a:moveTo>
                  <a:lnTo>
                    <a:pt x="63500" y="36156"/>
                  </a:lnTo>
                  <a:lnTo>
                    <a:pt x="63626" y="55206"/>
                  </a:lnTo>
                  <a:lnTo>
                    <a:pt x="76231" y="55206"/>
                  </a:lnTo>
                  <a:lnTo>
                    <a:pt x="76168" y="36156"/>
                  </a:lnTo>
                  <a:lnTo>
                    <a:pt x="2193283" y="36156"/>
                  </a:lnTo>
                  <a:lnTo>
                    <a:pt x="2193258" y="28569"/>
                  </a:lnTo>
                  <a:close/>
                </a:path>
                <a:path w="2269490" h="83820">
                  <a:moveTo>
                    <a:pt x="2193283" y="36156"/>
                  </a:moveTo>
                  <a:lnTo>
                    <a:pt x="76168" y="36156"/>
                  </a:lnTo>
                  <a:lnTo>
                    <a:pt x="76231" y="55206"/>
                  </a:lnTo>
                  <a:lnTo>
                    <a:pt x="63626" y="55206"/>
                  </a:lnTo>
                  <a:lnTo>
                    <a:pt x="2193321" y="47619"/>
                  </a:lnTo>
                  <a:lnTo>
                    <a:pt x="2193283" y="36156"/>
                  </a:lnTo>
                  <a:close/>
                </a:path>
                <a:path w="2269490" h="83820">
                  <a:moveTo>
                    <a:pt x="2250800" y="28569"/>
                  </a:moveTo>
                  <a:lnTo>
                    <a:pt x="2205990" y="28569"/>
                  </a:lnTo>
                  <a:lnTo>
                    <a:pt x="2205990" y="47619"/>
                  </a:lnTo>
                  <a:lnTo>
                    <a:pt x="2250086" y="47619"/>
                  </a:lnTo>
                  <a:lnTo>
                    <a:pt x="2269490" y="37833"/>
                  </a:lnTo>
                  <a:lnTo>
                    <a:pt x="2250800" y="28569"/>
                  </a:lnTo>
                  <a:close/>
                </a:path>
              </a:pathLst>
            </a:custGeom>
            <a:solidFill>
              <a:srgbClr val="003A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8104123" y="9077134"/>
              <a:ext cx="1853564" cy="378460"/>
            </a:xfrm>
            <a:custGeom>
              <a:avLst/>
              <a:gdLst/>
              <a:ahLst/>
              <a:cxnLst/>
              <a:rect l="l" t="t" r="r" b="b"/>
              <a:pathLst>
                <a:path w="1853565" h="378459">
                  <a:moveTo>
                    <a:pt x="1790573" y="0"/>
                  </a:moveTo>
                  <a:lnTo>
                    <a:pt x="62992" y="0"/>
                  </a:lnTo>
                  <a:lnTo>
                    <a:pt x="38469" y="4948"/>
                  </a:lnTo>
                  <a:lnTo>
                    <a:pt x="18446" y="18445"/>
                  </a:lnTo>
                  <a:lnTo>
                    <a:pt x="4949" y="38463"/>
                  </a:lnTo>
                  <a:lnTo>
                    <a:pt x="0" y="62979"/>
                  </a:lnTo>
                  <a:lnTo>
                    <a:pt x="0" y="314883"/>
                  </a:lnTo>
                  <a:lnTo>
                    <a:pt x="4949" y="339394"/>
                  </a:lnTo>
                  <a:lnTo>
                    <a:pt x="18446" y="359413"/>
                  </a:lnTo>
                  <a:lnTo>
                    <a:pt x="38469" y="372912"/>
                  </a:lnTo>
                  <a:lnTo>
                    <a:pt x="62992" y="377863"/>
                  </a:lnTo>
                  <a:lnTo>
                    <a:pt x="1790573" y="377863"/>
                  </a:lnTo>
                  <a:lnTo>
                    <a:pt x="1815095" y="372912"/>
                  </a:lnTo>
                  <a:lnTo>
                    <a:pt x="1835118" y="359413"/>
                  </a:lnTo>
                  <a:lnTo>
                    <a:pt x="1848615" y="339394"/>
                  </a:lnTo>
                  <a:lnTo>
                    <a:pt x="1853565" y="314883"/>
                  </a:lnTo>
                  <a:lnTo>
                    <a:pt x="1853565" y="62979"/>
                  </a:lnTo>
                  <a:lnTo>
                    <a:pt x="1848615" y="38463"/>
                  </a:lnTo>
                  <a:lnTo>
                    <a:pt x="1835118" y="18445"/>
                  </a:lnTo>
                  <a:lnTo>
                    <a:pt x="1815095" y="4948"/>
                  </a:lnTo>
                  <a:lnTo>
                    <a:pt x="17905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8104123" y="9077134"/>
              <a:ext cx="1853564" cy="378460"/>
            </a:xfrm>
            <a:custGeom>
              <a:avLst/>
              <a:gdLst/>
              <a:ahLst/>
              <a:cxnLst/>
              <a:rect l="l" t="t" r="r" b="b"/>
              <a:pathLst>
                <a:path w="1853565" h="378459">
                  <a:moveTo>
                    <a:pt x="0" y="62979"/>
                  </a:moveTo>
                  <a:lnTo>
                    <a:pt x="4949" y="38463"/>
                  </a:lnTo>
                  <a:lnTo>
                    <a:pt x="18446" y="18445"/>
                  </a:lnTo>
                  <a:lnTo>
                    <a:pt x="38469" y="4948"/>
                  </a:lnTo>
                  <a:lnTo>
                    <a:pt x="62992" y="0"/>
                  </a:lnTo>
                  <a:lnTo>
                    <a:pt x="1790573" y="0"/>
                  </a:lnTo>
                  <a:lnTo>
                    <a:pt x="1815095" y="4948"/>
                  </a:lnTo>
                  <a:lnTo>
                    <a:pt x="1835118" y="18445"/>
                  </a:lnTo>
                  <a:lnTo>
                    <a:pt x="1848615" y="38463"/>
                  </a:lnTo>
                  <a:lnTo>
                    <a:pt x="1853565" y="62979"/>
                  </a:lnTo>
                  <a:lnTo>
                    <a:pt x="1853565" y="314883"/>
                  </a:lnTo>
                  <a:lnTo>
                    <a:pt x="1848615" y="339394"/>
                  </a:lnTo>
                  <a:lnTo>
                    <a:pt x="1835118" y="359413"/>
                  </a:lnTo>
                  <a:lnTo>
                    <a:pt x="1815095" y="372912"/>
                  </a:lnTo>
                  <a:lnTo>
                    <a:pt x="1790573" y="377863"/>
                  </a:lnTo>
                  <a:lnTo>
                    <a:pt x="62992" y="377863"/>
                  </a:lnTo>
                  <a:lnTo>
                    <a:pt x="38469" y="372912"/>
                  </a:lnTo>
                  <a:lnTo>
                    <a:pt x="18446" y="359413"/>
                  </a:lnTo>
                  <a:lnTo>
                    <a:pt x="4949" y="339394"/>
                  </a:lnTo>
                  <a:lnTo>
                    <a:pt x="0" y="314883"/>
                  </a:lnTo>
                  <a:lnTo>
                    <a:pt x="0" y="62979"/>
                  </a:lnTo>
                  <a:close/>
                </a:path>
              </a:pathLst>
            </a:custGeom>
            <a:ln w="19049">
              <a:solidFill>
                <a:srgbClr val="003A4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3" name="object 17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8234552" y="9082087"/>
              <a:ext cx="358978" cy="367207"/>
            </a:xfrm>
            <a:prstGeom prst="rect">
              <a:avLst/>
            </a:prstGeom>
          </p:spPr>
        </p:pic>
        <p:pic>
          <p:nvPicPr>
            <p:cNvPr id="174" name="object 174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8736964" y="9134995"/>
              <a:ext cx="241426" cy="246316"/>
            </a:xfrm>
            <a:prstGeom prst="rect">
              <a:avLst/>
            </a:prstGeom>
          </p:spPr>
        </p:pic>
      </p:grpSp>
      <p:grpSp>
        <p:nvGrpSpPr>
          <p:cNvPr id="175" name="object 175"/>
          <p:cNvGrpSpPr/>
          <p:nvPr/>
        </p:nvGrpSpPr>
        <p:grpSpPr>
          <a:xfrm>
            <a:off x="8514588" y="1621548"/>
            <a:ext cx="5542280" cy="6847205"/>
            <a:chOff x="8514588" y="1621548"/>
            <a:chExt cx="5542280" cy="6847205"/>
          </a:xfrm>
        </p:grpSpPr>
        <p:sp>
          <p:nvSpPr>
            <p:cNvPr id="176" name="object 176"/>
            <p:cNvSpPr/>
            <p:nvPr/>
          </p:nvSpPr>
          <p:spPr>
            <a:xfrm>
              <a:off x="10245852" y="6864858"/>
              <a:ext cx="3811270" cy="1604010"/>
            </a:xfrm>
            <a:custGeom>
              <a:avLst/>
              <a:gdLst/>
              <a:ahLst/>
              <a:cxnLst/>
              <a:rect l="l" t="t" r="r" b="b"/>
              <a:pathLst>
                <a:path w="3811269" h="1604009">
                  <a:moveTo>
                    <a:pt x="3753738" y="1575181"/>
                  </a:moveTo>
                  <a:lnTo>
                    <a:pt x="0" y="1575181"/>
                  </a:lnTo>
                  <a:lnTo>
                    <a:pt x="0" y="1603756"/>
                  </a:lnTo>
                  <a:lnTo>
                    <a:pt x="3775963" y="1603756"/>
                  </a:lnTo>
                  <a:lnTo>
                    <a:pt x="3782313" y="1597279"/>
                  </a:lnTo>
                  <a:lnTo>
                    <a:pt x="3782313" y="1589405"/>
                  </a:lnTo>
                  <a:lnTo>
                    <a:pt x="3753738" y="1589405"/>
                  </a:lnTo>
                  <a:lnTo>
                    <a:pt x="3753738" y="1575181"/>
                  </a:lnTo>
                  <a:close/>
                </a:path>
                <a:path w="3811269" h="1604009">
                  <a:moveTo>
                    <a:pt x="3782313" y="71501"/>
                  </a:moveTo>
                  <a:lnTo>
                    <a:pt x="3753738" y="71501"/>
                  </a:lnTo>
                  <a:lnTo>
                    <a:pt x="3753738" y="1589405"/>
                  </a:lnTo>
                  <a:lnTo>
                    <a:pt x="3768090" y="1575181"/>
                  </a:lnTo>
                  <a:lnTo>
                    <a:pt x="3782313" y="1575181"/>
                  </a:lnTo>
                  <a:lnTo>
                    <a:pt x="3782313" y="71501"/>
                  </a:lnTo>
                  <a:close/>
                </a:path>
                <a:path w="3811269" h="1604009">
                  <a:moveTo>
                    <a:pt x="3782313" y="1575181"/>
                  </a:moveTo>
                  <a:lnTo>
                    <a:pt x="3768090" y="1575181"/>
                  </a:lnTo>
                  <a:lnTo>
                    <a:pt x="3753738" y="1589405"/>
                  </a:lnTo>
                  <a:lnTo>
                    <a:pt x="3782313" y="1589405"/>
                  </a:lnTo>
                  <a:lnTo>
                    <a:pt x="3782313" y="1575181"/>
                  </a:lnTo>
                  <a:close/>
                </a:path>
                <a:path w="3811269" h="1604009">
                  <a:moveTo>
                    <a:pt x="3767963" y="0"/>
                  </a:moveTo>
                  <a:lnTo>
                    <a:pt x="3725163" y="85852"/>
                  </a:lnTo>
                  <a:lnTo>
                    <a:pt x="3753738" y="85852"/>
                  </a:lnTo>
                  <a:lnTo>
                    <a:pt x="3753738" y="71501"/>
                  </a:lnTo>
                  <a:lnTo>
                    <a:pt x="3803766" y="71501"/>
                  </a:lnTo>
                  <a:lnTo>
                    <a:pt x="3767963" y="0"/>
                  </a:lnTo>
                  <a:close/>
                </a:path>
                <a:path w="3811269" h="1604009">
                  <a:moveTo>
                    <a:pt x="3803766" y="71501"/>
                  </a:moveTo>
                  <a:lnTo>
                    <a:pt x="3782313" y="71501"/>
                  </a:lnTo>
                  <a:lnTo>
                    <a:pt x="3782313" y="85852"/>
                  </a:lnTo>
                  <a:lnTo>
                    <a:pt x="3810952" y="85852"/>
                  </a:lnTo>
                  <a:lnTo>
                    <a:pt x="3803766" y="71501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7" name="object 17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748903" y="1940432"/>
              <a:ext cx="574548" cy="552958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8514588" y="1621548"/>
              <a:ext cx="1040879" cy="380987"/>
            </a:xfrm>
            <a:prstGeom prst="rect">
              <a:avLst/>
            </a:prstGeom>
          </p:spPr>
        </p:pic>
      </p:grpSp>
      <p:sp>
        <p:nvSpPr>
          <p:cNvPr id="179" name="object 179"/>
          <p:cNvSpPr txBox="1"/>
          <p:nvPr/>
        </p:nvSpPr>
        <p:spPr>
          <a:xfrm>
            <a:off x="8116123" y="9199574"/>
            <a:ext cx="183007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37820" algn="ctr">
              <a:lnSpc>
                <a:spcPct val="100000"/>
              </a:lnSpc>
              <a:spcBef>
                <a:spcPts val="100"/>
              </a:spcBef>
            </a:pPr>
            <a:r>
              <a:rPr sz="600" b="1" spc="-25" dirty="0">
                <a:solidFill>
                  <a:srgbClr val="1A4056"/>
                </a:solidFill>
                <a:latin typeface="Malgun Gothic"/>
                <a:cs typeface="Malgun Gothic"/>
              </a:rPr>
              <a:t>VM</a:t>
            </a:r>
            <a:endParaRPr sz="600">
              <a:latin typeface="Malgun Gothic"/>
              <a:cs typeface="Malgun Gothic"/>
            </a:endParaRPr>
          </a:p>
        </p:txBody>
      </p:sp>
      <p:grpSp>
        <p:nvGrpSpPr>
          <p:cNvPr id="180" name="object 180"/>
          <p:cNvGrpSpPr/>
          <p:nvPr/>
        </p:nvGrpSpPr>
        <p:grpSpPr>
          <a:xfrm>
            <a:off x="8290559" y="9148813"/>
            <a:ext cx="1536700" cy="670560"/>
            <a:chOff x="8290559" y="9148813"/>
            <a:chExt cx="1536700" cy="670560"/>
          </a:xfrm>
        </p:grpSpPr>
        <p:pic>
          <p:nvPicPr>
            <p:cNvPr id="181" name="object 18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598786" y="9148813"/>
              <a:ext cx="228269" cy="227075"/>
            </a:xfrm>
            <a:prstGeom prst="rect">
              <a:avLst/>
            </a:prstGeom>
          </p:spPr>
        </p:pic>
        <p:pic>
          <p:nvPicPr>
            <p:cNvPr id="182" name="object 18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121901" y="9151785"/>
              <a:ext cx="358978" cy="212725"/>
            </a:xfrm>
            <a:prstGeom prst="rect">
              <a:avLst/>
            </a:prstGeom>
          </p:spPr>
        </p:pic>
        <p:pic>
          <p:nvPicPr>
            <p:cNvPr id="183" name="object 18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8290559" y="9438132"/>
              <a:ext cx="1432559" cy="380987"/>
            </a:xfrm>
            <a:prstGeom prst="rect">
              <a:avLst/>
            </a:prstGeom>
          </p:spPr>
        </p:pic>
      </p:grpSp>
      <p:sp>
        <p:nvSpPr>
          <p:cNvPr id="184" name="object 184"/>
          <p:cNvSpPr txBox="1"/>
          <p:nvPr/>
        </p:nvSpPr>
        <p:spPr>
          <a:xfrm>
            <a:off x="8414384" y="9499498"/>
            <a:ext cx="119189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125" dirty="0">
                <a:latin typeface="Calibri"/>
                <a:cs typeface="Calibri"/>
              </a:rPr>
              <a:t>On-</a:t>
            </a:r>
            <a:r>
              <a:rPr sz="1000" b="1" spc="140" dirty="0">
                <a:latin typeface="Calibri"/>
                <a:cs typeface="Calibri"/>
              </a:rPr>
              <a:t>prem</a:t>
            </a:r>
            <a:r>
              <a:rPr sz="1000" b="1" spc="70" dirty="0">
                <a:latin typeface="Calibri"/>
                <a:cs typeface="Calibri"/>
              </a:rPr>
              <a:t> </a:t>
            </a:r>
            <a:r>
              <a:rPr sz="1000" b="1" dirty="0">
                <a:latin typeface="Calibri"/>
                <a:cs typeface="Calibri"/>
              </a:rPr>
              <a:t>/</a:t>
            </a:r>
            <a:r>
              <a:rPr sz="1000" b="1" spc="40" dirty="0">
                <a:latin typeface="Calibri"/>
                <a:cs typeface="Calibri"/>
              </a:rPr>
              <a:t> </a:t>
            </a:r>
            <a:r>
              <a:rPr sz="1000" b="1" spc="105" dirty="0">
                <a:latin typeface="Calibri"/>
                <a:cs typeface="Calibri"/>
              </a:rPr>
              <a:t>Hybrid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85" name="object 185"/>
          <p:cNvSpPr txBox="1"/>
          <p:nvPr/>
        </p:nvSpPr>
        <p:spPr>
          <a:xfrm>
            <a:off x="8639047" y="1681099"/>
            <a:ext cx="800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b="1" spc="75" dirty="0">
                <a:latin typeface="Calibri"/>
                <a:cs typeface="Calibri"/>
              </a:rPr>
              <a:t>Multi-</a:t>
            </a:r>
            <a:r>
              <a:rPr sz="1000" b="1" spc="114" dirty="0">
                <a:latin typeface="Calibri"/>
                <a:cs typeface="Calibri"/>
              </a:rPr>
              <a:t>Cloud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186" name="object 18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701800" y="6855402"/>
            <a:ext cx="478734" cy="483387"/>
          </a:xfrm>
          <a:prstGeom prst="rect">
            <a:avLst/>
          </a:prstGeom>
        </p:spPr>
      </p:pic>
      <p:pic>
        <p:nvPicPr>
          <p:cNvPr id="187" name="object 187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728828" y="6912956"/>
            <a:ext cx="709649" cy="367607"/>
          </a:xfrm>
          <a:prstGeom prst="rect">
            <a:avLst/>
          </a:prstGeom>
        </p:spPr>
      </p:pic>
      <p:grpSp>
        <p:nvGrpSpPr>
          <p:cNvPr id="188" name="object 188"/>
          <p:cNvGrpSpPr/>
          <p:nvPr/>
        </p:nvGrpSpPr>
        <p:grpSpPr>
          <a:xfrm>
            <a:off x="1690433" y="7462837"/>
            <a:ext cx="490855" cy="432434"/>
            <a:chOff x="1690433" y="7462837"/>
            <a:chExt cx="490855" cy="432434"/>
          </a:xfrm>
        </p:grpSpPr>
        <p:sp>
          <p:nvSpPr>
            <p:cNvPr id="189" name="object 189"/>
            <p:cNvSpPr/>
            <p:nvPr/>
          </p:nvSpPr>
          <p:spPr>
            <a:xfrm>
              <a:off x="1695195" y="7467600"/>
              <a:ext cx="481330" cy="422909"/>
            </a:xfrm>
            <a:custGeom>
              <a:avLst/>
              <a:gdLst/>
              <a:ahLst/>
              <a:cxnLst/>
              <a:rect l="l" t="t" r="r" b="b"/>
              <a:pathLst>
                <a:path w="481330" h="422909">
                  <a:moveTo>
                    <a:pt x="410718" y="0"/>
                  </a:moveTo>
                  <a:lnTo>
                    <a:pt x="70485" y="0"/>
                  </a:lnTo>
                  <a:lnTo>
                    <a:pt x="43023" y="5530"/>
                  </a:lnTo>
                  <a:lnTo>
                    <a:pt x="20621" y="20621"/>
                  </a:lnTo>
                  <a:lnTo>
                    <a:pt x="5530" y="43023"/>
                  </a:lnTo>
                  <a:lnTo>
                    <a:pt x="0" y="70485"/>
                  </a:lnTo>
                  <a:lnTo>
                    <a:pt x="0" y="352425"/>
                  </a:lnTo>
                  <a:lnTo>
                    <a:pt x="5530" y="379886"/>
                  </a:lnTo>
                  <a:lnTo>
                    <a:pt x="20621" y="402288"/>
                  </a:lnTo>
                  <a:lnTo>
                    <a:pt x="43023" y="417379"/>
                  </a:lnTo>
                  <a:lnTo>
                    <a:pt x="70485" y="422910"/>
                  </a:lnTo>
                  <a:lnTo>
                    <a:pt x="410718" y="422910"/>
                  </a:lnTo>
                  <a:lnTo>
                    <a:pt x="438126" y="417379"/>
                  </a:lnTo>
                  <a:lnTo>
                    <a:pt x="460533" y="402288"/>
                  </a:lnTo>
                  <a:lnTo>
                    <a:pt x="475654" y="379886"/>
                  </a:lnTo>
                  <a:lnTo>
                    <a:pt x="481203" y="352425"/>
                  </a:lnTo>
                  <a:lnTo>
                    <a:pt x="481203" y="70485"/>
                  </a:lnTo>
                  <a:lnTo>
                    <a:pt x="475654" y="43023"/>
                  </a:lnTo>
                  <a:lnTo>
                    <a:pt x="460533" y="20621"/>
                  </a:lnTo>
                  <a:lnTo>
                    <a:pt x="438126" y="5530"/>
                  </a:lnTo>
                  <a:lnTo>
                    <a:pt x="410718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695195" y="7467600"/>
              <a:ext cx="481330" cy="422909"/>
            </a:xfrm>
            <a:custGeom>
              <a:avLst/>
              <a:gdLst/>
              <a:ahLst/>
              <a:cxnLst/>
              <a:rect l="l" t="t" r="r" b="b"/>
              <a:pathLst>
                <a:path w="481330" h="422909">
                  <a:moveTo>
                    <a:pt x="0" y="70485"/>
                  </a:moveTo>
                  <a:lnTo>
                    <a:pt x="5530" y="43023"/>
                  </a:lnTo>
                  <a:lnTo>
                    <a:pt x="20621" y="20621"/>
                  </a:lnTo>
                  <a:lnTo>
                    <a:pt x="43023" y="5530"/>
                  </a:lnTo>
                  <a:lnTo>
                    <a:pt x="70485" y="0"/>
                  </a:lnTo>
                  <a:lnTo>
                    <a:pt x="410718" y="0"/>
                  </a:lnTo>
                  <a:lnTo>
                    <a:pt x="438126" y="5530"/>
                  </a:lnTo>
                  <a:lnTo>
                    <a:pt x="460533" y="20621"/>
                  </a:lnTo>
                  <a:lnTo>
                    <a:pt x="475654" y="43023"/>
                  </a:lnTo>
                  <a:lnTo>
                    <a:pt x="481203" y="70485"/>
                  </a:lnTo>
                  <a:lnTo>
                    <a:pt x="481203" y="352425"/>
                  </a:lnTo>
                  <a:lnTo>
                    <a:pt x="475654" y="379886"/>
                  </a:lnTo>
                  <a:lnTo>
                    <a:pt x="460533" y="402288"/>
                  </a:lnTo>
                  <a:lnTo>
                    <a:pt x="438126" y="417379"/>
                  </a:lnTo>
                  <a:lnTo>
                    <a:pt x="410718" y="422910"/>
                  </a:lnTo>
                  <a:lnTo>
                    <a:pt x="70485" y="422910"/>
                  </a:lnTo>
                  <a:lnTo>
                    <a:pt x="43023" y="417379"/>
                  </a:lnTo>
                  <a:lnTo>
                    <a:pt x="20621" y="402288"/>
                  </a:lnTo>
                  <a:lnTo>
                    <a:pt x="5530" y="379886"/>
                  </a:lnTo>
                  <a:lnTo>
                    <a:pt x="0" y="352425"/>
                  </a:lnTo>
                  <a:lnTo>
                    <a:pt x="0" y="70485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1" name="object 191"/>
          <p:cNvGrpSpPr/>
          <p:nvPr/>
        </p:nvGrpSpPr>
        <p:grpSpPr>
          <a:xfrm>
            <a:off x="1690433" y="8088312"/>
            <a:ext cx="490855" cy="433070"/>
            <a:chOff x="1690433" y="8088312"/>
            <a:chExt cx="490855" cy="433070"/>
          </a:xfrm>
        </p:grpSpPr>
        <p:sp>
          <p:nvSpPr>
            <p:cNvPr id="192" name="object 192"/>
            <p:cNvSpPr/>
            <p:nvPr/>
          </p:nvSpPr>
          <p:spPr>
            <a:xfrm>
              <a:off x="1695195" y="8093075"/>
              <a:ext cx="481330" cy="423545"/>
            </a:xfrm>
            <a:custGeom>
              <a:avLst/>
              <a:gdLst/>
              <a:ahLst/>
              <a:cxnLst/>
              <a:rect l="l" t="t" r="r" b="b"/>
              <a:pathLst>
                <a:path w="481330" h="423545">
                  <a:moveTo>
                    <a:pt x="410718" y="0"/>
                  </a:moveTo>
                  <a:lnTo>
                    <a:pt x="70485" y="0"/>
                  </a:lnTo>
                  <a:lnTo>
                    <a:pt x="43023" y="5530"/>
                  </a:lnTo>
                  <a:lnTo>
                    <a:pt x="20621" y="20621"/>
                  </a:lnTo>
                  <a:lnTo>
                    <a:pt x="5530" y="43023"/>
                  </a:lnTo>
                  <a:lnTo>
                    <a:pt x="0" y="70485"/>
                  </a:lnTo>
                  <a:lnTo>
                    <a:pt x="0" y="352425"/>
                  </a:lnTo>
                  <a:lnTo>
                    <a:pt x="5530" y="379906"/>
                  </a:lnTo>
                  <a:lnTo>
                    <a:pt x="20621" y="402351"/>
                  </a:lnTo>
                  <a:lnTo>
                    <a:pt x="43023" y="417486"/>
                  </a:lnTo>
                  <a:lnTo>
                    <a:pt x="70485" y="423037"/>
                  </a:lnTo>
                  <a:lnTo>
                    <a:pt x="410718" y="423037"/>
                  </a:lnTo>
                  <a:lnTo>
                    <a:pt x="438126" y="417486"/>
                  </a:lnTo>
                  <a:lnTo>
                    <a:pt x="460533" y="402351"/>
                  </a:lnTo>
                  <a:lnTo>
                    <a:pt x="475654" y="379906"/>
                  </a:lnTo>
                  <a:lnTo>
                    <a:pt x="481203" y="352425"/>
                  </a:lnTo>
                  <a:lnTo>
                    <a:pt x="481203" y="70485"/>
                  </a:lnTo>
                  <a:lnTo>
                    <a:pt x="475654" y="43023"/>
                  </a:lnTo>
                  <a:lnTo>
                    <a:pt x="460533" y="20621"/>
                  </a:lnTo>
                  <a:lnTo>
                    <a:pt x="438126" y="5530"/>
                  </a:lnTo>
                  <a:lnTo>
                    <a:pt x="410718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3" name="object 193"/>
            <p:cNvSpPr/>
            <p:nvPr/>
          </p:nvSpPr>
          <p:spPr>
            <a:xfrm>
              <a:off x="1695195" y="8093075"/>
              <a:ext cx="481330" cy="423545"/>
            </a:xfrm>
            <a:custGeom>
              <a:avLst/>
              <a:gdLst/>
              <a:ahLst/>
              <a:cxnLst/>
              <a:rect l="l" t="t" r="r" b="b"/>
              <a:pathLst>
                <a:path w="481330" h="423545">
                  <a:moveTo>
                    <a:pt x="0" y="70485"/>
                  </a:moveTo>
                  <a:lnTo>
                    <a:pt x="5530" y="43023"/>
                  </a:lnTo>
                  <a:lnTo>
                    <a:pt x="20621" y="20621"/>
                  </a:lnTo>
                  <a:lnTo>
                    <a:pt x="43023" y="5530"/>
                  </a:lnTo>
                  <a:lnTo>
                    <a:pt x="70485" y="0"/>
                  </a:lnTo>
                  <a:lnTo>
                    <a:pt x="410718" y="0"/>
                  </a:lnTo>
                  <a:lnTo>
                    <a:pt x="438126" y="5530"/>
                  </a:lnTo>
                  <a:lnTo>
                    <a:pt x="460533" y="20621"/>
                  </a:lnTo>
                  <a:lnTo>
                    <a:pt x="475654" y="43023"/>
                  </a:lnTo>
                  <a:lnTo>
                    <a:pt x="481203" y="70485"/>
                  </a:lnTo>
                  <a:lnTo>
                    <a:pt x="481203" y="352425"/>
                  </a:lnTo>
                  <a:lnTo>
                    <a:pt x="475654" y="379906"/>
                  </a:lnTo>
                  <a:lnTo>
                    <a:pt x="460533" y="402351"/>
                  </a:lnTo>
                  <a:lnTo>
                    <a:pt x="438126" y="417486"/>
                  </a:lnTo>
                  <a:lnTo>
                    <a:pt x="410718" y="423037"/>
                  </a:lnTo>
                  <a:lnTo>
                    <a:pt x="70485" y="423037"/>
                  </a:lnTo>
                  <a:lnTo>
                    <a:pt x="43023" y="417486"/>
                  </a:lnTo>
                  <a:lnTo>
                    <a:pt x="20621" y="402351"/>
                  </a:lnTo>
                  <a:lnTo>
                    <a:pt x="5530" y="379906"/>
                  </a:lnTo>
                  <a:lnTo>
                    <a:pt x="0" y="352425"/>
                  </a:lnTo>
                  <a:lnTo>
                    <a:pt x="0" y="70485"/>
                  </a:lnTo>
                  <a:close/>
                </a:path>
              </a:pathLst>
            </a:custGeom>
            <a:ln w="9525">
              <a:solidFill>
                <a:srgbClr val="17336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4" name="object 194"/>
          <p:cNvSpPr txBox="1"/>
          <p:nvPr/>
        </p:nvSpPr>
        <p:spPr>
          <a:xfrm>
            <a:off x="134404" y="2231389"/>
            <a:ext cx="2229485" cy="6402705"/>
          </a:xfrm>
          <a:prstGeom prst="rect">
            <a:avLst/>
          </a:prstGeom>
          <a:ln w="9525">
            <a:solidFill>
              <a:srgbClr val="EEEEEE"/>
            </a:solidFill>
          </a:ln>
        </p:spPr>
        <p:txBody>
          <a:bodyPr vert="horz" wrap="square" lIns="0" tIns="137795" rIns="0" bIns="0" rtlCol="0">
            <a:spAutoFit/>
          </a:bodyPr>
          <a:lstStyle/>
          <a:p>
            <a:pPr marL="777875" marR="782955" algn="ctr">
              <a:lnSpc>
                <a:spcPct val="100000"/>
              </a:lnSpc>
              <a:spcBef>
                <a:spcPts val="1085"/>
              </a:spcBef>
            </a:pPr>
            <a:r>
              <a:rPr sz="1200" spc="120" dirty="0">
                <a:solidFill>
                  <a:srgbClr val="173360"/>
                </a:solidFill>
                <a:latin typeface="Calibri"/>
                <a:cs typeface="Calibri"/>
              </a:rPr>
              <a:t>Network </a:t>
            </a:r>
            <a:r>
              <a:rPr sz="1200" spc="70" dirty="0">
                <a:solidFill>
                  <a:srgbClr val="173360"/>
                </a:solidFill>
                <a:latin typeface="Calibri"/>
                <a:cs typeface="Calibri"/>
              </a:rPr>
              <a:t>traffic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libri"/>
              <a:cs typeface="Calibri"/>
            </a:endParaRPr>
          </a:p>
          <a:p>
            <a:pPr marR="3810" algn="ctr">
              <a:lnSpc>
                <a:spcPct val="100000"/>
              </a:lnSpc>
            </a:pPr>
            <a:r>
              <a:rPr sz="1200" spc="105" dirty="0">
                <a:solidFill>
                  <a:srgbClr val="173360"/>
                </a:solidFill>
                <a:latin typeface="Calibri"/>
                <a:cs typeface="Calibri"/>
              </a:rPr>
              <a:t>Firewall</a:t>
            </a:r>
            <a:r>
              <a:rPr sz="1200" spc="5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1200" spc="110" dirty="0">
                <a:solidFill>
                  <a:srgbClr val="173360"/>
                </a:solidFill>
                <a:latin typeface="Calibri"/>
                <a:cs typeface="Calibri"/>
              </a:rPr>
              <a:t>logs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libri"/>
              <a:cs typeface="Calibri"/>
            </a:endParaRPr>
          </a:p>
          <a:p>
            <a:pPr marL="673100" marR="676275" algn="ctr">
              <a:lnSpc>
                <a:spcPct val="100000"/>
              </a:lnSpc>
            </a:pPr>
            <a:r>
              <a:rPr sz="1200" spc="160" dirty="0">
                <a:solidFill>
                  <a:srgbClr val="173360"/>
                </a:solidFill>
                <a:latin typeface="Calibri"/>
                <a:cs typeface="Calibri"/>
              </a:rPr>
              <a:t>HTTP</a:t>
            </a:r>
            <a:r>
              <a:rPr sz="1200" spc="5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1200" spc="105" dirty="0">
                <a:solidFill>
                  <a:srgbClr val="173360"/>
                </a:solidFill>
                <a:latin typeface="Calibri"/>
                <a:cs typeface="Calibri"/>
              </a:rPr>
              <a:t>proxy </a:t>
            </a:r>
            <a:r>
              <a:rPr sz="1200" spc="110" dirty="0">
                <a:solidFill>
                  <a:srgbClr val="173360"/>
                </a:solidFill>
                <a:latin typeface="Calibri"/>
                <a:cs typeface="Calibri"/>
              </a:rPr>
              <a:t>logs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libri"/>
              <a:cs typeface="Calibri"/>
            </a:endParaRPr>
          </a:p>
          <a:p>
            <a:pPr marR="3175" algn="ctr">
              <a:lnSpc>
                <a:spcPct val="100000"/>
              </a:lnSpc>
            </a:pPr>
            <a:r>
              <a:rPr sz="1200" spc="190" dirty="0">
                <a:solidFill>
                  <a:srgbClr val="173360"/>
                </a:solidFill>
                <a:latin typeface="Calibri"/>
                <a:cs typeface="Calibri"/>
              </a:rPr>
              <a:t>RDBMS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00">
              <a:latin typeface="Calibri"/>
              <a:cs typeface="Calibri"/>
            </a:endParaRPr>
          </a:p>
          <a:p>
            <a:pPr marL="669925" marR="674370" algn="ctr">
              <a:lnSpc>
                <a:spcPct val="100000"/>
              </a:lnSpc>
            </a:pPr>
            <a:r>
              <a:rPr sz="1200" spc="110" dirty="0">
                <a:solidFill>
                  <a:srgbClr val="173360"/>
                </a:solidFill>
                <a:latin typeface="Calibri"/>
                <a:cs typeface="Calibri"/>
              </a:rPr>
              <a:t>Application logs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200">
              <a:latin typeface="Calibri"/>
              <a:cs typeface="Calibri"/>
            </a:endParaRPr>
          </a:p>
          <a:p>
            <a:pPr marR="3810" algn="ctr">
              <a:lnSpc>
                <a:spcPct val="100000"/>
              </a:lnSpc>
            </a:pPr>
            <a:r>
              <a:rPr sz="1200" spc="125" dirty="0">
                <a:solidFill>
                  <a:srgbClr val="173360"/>
                </a:solidFill>
                <a:latin typeface="Calibri"/>
                <a:cs typeface="Calibri"/>
              </a:rPr>
              <a:t>Syslog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200">
              <a:latin typeface="Calibri"/>
              <a:cs typeface="Calibri"/>
            </a:endParaRPr>
          </a:p>
          <a:p>
            <a:pPr marL="142240" marR="791210" indent="2540">
              <a:lnSpc>
                <a:spcPct val="334900"/>
              </a:lnSpc>
            </a:pPr>
            <a:r>
              <a:rPr sz="1200" b="1" spc="155" dirty="0">
                <a:latin typeface="Calibri"/>
                <a:cs typeface="Calibri"/>
              </a:rPr>
              <a:t>Data</a:t>
            </a:r>
            <a:r>
              <a:rPr sz="1200" b="1" spc="50" dirty="0">
                <a:latin typeface="Calibri"/>
                <a:cs typeface="Calibri"/>
              </a:rPr>
              <a:t> </a:t>
            </a:r>
            <a:r>
              <a:rPr sz="1200" b="1" spc="145" dirty="0">
                <a:latin typeface="Calibri"/>
                <a:cs typeface="Calibri"/>
              </a:rPr>
              <a:t>Producers </a:t>
            </a:r>
            <a:r>
              <a:rPr sz="1200" b="1" spc="160" dirty="0">
                <a:latin typeface="Calibri"/>
                <a:cs typeface="Calibri"/>
              </a:rPr>
              <a:t>Streaming</a:t>
            </a:r>
            <a:r>
              <a:rPr sz="1200" b="1" spc="75" dirty="0">
                <a:latin typeface="Calibri"/>
                <a:cs typeface="Calibri"/>
              </a:rPr>
              <a:t> </a:t>
            </a:r>
            <a:r>
              <a:rPr sz="1200" b="1" spc="155" dirty="0">
                <a:latin typeface="Calibri"/>
                <a:cs typeface="Calibri"/>
              </a:rPr>
              <a:t>Apps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95" name="object 195"/>
          <p:cNvSpPr/>
          <p:nvPr/>
        </p:nvSpPr>
        <p:spPr>
          <a:xfrm>
            <a:off x="5875909" y="6170548"/>
            <a:ext cx="768985" cy="425450"/>
          </a:xfrm>
          <a:custGeom>
            <a:avLst/>
            <a:gdLst/>
            <a:ahLst/>
            <a:cxnLst/>
            <a:rect l="l" t="t" r="r" b="b"/>
            <a:pathLst>
              <a:path w="768984" h="425450">
                <a:moveTo>
                  <a:pt x="697864" y="0"/>
                </a:moveTo>
                <a:lnTo>
                  <a:pt x="70865" y="0"/>
                </a:lnTo>
                <a:lnTo>
                  <a:pt x="43291" y="5572"/>
                </a:lnTo>
                <a:lnTo>
                  <a:pt x="20764" y="20764"/>
                </a:lnTo>
                <a:lnTo>
                  <a:pt x="5572" y="43291"/>
                </a:lnTo>
                <a:lnTo>
                  <a:pt x="0" y="70865"/>
                </a:lnTo>
                <a:lnTo>
                  <a:pt x="0" y="354456"/>
                </a:lnTo>
                <a:lnTo>
                  <a:pt x="5572" y="382031"/>
                </a:lnTo>
                <a:lnTo>
                  <a:pt x="20764" y="404558"/>
                </a:lnTo>
                <a:lnTo>
                  <a:pt x="43291" y="419750"/>
                </a:lnTo>
                <a:lnTo>
                  <a:pt x="70865" y="425323"/>
                </a:lnTo>
                <a:lnTo>
                  <a:pt x="697864" y="425323"/>
                </a:lnTo>
                <a:lnTo>
                  <a:pt x="725513" y="419750"/>
                </a:lnTo>
                <a:lnTo>
                  <a:pt x="748077" y="404558"/>
                </a:lnTo>
                <a:lnTo>
                  <a:pt x="763283" y="382031"/>
                </a:lnTo>
                <a:lnTo>
                  <a:pt x="768858" y="354456"/>
                </a:lnTo>
                <a:lnTo>
                  <a:pt x="768858" y="70865"/>
                </a:lnTo>
                <a:lnTo>
                  <a:pt x="763283" y="43291"/>
                </a:lnTo>
                <a:lnTo>
                  <a:pt x="748077" y="20764"/>
                </a:lnTo>
                <a:lnTo>
                  <a:pt x="725513" y="5572"/>
                </a:lnTo>
                <a:lnTo>
                  <a:pt x="697864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 txBox="1"/>
          <p:nvPr/>
        </p:nvSpPr>
        <p:spPr>
          <a:xfrm>
            <a:off x="5154421" y="5984494"/>
            <a:ext cx="1664335" cy="4692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3080">
              <a:lnSpc>
                <a:spcPct val="100000"/>
              </a:lnSpc>
              <a:spcBef>
                <a:spcPts val="95"/>
              </a:spcBef>
            </a:pPr>
            <a:r>
              <a:rPr sz="1000" b="1" spc="125" dirty="0">
                <a:solidFill>
                  <a:srgbClr val="173360"/>
                </a:solidFill>
                <a:latin typeface="Calibri"/>
                <a:cs typeface="Calibri"/>
              </a:rPr>
              <a:t>KRaft</a:t>
            </a:r>
            <a:r>
              <a:rPr sz="1000" b="1" spc="8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1000" b="1" spc="90" dirty="0">
                <a:solidFill>
                  <a:srgbClr val="173360"/>
                </a:solidFill>
                <a:latin typeface="Calibri"/>
                <a:cs typeface="Calibri"/>
              </a:rPr>
              <a:t>Controllers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pos="836930" algn="l"/>
              </a:tabLst>
            </a:pP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Controller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Controller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7" name="object 197"/>
          <p:cNvSpPr/>
          <p:nvPr/>
        </p:nvSpPr>
        <p:spPr>
          <a:xfrm>
            <a:off x="6713219" y="6170548"/>
            <a:ext cx="768985" cy="425450"/>
          </a:xfrm>
          <a:custGeom>
            <a:avLst/>
            <a:gdLst/>
            <a:ahLst/>
            <a:cxnLst/>
            <a:rect l="l" t="t" r="r" b="b"/>
            <a:pathLst>
              <a:path w="768984" h="425450">
                <a:moveTo>
                  <a:pt x="697864" y="0"/>
                </a:moveTo>
                <a:lnTo>
                  <a:pt x="70865" y="0"/>
                </a:lnTo>
                <a:lnTo>
                  <a:pt x="43291" y="5572"/>
                </a:lnTo>
                <a:lnTo>
                  <a:pt x="20764" y="20764"/>
                </a:lnTo>
                <a:lnTo>
                  <a:pt x="5572" y="43291"/>
                </a:lnTo>
                <a:lnTo>
                  <a:pt x="0" y="70865"/>
                </a:lnTo>
                <a:lnTo>
                  <a:pt x="0" y="354456"/>
                </a:lnTo>
                <a:lnTo>
                  <a:pt x="5572" y="382031"/>
                </a:lnTo>
                <a:lnTo>
                  <a:pt x="20764" y="404558"/>
                </a:lnTo>
                <a:lnTo>
                  <a:pt x="43291" y="419750"/>
                </a:lnTo>
                <a:lnTo>
                  <a:pt x="70865" y="425323"/>
                </a:lnTo>
                <a:lnTo>
                  <a:pt x="697864" y="425323"/>
                </a:lnTo>
                <a:lnTo>
                  <a:pt x="725513" y="419750"/>
                </a:lnTo>
                <a:lnTo>
                  <a:pt x="748077" y="404558"/>
                </a:lnTo>
                <a:lnTo>
                  <a:pt x="763283" y="382031"/>
                </a:lnTo>
                <a:lnTo>
                  <a:pt x="768857" y="354456"/>
                </a:lnTo>
                <a:lnTo>
                  <a:pt x="768857" y="70865"/>
                </a:lnTo>
                <a:lnTo>
                  <a:pt x="763283" y="43291"/>
                </a:lnTo>
                <a:lnTo>
                  <a:pt x="748077" y="20764"/>
                </a:lnTo>
                <a:lnTo>
                  <a:pt x="725513" y="5572"/>
                </a:lnTo>
                <a:lnTo>
                  <a:pt x="697864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 txBox="1"/>
          <p:nvPr/>
        </p:nvSpPr>
        <p:spPr>
          <a:xfrm>
            <a:off x="6829043" y="6305803"/>
            <a:ext cx="5492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Controller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99" name="object 199"/>
          <p:cNvSpPr/>
          <p:nvPr/>
        </p:nvSpPr>
        <p:spPr>
          <a:xfrm>
            <a:off x="10630281" y="6189852"/>
            <a:ext cx="1606550" cy="425450"/>
          </a:xfrm>
          <a:custGeom>
            <a:avLst/>
            <a:gdLst/>
            <a:ahLst/>
            <a:cxnLst/>
            <a:rect l="l" t="t" r="r" b="b"/>
            <a:pathLst>
              <a:path w="1606550" h="425450">
                <a:moveTo>
                  <a:pt x="768858" y="70866"/>
                </a:moveTo>
                <a:lnTo>
                  <a:pt x="763282" y="43294"/>
                </a:lnTo>
                <a:lnTo>
                  <a:pt x="748068" y="20777"/>
                </a:lnTo>
                <a:lnTo>
                  <a:pt x="725512" y="5575"/>
                </a:lnTo>
                <a:lnTo>
                  <a:pt x="697865" y="0"/>
                </a:lnTo>
                <a:lnTo>
                  <a:pt x="70866" y="0"/>
                </a:lnTo>
                <a:lnTo>
                  <a:pt x="43281" y="5575"/>
                </a:lnTo>
                <a:lnTo>
                  <a:pt x="20764" y="20764"/>
                </a:lnTo>
                <a:lnTo>
                  <a:pt x="5562" y="43294"/>
                </a:lnTo>
                <a:lnTo>
                  <a:pt x="0" y="70866"/>
                </a:lnTo>
                <a:lnTo>
                  <a:pt x="0" y="354457"/>
                </a:lnTo>
                <a:lnTo>
                  <a:pt x="5562" y="382117"/>
                </a:lnTo>
                <a:lnTo>
                  <a:pt x="20764" y="404672"/>
                </a:lnTo>
                <a:lnTo>
                  <a:pt x="43281" y="419887"/>
                </a:lnTo>
                <a:lnTo>
                  <a:pt x="70866" y="425450"/>
                </a:lnTo>
                <a:lnTo>
                  <a:pt x="697865" y="425450"/>
                </a:lnTo>
                <a:lnTo>
                  <a:pt x="725512" y="419887"/>
                </a:lnTo>
                <a:lnTo>
                  <a:pt x="748068" y="404672"/>
                </a:lnTo>
                <a:lnTo>
                  <a:pt x="763282" y="382117"/>
                </a:lnTo>
                <a:lnTo>
                  <a:pt x="768858" y="354457"/>
                </a:lnTo>
                <a:lnTo>
                  <a:pt x="768858" y="70866"/>
                </a:lnTo>
                <a:close/>
              </a:path>
              <a:path w="1606550" h="425450">
                <a:moveTo>
                  <a:pt x="1606169" y="70866"/>
                </a:moveTo>
                <a:lnTo>
                  <a:pt x="1600593" y="43294"/>
                </a:lnTo>
                <a:lnTo>
                  <a:pt x="1585379" y="20777"/>
                </a:lnTo>
                <a:lnTo>
                  <a:pt x="1562823" y="5575"/>
                </a:lnTo>
                <a:lnTo>
                  <a:pt x="1535176" y="0"/>
                </a:lnTo>
                <a:lnTo>
                  <a:pt x="908177" y="0"/>
                </a:lnTo>
                <a:lnTo>
                  <a:pt x="880592" y="5575"/>
                </a:lnTo>
                <a:lnTo>
                  <a:pt x="858075" y="20764"/>
                </a:lnTo>
                <a:lnTo>
                  <a:pt x="842873" y="43294"/>
                </a:lnTo>
                <a:lnTo>
                  <a:pt x="837311" y="70866"/>
                </a:lnTo>
                <a:lnTo>
                  <a:pt x="837311" y="354457"/>
                </a:lnTo>
                <a:lnTo>
                  <a:pt x="842873" y="382117"/>
                </a:lnTo>
                <a:lnTo>
                  <a:pt x="858075" y="404672"/>
                </a:lnTo>
                <a:lnTo>
                  <a:pt x="880592" y="419887"/>
                </a:lnTo>
                <a:lnTo>
                  <a:pt x="908177" y="425450"/>
                </a:lnTo>
                <a:lnTo>
                  <a:pt x="1535176" y="425450"/>
                </a:lnTo>
                <a:lnTo>
                  <a:pt x="1562823" y="419887"/>
                </a:lnTo>
                <a:lnTo>
                  <a:pt x="1585379" y="404672"/>
                </a:lnTo>
                <a:lnTo>
                  <a:pt x="1600593" y="382117"/>
                </a:lnTo>
                <a:lnTo>
                  <a:pt x="1606169" y="354457"/>
                </a:lnTo>
                <a:lnTo>
                  <a:pt x="1606169" y="70866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 txBox="1"/>
          <p:nvPr/>
        </p:nvSpPr>
        <p:spPr>
          <a:xfrm>
            <a:off x="10746613" y="5987923"/>
            <a:ext cx="1678939" cy="485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>
              <a:lnSpc>
                <a:spcPct val="100000"/>
              </a:lnSpc>
              <a:spcBef>
                <a:spcPts val="95"/>
              </a:spcBef>
            </a:pPr>
            <a:r>
              <a:rPr sz="1000" b="1" spc="125" dirty="0">
                <a:solidFill>
                  <a:srgbClr val="173360"/>
                </a:solidFill>
                <a:latin typeface="Calibri"/>
                <a:cs typeface="Calibri"/>
              </a:rPr>
              <a:t>KRaft</a:t>
            </a:r>
            <a:r>
              <a:rPr sz="1000" b="1" spc="8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1000" b="1" spc="90" dirty="0">
                <a:solidFill>
                  <a:srgbClr val="173360"/>
                </a:solidFill>
                <a:latin typeface="Calibri"/>
                <a:cs typeface="Calibri"/>
              </a:rPr>
              <a:t>Controllers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</a:pP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tabLst>
                <a:tab pos="836930" algn="l"/>
              </a:tabLst>
            </a:pP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Controller</a:t>
            </a:r>
            <a:r>
              <a:rPr sz="800" b="1" dirty="0">
                <a:solidFill>
                  <a:srgbClr val="FFFFFF"/>
                </a:solidFill>
                <a:latin typeface="Calibri"/>
                <a:cs typeface="Calibri"/>
              </a:rPr>
              <a:t>	</a:t>
            </a: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Controller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201" name="object 201"/>
          <p:cNvSpPr/>
          <p:nvPr/>
        </p:nvSpPr>
        <p:spPr>
          <a:xfrm>
            <a:off x="12304903" y="6189853"/>
            <a:ext cx="768985" cy="425450"/>
          </a:xfrm>
          <a:custGeom>
            <a:avLst/>
            <a:gdLst/>
            <a:ahLst/>
            <a:cxnLst/>
            <a:rect l="l" t="t" r="r" b="b"/>
            <a:pathLst>
              <a:path w="768984" h="425450">
                <a:moveTo>
                  <a:pt x="697992" y="0"/>
                </a:moveTo>
                <a:lnTo>
                  <a:pt x="70866" y="0"/>
                </a:lnTo>
                <a:lnTo>
                  <a:pt x="43291" y="5572"/>
                </a:lnTo>
                <a:lnTo>
                  <a:pt x="20764" y="20764"/>
                </a:lnTo>
                <a:lnTo>
                  <a:pt x="5572" y="43291"/>
                </a:lnTo>
                <a:lnTo>
                  <a:pt x="0" y="70866"/>
                </a:lnTo>
                <a:lnTo>
                  <a:pt x="0" y="354457"/>
                </a:lnTo>
                <a:lnTo>
                  <a:pt x="5572" y="382105"/>
                </a:lnTo>
                <a:lnTo>
                  <a:pt x="20764" y="404669"/>
                </a:lnTo>
                <a:lnTo>
                  <a:pt x="43291" y="419875"/>
                </a:lnTo>
                <a:lnTo>
                  <a:pt x="70866" y="425450"/>
                </a:lnTo>
                <a:lnTo>
                  <a:pt x="697992" y="425450"/>
                </a:lnTo>
                <a:lnTo>
                  <a:pt x="725566" y="419875"/>
                </a:lnTo>
                <a:lnTo>
                  <a:pt x="748093" y="404669"/>
                </a:lnTo>
                <a:lnTo>
                  <a:pt x="763285" y="382105"/>
                </a:lnTo>
                <a:lnTo>
                  <a:pt x="768858" y="354457"/>
                </a:lnTo>
                <a:lnTo>
                  <a:pt x="768858" y="70866"/>
                </a:lnTo>
                <a:lnTo>
                  <a:pt x="763285" y="43291"/>
                </a:lnTo>
                <a:lnTo>
                  <a:pt x="748093" y="20764"/>
                </a:lnTo>
                <a:lnTo>
                  <a:pt x="725566" y="5572"/>
                </a:lnTo>
                <a:lnTo>
                  <a:pt x="697992" y="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 txBox="1"/>
          <p:nvPr/>
        </p:nvSpPr>
        <p:spPr>
          <a:xfrm>
            <a:off x="12421234" y="6325361"/>
            <a:ext cx="549275" cy="1479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800" b="1" spc="75" dirty="0">
                <a:solidFill>
                  <a:srgbClr val="FFFFFF"/>
                </a:solidFill>
                <a:latin typeface="Calibri"/>
                <a:cs typeface="Calibri"/>
              </a:rPr>
              <a:t>Controller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43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spc="535" dirty="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sz="4400" spc="254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09" dirty="0">
                <a:solidFill>
                  <a:srgbClr val="173360"/>
                </a:solidFill>
                <a:latin typeface="Calibri"/>
                <a:cs typeface="Calibri"/>
              </a:rPr>
              <a:t>Cluster</a:t>
            </a:r>
            <a:r>
              <a:rPr sz="4400" spc="28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610" dirty="0">
                <a:solidFill>
                  <a:srgbClr val="173360"/>
                </a:solidFill>
                <a:latin typeface="Calibri"/>
                <a:cs typeface="Calibri"/>
              </a:rPr>
              <a:t>Linking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5475" y="1496567"/>
            <a:ext cx="16981170" cy="3266440"/>
            <a:chOff x="545475" y="1496567"/>
            <a:chExt cx="16981170" cy="32664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475" y="1573990"/>
              <a:ext cx="16980641" cy="316899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6572" y="1496567"/>
              <a:ext cx="16655796" cy="326593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6724" y="1604390"/>
              <a:ext cx="16556355" cy="2744470"/>
            </a:xfrm>
            <a:custGeom>
              <a:avLst/>
              <a:gdLst/>
              <a:ahLst/>
              <a:cxnLst/>
              <a:rect l="l" t="t" r="r" b="b"/>
              <a:pathLst>
                <a:path w="16556355" h="2744470">
                  <a:moveTo>
                    <a:pt x="16098621" y="0"/>
                  </a:moveTo>
                  <a:lnTo>
                    <a:pt x="457428" y="0"/>
                  </a:lnTo>
                  <a:lnTo>
                    <a:pt x="410659" y="2362"/>
                  </a:lnTo>
                  <a:lnTo>
                    <a:pt x="365241" y="9295"/>
                  </a:lnTo>
                  <a:lnTo>
                    <a:pt x="321404" y="20569"/>
                  </a:lnTo>
                  <a:lnTo>
                    <a:pt x="279377" y="35954"/>
                  </a:lnTo>
                  <a:lnTo>
                    <a:pt x="239392" y="55220"/>
                  </a:lnTo>
                  <a:lnTo>
                    <a:pt x="201676" y="78136"/>
                  </a:lnTo>
                  <a:lnTo>
                    <a:pt x="166462" y="104473"/>
                  </a:lnTo>
                  <a:lnTo>
                    <a:pt x="133978" y="134000"/>
                  </a:lnTo>
                  <a:lnTo>
                    <a:pt x="104455" y="166488"/>
                  </a:lnTo>
                  <a:lnTo>
                    <a:pt x="78122" y="201705"/>
                  </a:lnTo>
                  <a:lnTo>
                    <a:pt x="55209" y="239422"/>
                  </a:lnTo>
                  <a:lnTo>
                    <a:pt x="35947" y="279409"/>
                  </a:lnTo>
                  <a:lnTo>
                    <a:pt x="20565" y="321436"/>
                  </a:lnTo>
                  <a:lnTo>
                    <a:pt x="9293" y="365273"/>
                  </a:lnTo>
                  <a:lnTo>
                    <a:pt x="2361" y="410688"/>
                  </a:lnTo>
                  <a:lnTo>
                    <a:pt x="0" y="457453"/>
                  </a:lnTo>
                  <a:lnTo>
                    <a:pt x="0" y="2287142"/>
                  </a:lnTo>
                  <a:lnTo>
                    <a:pt x="2361" y="2333906"/>
                  </a:lnTo>
                  <a:lnTo>
                    <a:pt x="9293" y="2379318"/>
                  </a:lnTo>
                  <a:lnTo>
                    <a:pt x="20565" y="2423148"/>
                  </a:lnTo>
                  <a:lnTo>
                    <a:pt x="35947" y="2465167"/>
                  </a:lnTo>
                  <a:lnTo>
                    <a:pt x="55209" y="2505144"/>
                  </a:lnTo>
                  <a:lnTo>
                    <a:pt x="78122" y="2542851"/>
                  </a:lnTo>
                  <a:lnTo>
                    <a:pt x="104455" y="2578057"/>
                  </a:lnTo>
                  <a:lnTo>
                    <a:pt x="133978" y="2610532"/>
                  </a:lnTo>
                  <a:lnTo>
                    <a:pt x="166462" y="2640047"/>
                  </a:lnTo>
                  <a:lnTo>
                    <a:pt x="201676" y="2666373"/>
                  </a:lnTo>
                  <a:lnTo>
                    <a:pt x="239392" y="2689278"/>
                  </a:lnTo>
                  <a:lnTo>
                    <a:pt x="279377" y="2708534"/>
                  </a:lnTo>
                  <a:lnTo>
                    <a:pt x="321404" y="2723911"/>
                  </a:lnTo>
                  <a:lnTo>
                    <a:pt x="365241" y="2735179"/>
                  </a:lnTo>
                  <a:lnTo>
                    <a:pt x="410659" y="2742109"/>
                  </a:lnTo>
                  <a:lnTo>
                    <a:pt x="457428" y="2744469"/>
                  </a:lnTo>
                  <a:lnTo>
                    <a:pt x="16098621" y="2744469"/>
                  </a:lnTo>
                  <a:lnTo>
                    <a:pt x="16145386" y="2742109"/>
                  </a:lnTo>
                  <a:lnTo>
                    <a:pt x="16190802" y="2735179"/>
                  </a:lnTo>
                  <a:lnTo>
                    <a:pt x="16234638" y="2723911"/>
                  </a:lnTo>
                  <a:lnTo>
                    <a:pt x="16276665" y="2708534"/>
                  </a:lnTo>
                  <a:lnTo>
                    <a:pt x="16316652" y="2689278"/>
                  </a:lnTo>
                  <a:lnTo>
                    <a:pt x="16354370" y="2666373"/>
                  </a:lnTo>
                  <a:lnTo>
                    <a:pt x="16389587" y="2640047"/>
                  </a:lnTo>
                  <a:lnTo>
                    <a:pt x="16422074" y="2610532"/>
                  </a:lnTo>
                  <a:lnTo>
                    <a:pt x="16451601" y="2578057"/>
                  </a:lnTo>
                  <a:lnTo>
                    <a:pt x="16477938" y="2542851"/>
                  </a:lnTo>
                  <a:lnTo>
                    <a:pt x="16500854" y="2505144"/>
                  </a:lnTo>
                  <a:lnTo>
                    <a:pt x="16520120" y="2465167"/>
                  </a:lnTo>
                  <a:lnTo>
                    <a:pt x="16535505" y="2423148"/>
                  </a:lnTo>
                  <a:lnTo>
                    <a:pt x="16546780" y="2379318"/>
                  </a:lnTo>
                  <a:lnTo>
                    <a:pt x="16553713" y="2333906"/>
                  </a:lnTo>
                  <a:lnTo>
                    <a:pt x="16556075" y="2287142"/>
                  </a:lnTo>
                  <a:lnTo>
                    <a:pt x="16556075" y="457453"/>
                  </a:lnTo>
                  <a:lnTo>
                    <a:pt x="16553713" y="410688"/>
                  </a:lnTo>
                  <a:lnTo>
                    <a:pt x="16546780" y="365273"/>
                  </a:lnTo>
                  <a:lnTo>
                    <a:pt x="16535505" y="321436"/>
                  </a:lnTo>
                  <a:lnTo>
                    <a:pt x="16520120" y="279409"/>
                  </a:lnTo>
                  <a:lnTo>
                    <a:pt x="16500854" y="239422"/>
                  </a:lnTo>
                  <a:lnTo>
                    <a:pt x="16477938" y="201705"/>
                  </a:lnTo>
                  <a:lnTo>
                    <a:pt x="16451601" y="166488"/>
                  </a:lnTo>
                  <a:lnTo>
                    <a:pt x="16422074" y="134000"/>
                  </a:lnTo>
                  <a:lnTo>
                    <a:pt x="16389587" y="104473"/>
                  </a:lnTo>
                  <a:lnTo>
                    <a:pt x="16354370" y="78136"/>
                  </a:lnTo>
                  <a:lnTo>
                    <a:pt x="16316652" y="55220"/>
                  </a:lnTo>
                  <a:lnTo>
                    <a:pt x="16276665" y="35954"/>
                  </a:lnTo>
                  <a:lnTo>
                    <a:pt x="16234638" y="20569"/>
                  </a:lnTo>
                  <a:lnTo>
                    <a:pt x="16190802" y="9295"/>
                  </a:lnTo>
                  <a:lnTo>
                    <a:pt x="16145386" y="2362"/>
                  </a:lnTo>
                  <a:lnTo>
                    <a:pt x="16098621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59839" y="1673479"/>
            <a:ext cx="15765144" cy="2494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9850" indent="-343535">
              <a:lnSpc>
                <a:spcPct val="150000"/>
              </a:lnSpc>
              <a:spcBef>
                <a:spcPts val="100"/>
              </a:spcBef>
              <a:buSzPct val="166666"/>
              <a:buFont typeface="Arial"/>
              <a:buChar char="•"/>
              <a:tabLst>
                <a:tab pos="355600" algn="l"/>
              </a:tabLst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별도의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복제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컴포넌트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불필요: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Cluster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Linking은 Confluent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Platform에서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제공하는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Cluster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Level의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복제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기술로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Replicator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또는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Mirror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Maker2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50" dirty="0">
                <a:solidFill>
                  <a:srgbClr val="FFFFFF"/>
                </a:solidFill>
                <a:latin typeface="Malgun Gothic"/>
                <a:cs typeface="Malgun Gothic"/>
              </a:rPr>
              <a:t>같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은 별도의 복제 노드가</a:t>
            </a:r>
            <a:r>
              <a:rPr sz="1800" b="1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필요 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없습니다.</a:t>
            </a:r>
            <a:endParaRPr sz="1800">
              <a:latin typeface="Malgun Gothic"/>
              <a:cs typeface="Malgun Gothic"/>
            </a:endParaRPr>
          </a:p>
          <a:p>
            <a:pPr marL="436245" indent="-423545">
              <a:lnSpc>
                <a:spcPct val="100000"/>
              </a:lnSpc>
              <a:spcBef>
                <a:spcPts val="1080"/>
              </a:spcBef>
              <a:buSzPct val="166666"/>
              <a:buFont typeface="Arial"/>
              <a:buChar char="•"/>
              <a:tabLst>
                <a:tab pos="436245" algn="l"/>
              </a:tabLst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오프셋</a:t>
            </a:r>
            <a:r>
              <a:rPr sz="18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보존: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Cluster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Liking은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Offset을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Source</a:t>
            </a:r>
            <a:r>
              <a:rPr sz="18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Cluster에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Destination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Cluster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동기화하여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DR</a:t>
            </a:r>
            <a:r>
              <a:rPr sz="18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선언</a:t>
            </a:r>
            <a:r>
              <a:rPr sz="18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시에</a:t>
            </a:r>
            <a:r>
              <a:rPr sz="18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기존의</a:t>
            </a:r>
            <a:r>
              <a:rPr sz="18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Application이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마지막으</a:t>
            </a:r>
            <a:endParaRPr sz="1800">
              <a:latin typeface="Malgun Gothic"/>
              <a:cs typeface="Malgun Gothic"/>
            </a:endParaRPr>
          </a:p>
          <a:p>
            <a:pPr marL="3556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처리한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Offset</a:t>
            </a:r>
            <a:r>
              <a:rPr sz="1800" b="1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이후로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바로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서비스를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처리할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수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있습니다.</a:t>
            </a:r>
            <a:endParaRPr sz="1800">
              <a:latin typeface="Malgun Gothic"/>
              <a:cs typeface="Malgun Gothic"/>
            </a:endParaRPr>
          </a:p>
          <a:p>
            <a:pPr marL="355600" marR="27940" indent="-343535">
              <a:lnSpc>
                <a:spcPct val="150000"/>
              </a:lnSpc>
              <a:buChar char="•"/>
              <a:tabLst>
                <a:tab pos="355600" algn="l"/>
                <a:tab pos="436245" algn="l"/>
              </a:tabLst>
            </a:pPr>
            <a:r>
              <a:rPr sz="3000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매우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효율적: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Cluster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Linking은</a:t>
            </a:r>
            <a:r>
              <a:rPr sz="18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Topic,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ACLs,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Configs,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Consumer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Offset을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모두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비동기로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복제하기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때문에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매우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효율적으로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재해복구(DR)을</a:t>
            </a:r>
            <a:r>
              <a:rPr sz="18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구성하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고 활용할 수 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있습니다.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70966" y="4582159"/>
            <a:ext cx="16548735" cy="3771900"/>
          </a:xfrm>
          <a:custGeom>
            <a:avLst/>
            <a:gdLst/>
            <a:ahLst/>
            <a:cxnLst/>
            <a:rect l="l" t="t" r="r" b="b"/>
            <a:pathLst>
              <a:path w="16548735" h="3771900">
                <a:moveTo>
                  <a:pt x="9690354" y="187705"/>
                </a:moveTo>
                <a:lnTo>
                  <a:pt x="9697061" y="137818"/>
                </a:lnTo>
                <a:lnTo>
                  <a:pt x="9715989" y="92982"/>
                </a:lnTo>
                <a:lnTo>
                  <a:pt x="9745344" y="54991"/>
                </a:lnTo>
                <a:lnTo>
                  <a:pt x="9783336" y="25635"/>
                </a:lnTo>
                <a:lnTo>
                  <a:pt x="9828172" y="6707"/>
                </a:lnTo>
                <a:lnTo>
                  <a:pt x="9878060" y="0"/>
                </a:lnTo>
                <a:lnTo>
                  <a:pt x="16360648" y="0"/>
                </a:lnTo>
                <a:lnTo>
                  <a:pt x="16410535" y="6707"/>
                </a:lnTo>
                <a:lnTo>
                  <a:pt x="16455371" y="25635"/>
                </a:lnTo>
                <a:lnTo>
                  <a:pt x="16493363" y="54990"/>
                </a:lnTo>
                <a:lnTo>
                  <a:pt x="16522718" y="92982"/>
                </a:lnTo>
                <a:lnTo>
                  <a:pt x="16541646" y="137818"/>
                </a:lnTo>
                <a:lnTo>
                  <a:pt x="16548354" y="187705"/>
                </a:lnTo>
                <a:lnTo>
                  <a:pt x="16548354" y="3584194"/>
                </a:lnTo>
                <a:lnTo>
                  <a:pt x="16541646" y="3634081"/>
                </a:lnTo>
                <a:lnTo>
                  <a:pt x="16522718" y="3678917"/>
                </a:lnTo>
                <a:lnTo>
                  <a:pt x="16493363" y="3716909"/>
                </a:lnTo>
                <a:lnTo>
                  <a:pt x="16455371" y="3746264"/>
                </a:lnTo>
                <a:lnTo>
                  <a:pt x="16410535" y="3765192"/>
                </a:lnTo>
                <a:lnTo>
                  <a:pt x="16360648" y="3771900"/>
                </a:lnTo>
                <a:lnTo>
                  <a:pt x="9878060" y="3771900"/>
                </a:lnTo>
                <a:lnTo>
                  <a:pt x="9828172" y="3765192"/>
                </a:lnTo>
                <a:lnTo>
                  <a:pt x="9783336" y="3746264"/>
                </a:lnTo>
                <a:lnTo>
                  <a:pt x="9745344" y="3716909"/>
                </a:lnTo>
                <a:lnTo>
                  <a:pt x="9715989" y="3678917"/>
                </a:lnTo>
                <a:lnTo>
                  <a:pt x="9697061" y="3634081"/>
                </a:lnTo>
                <a:lnTo>
                  <a:pt x="9690354" y="3584194"/>
                </a:lnTo>
                <a:lnTo>
                  <a:pt x="9690354" y="187705"/>
                </a:lnTo>
                <a:close/>
              </a:path>
              <a:path w="16548735" h="3771900">
                <a:moveTo>
                  <a:pt x="9963531" y="1028318"/>
                </a:moveTo>
                <a:lnTo>
                  <a:pt x="9970843" y="992074"/>
                </a:lnTo>
                <a:lnTo>
                  <a:pt x="9990788" y="962485"/>
                </a:lnTo>
                <a:lnTo>
                  <a:pt x="10020377" y="942540"/>
                </a:lnTo>
                <a:lnTo>
                  <a:pt x="10056622" y="935227"/>
                </a:lnTo>
                <a:lnTo>
                  <a:pt x="11742547" y="935227"/>
                </a:lnTo>
                <a:lnTo>
                  <a:pt x="11778865" y="942540"/>
                </a:lnTo>
                <a:lnTo>
                  <a:pt x="11808491" y="962485"/>
                </a:lnTo>
                <a:lnTo>
                  <a:pt x="11828450" y="992074"/>
                </a:lnTo>
                <a:lnTo>
                  <a:pt x="11835765" y="1028318"/>
                </a:lnTo>
                <a:lnTo>
                  <a:pt x="11835765" y="3298825"/>
                </a:lnTo>
                <a:lnTo>
                  <a:pt x="11828450" y="3335089"/>
                </a:lnTo>
                <a:lnTo>
                  <a:pt x="11808491" y="3364722"/>
                </a:lnTo>
                <a:lnTo>
                  <a:pt x="11778865" y="3384710"/>
                </a:lnTo>
                <a:lnTo>
                  <a:pt x="11742547" y="3392042"/>
                </a:lnTo>
                <a:lnTo>
                  <a:pt x="10056622" y="3392042"/>
                </a:lnTo>
                <a:lnTo>
                  <a:pt x="10020377" y="3384710"/>
                </a:lnTo>
                <a:lnTo>
                  <a:pt x="9990788" y="3364722"/>
                </a:lnTo>
                <a:lnTo>
                  <a:pt x="9970843" y="3335089"/>
                </a:lnTo>
                <a:lnTo>
                  <a:pt x="9963531" y="3298825"/>
                </a:lnTo>
                <a:lnTo>
                  <a:pt x="9963531" y="1028318"/>
                </a:lnTo>
                <a:close/>
              </a:path>
              <a:path w="16548735" h="3771900">
                <a:moveTo>
                  <a:pt x="0" y="187705"/>
                </a:moveTo>
                <a:lnTo>
                  <a:pt x="6702" y="137818"/>
                </a:lnTo>
                <a:lnTo>
                  <a:pt x="25619" y="92982"/>
                </a:lnTo>
                <a:lnTo>
                  <a:pt x="54960" y="54991"/>
                </a:lnTo>
                <a:lnTo>
                  <a:pt x="92939" y="25635"/>
                </a:lnTo>
                <a:lnTo>
                  <a:pt x="137767" y="6707"/>
                </a:lnTo>
                <a:lnTo>
                  <a:pt x="187655" y="0"/>
                </a:lnTo>
                <a:lnTo>
                  <a:pt x="6670293" y="0"/>
                </a:lnTo>
                <a:lnTo>
                  <a:pt x="6720181" y="6707"/>
                </a:lnTo>
                <a:lnTo>
                  <a:pt x="6765017" y="25635"/>
                </a:lnTo>
                <a:lnTo>
                  <a:pt x="6803009" y="54990"/>
                </a:lnTo>
                <a:lnTo>
                  <a:pt x="6832364" y="92982"/>
                </a:lnTo>
                <a:lnTo>
                  <a:pt x="6851292" y="137818"/>
                </a:lnTo>
                <a:lnTo>
                  <a:pt x="6858000" y="187705"/>
                </a:lnTo>
                <a:lnTo>
                  <a:pt x="6858000" y="3584194"/>
                </a:lnTo>
                <a:lnTo>
                  <a:pt x="6851292" y="3634081"/>
                </a:lnTo>
                <a:lnTo>
                  <a:pt x="6832364" y="3678917"/>
                </a:lnTo>
                <a:lnTo>
                  <a:pt x="6803009" y="3716909"/>
                </a:lnTo>
                <a:lnTo>
                  <a:pt x="6765017" y="3746264"/>
                </a:lnTo>
                <a:lnTo>
                  <a:pt x="6720181" y="3765192"/>
                </a:lnTo>
                <a:lnTo>
                  <a:pt x="6670293" y="3771900"/>
                </a:lnTo>
                <a:lnTo>
                  <a:pt x="187655" y="3771900"/>
                </a:lnTo>
                <a:lnTo>
                  <a:pt x="137767" y="3765192"/>
                </a:lnTo>
                <a:lnTo>
                  <a:pt x="92939" y="3746264"/>
                </a:lnTo>
                <a:lnTo>
                  <a:pt x="54960" y="3716909"/>
                </a:lnTo>
                <a:lnTo>
                  <a:pt x="25619" y="3678917"/>
                </a:lnTo>
                <a:lnTo>
                  <a:pt x="6702" y="3634081"/>
                </a:lnTo>
                <a:lnTo>
                  <a:pt x="0" y="3584194"/>
                </a:lnTo>
                <a:lnTo>
                  <a:pt x="0" y="187705"/>
                </a:lnTo>
                <a:close/>
              </a:path>
            </a:pathLst>
          </a:custGeom>
          <a:ln w="38100">
            <a:solidFill>
              <a:srgbClr val="0074A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324736" y="4672329"/>
            <a:ext cx="14134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703435" algn="l"/>
              </a:tabLst>
            </a:pPr>
            <a:r>
              <a:rPr sz="3600" spc="415" dirty="0">
                <a:solidFill>
                  <a:srgbClr val="173360"/>
                </a:solidFill>
                <a:latin typeface="Calibri"/>
                <a:cs typeface="Calibri"/>
              </a:rPr>
              <a:t>Source</a:t>
            </a:r>
            <a:r>
              <a:rPr sz="3600" spc="13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3600" spc="340" dirty="0">
                <a:solidFill>
                  <a:srgbClr val="173360"/>
                </a:solidFill>
                <a:latin typeface="Calibri"/>
                <a:cs typeface="Calibri"/>
              </a:rPr>
              <a:t>Cluster</a:t>
            </a:r>
            <a:r>
              <a:rPr sz="3600" dirty="0">
                <a:solidFill>
                  <a:srgbClr val="173360"/>
                </a:solidFill>
                <a:latin typeface="Calibri"/>
                <a:cs typeface="Calibri"/>
              </a:rPr>
              <a:t>	</a:t>
            </a:r>
            <a:r>
              <a:rPr sz="3600" spc="370" dirty="0">
                <a:solidFill>
                  <a:srgbClr val="173360"/>
                </a:solidFill>
                <a:latin typeface="Calibri"/>
                <a:cs typeface="Calibri"/>
              </a:rPr>
              <a:t>Destination</a:t>
            </a:r>
            <a:r>
              <a:rPr sz="3600" spc="12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3600" spc="335" dirty="0">
                <a:solidFill>
                  <a:srgbClr val="173360"/>
                </a:solidFill>
                <a:latin typeface="Calibri"/>
                <a:cs typeface="Calibri"/>
              </a:rPr>
              <a:t>Cluster</a:t>
            </a:r>
            <a:endParaRPr sz="3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15355" y="4511230"/>
            <a:ext cx="6790690" cy="4796155"/>
            <a:chOff x="5515355" y="4511230"/>
            <a:chExt cx="6790690" cy="4796155"/>
          </a:xfrm>
        </p:grpSpPr>
        <p:sp>
          <p:nvSpPr>
            <p:cNvPr id="11" name="object 11"/>
            <p:cNvSpPr/>
            <p:nvPr/>
          </p:nvSpPr>
          <p:spPr>
            <a:xfrm>
              <a:off x="5534405" y="5517387"/>
              <a:ext cx="1872614" cy="2456815"/>
            </a:xfrm>
            <a:custGeom>
              <a:avLst/>
              <a:gdLst/>
              <a:ahLst/>
              <a:cxnLst/>
              <a:rect l="l" t="t" r="r" b="b"/>
              <a:pathLst>
                <a:path w="1872615" h="2456815">
                  <a:moveTo>
                    <a:pt x="0" y="93090"/>
                  </a:moveTo>
                  <a:lnTo>
                    <a:pt x="7312" y="56846"/>
                  </a:lnTo>
                  <a:lnTo>
                    <a:pt x="27257" y="27257"/>
                  </a:lnTo>
                  <a:lnTo>
                    <a:pt x="56846" y="7312"/>
                  </a:lnTo>
                  <a:lnTo>
                    <a:pt x="93091" y="0"/>
                  </a:lnTo>
                  <a:lnTo>
                    <a:pt x="1779143" y="0"/>
                  </a:lnTo>
                  <a:lnTo>
                    <a:pt x="1815387" y="7312"/>
                  </a:lnTo>
                  <a:lnTo>
                    <a:pt x="1844976" y="27257"/>
                  </a:lnTo>
                  <a:lnTo>
                    <a:pt x="1864921" y="56846"/>
                  </a:lnTo>
                  <a:lnTo>
                    <a:pt x="1872234" y="93090"/>
                  </a:lnTo>
                  <a:lnTo>
                    <a:pt x="1872234" y="2363597"/>
                  </a:lnTo>
                  <a:lnTo>
                    <a:pt x="1864921" y="2399861"/>
                  </a:lnTo>
                  <a:lnTo>
                    <a:pt x="1844976" y="2429494"/>
                  </a:lnTo>
                  <a:lnTo>
                    <a:pt x="1815387" y="2449482"/>
                  </a:lnTo>
                  <a:lnTo>
                    <a:pt x="1779143" y="2456815"/>
                  </a:lnTo>
                  <a:lnTo>
                    <a:pt x="93091" y="2456815"/>
                  </a:lnTo>
                  <a:lnTo>
                    <a:pt x="56846" y="2449482"/>
                  </a:lnTo>
                  <a:lnTo>
                    <a:pt x="27257" y="2429494"/>
                  </a:lnTo>
                  <a:lnTo>
                    <a:pt x="7312" y="2399861"/>
                  </a:lnTo>
                  <a:lnTo>
                    <a:pt x="0" y="2363597"/>
                  </a:lnTo>
                  <a:lnTo>
                    <a:pt x="0" y="9309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119171" y="4557902"/>
              <a:ext cx="0" cy="4702810"/>
            </a:xfrm>
            <a:custGeom>
              <a:avLst/>
              <a:gdLst/>
              <a:ahLst/>
              <a:cxnLst/>
              <a:rect l="l" t="t" r="r" b="b"/>
              <a:pathLst>
                <a:path h="4702809">
                  <a:moveTo>
                    <a:pt x="0" y="1444625"/>
                  </a:moveTo>
                  <a:lnTo>
                    <a:pt x="0" y="4702238"/>
                  </a:lnTo>
                </a:path>
                <a:path h="4702809">
                  <a:moveTo>
                    <a:pt x="0" y="0"/>
                  </a:moveTo>
                  <a:lnTo>
                    <a:pt x="0" y="1106068"/>
                  </a:lnTo>
                </a:path>
              </a:pathLst>
            </a:custGeom>
            <a:ln w="93090">
              <a:solidFill>
                <a:srgbClr val="5D5255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428348" y="6339077"/>
              <a:ext cx="207136" cy="44056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1635486" y="6187058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4">
                  <a:moveTo>
                    <a:pt x="474535" y="512025"/>
                  </a:moveTo>
                  <a:lnTo>
                    <a:pt x="470789" y="493522"/>
                  </a:lnTo>
                  <a:lnTo>
                    <a:pt x="463169" y="476758"/>
                  </a:lnTo>
                  <a:lnTo>
                    <a:pt x="457403" y="464058"/>
                  </a:lnTo>
                  <a:lnTo>
                    <a:pt x="435648" y="441553"/>
                  </a:lnTo>
                  <a:lnTo>
                    <a:pt x="419773" y="433324"/>
                  </a:lnTo>
                  <a:lnTo>
                    <a:pt x="419773" y="515010"/>
                  </a:lnTo>
                  <a:lnTo>
                    <a:pt x="419455" y="523163"/>
                  </a:lnTo>
                  <a:lnTo>
                    <a:pt x="417779" y="530707"/>
                  </a:lnTo>
                  <a:lnTo>
                    <a:pt x="417690" y="531114"/>
                  </a:lnTo>
                  <a:lnTo>
                    <a:pt x="414401" y="538734"/>
                  </a:lnTo>
                  <a:lnTo>
                    <a:pt x="382778" y="558673"/>
                  </a:lnTo>
                  <a:lnTo>
                    <a:pt x="379095" y="558673"/>
                  </a:lnTo>
                  <a:lnTo>
                    <a:pt x="343623" y="541261"/>
                  </a:lnTo>
                  <a:lnTo>
                    <a:pt x="337197" y="515010"/>
                  </a:lnTo>
                  <a:lnTo>
                    <a:pt x="337197" y="512025"/>
                  </a:lnTo>
                  <a:lnTo>
                    <a:pt x="367792" y="478028"/>
                  </a:lnTo>
                  <a:lnTo>
                    <a:pt x="375031" y="476758"/>
                  </a:lnTo>
                  <a:lnTo>
                    <a:pt x="378587" y="476758"/>
                  </a:lnTo>
                  <a:lnTo>
                    <a:pt x="412635" y="494284"/>
                  </a:lnTo>
                  <a:lnTo>
                    <a:pt x="419773" y="515010"/>
                  </a:lnTo>
                  <a:lnTo>
                    <a:pt x="419773" y="433324"/>
                  </a:lnTo>
                  <a:lnTo>
                    <a:pt x="40797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426" y="423164"/>
                  </a:lnTo>
                  <a:lnTo>
                    <a:pt x="352298" y="425196"/>
                  </a:lnTo>
                  <a:lnTo>
                    <a:pt x="318173" y="442722"/>
                  </a:lnTo>
                  <a:lnTo>
                    <a:pt x="312420" y="449465"/>
                  </a:lnTo>
                  <a:lnTo>
                    <a:pt x="255930" y="416166"/>
                  </a:lnTo>
                  <a:lnTo>
                    <a:pt x="263652" y="378841"/>
                  </a:lnTo>
                  <a:lnTo>
                    <a:pt x="255536" y="339585"/>
                  </a:lnTo>
                  <a:lnTo>
                    <a:pt x="311454" y="299275"/>
                  </a:lnTo>
                  <a:lnTo>
                    <a:pt x="352298" y="322707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801"/>
                  </a:lnTo>
                  <a:lnTo>
                    <a:pt x="464185" y="272376"/>
                  </a:lnTo>
                  <a:lnTo>
                    <a:pt x="465137" y="269748"/>
                  </a:lnTo>
                  <a:lnTo>
                    <a:pt x="470789" y="254381"/>
                  </a:lnTo>
                  <a:lnTo>
                    <a:pt x="474395" y="235889"/>
                  </a:lnTo>
                  <a:lnTo>
                    <a:pt x="473900" y="218059"/>
                  </a:lnTo>
                  <a:lnTo>
                    <a:pt x="473875" y="217208"/>
                  </a:lnTo>
                  <a:lnTo>
                    <a:pt x="469620" y="198945"/>
                  </a:lnTo>
                  <a:lnTo>
                    <a:pt x="464426" y="187198"/>
                  </a:lnTo>
                  <a:lnTo>
                    <a:pt x="462026" y="181737"/>
                  </a:lnTo>
                  <a:lnTo>
                    <a:pt x="450634" y="165862"/>
                  </a:lnTo>
                  <a:lnTo>
                    <a:pt x="436765" y="152946"/>
                  </a:lnTo>
                  <a:lnTo>
                    <a:pt x="420814" y="143129"/>
                  </a:lnTo>
                  <a:lnTo>
                    <a:pt x="418198" y="142151"/>
                  </a:lnTo>
                  <a:lnTo>
                    <a:pt x="418198" y="231838"/>
                  </a:lnTo>
                  <a:lnTo>
                    <a:pt x="416560" y="240030"/>
                  </a:lnTo>
                  <a:lnTo>
                    <a:pt x="383540" y="269748"/>
                  </a:lnTo>
                  <a:lnTo>
                    <a:pt x="372618" y="269748"/>
                  </a:lnTo>
                  <a:lnTo>
                    <a:pt x="337870" y="241909"/>
                  </a:lnTo>
                  <a:lnTo>
                    <a:pt x="335737" y="226301"/>
                  </a:lnTo>
                  <a:lnTo>
                    <a:pt x="336804" y="218059"/>
                  </a:lnTo>
                  <a:lnTo>
                    <a:pt x="363347" y="188341"/>
                  </a:lnTo>
                  <a:lnTo>
                    <a:pt x="369951" y="187198"/>
                  </a:lnTo>
                  <a:lnTo>
                    <a:pt x="384429" y="187198"/>
                  </a:lnTo>
                  <a:lnTo>
                    <a:pt x="416534" y="215785"/>
                  </a:lnTo>
                  <a:lnTo>
                    <a:pt x="418198" y="231838"/>
                  </a:lnTo>
                  <a:lnTo>
                    <a:pt x="418198" y="142151"/>
                  </a:lnTo>
                  <a:lnTo>
                    <a:pt x="403263" y="136550"/>
                  </a:lnTo>
                  <a:lnTo>
                    <a:pt x="395097" y="134366"/>
                  </a:lnTo>
                  <a:lnTo>
                    <a:pt x="386715" y="133223"/>
                  </a:lnTo>
                  <a:lnTo>
                    <a:pt x="378333" y="133223"/>
                  </a:lnTo>
                  <a:lnTo>
                    <a:pt x="330200" y="146431"/>
                  </a:lnTo>
                  <a:lnTo>
                    <a:pt x="291338" y="186245"/>
                  </a:lnTo>
                  <a:lnTo>
                    <a:pt x="281139" y="222694"/>
                  </a:lnTo>
                  <a:lnTo>
                    <a:pt x="281406" y="231838"/>
                  </a:lnTo>
                  <a:lnTo>
                    <a:pt x="281533" y="235889"/>
                  </a:lnTo>
                  <a:lnTo>
                    <a:pt x="281660" y="240030"/>
                  </a:lnTo>
                  <a:lnTo>
                    <a:pt x="281698" y="241338"/>
                  </a:lnTo>
                  <a:lnTo>
                    <a:pt x="283997" y="251028"/>
                  </a:lnTo>
                  <a:lnTo>
                    <a:pt x="228066" y="291338"/>
                  </a:lnTo>
                  <a:lnTo>
                    <a:pt x="224739" y="286448"/>
                  </a:lnTo>
                  <a:lnTo>
                    <a:pt x="208280" y="275361"/>
                  </a:lnTo>
                  <a:lnTo>
                    <a:pt x="208280" y="378841"/>
                  </a:lnTo>
                  <a:lnTo>
                    <a:pt x="202260" y="407987"/>
                  </a:lnTo>
                  <a:lnTo>
                    <a:pt x="185851" y="432219"/>
                  </a:lnTo>
                  <a:lnTo>
                    <a:pt x="161556" y="448779"/>
                  </a:lnTo>
                  <a:lnTo>
                    <a:pt x="131826" y="454914"/>
                  </a:lnTo>
                  <a:lnTo>
                    <a:pt x="102565" y="448779"/>
                  </a:lnTo>
                  <a:lnTo>
                    <a:pt x="78206" y="432219"/>
                  </a:lnTo>
                  <a:lnTo>
                    <a:pt x="61544" y="407987"/>
                  </a:lnTo>
                  <a:lnTo>
                    <a:pt x="55372" y="378841"/>
                  </a:lnTo>
                  <a:lnTo>
                    <a:pt x="61544" y="349351"/>
                  </a:lnTo>
                  <a:lnTo>
                    <a:pt x="78206" y="325208"/>
                  </a:lnTo>
                  <a:lnTo>
                    <a:pt x="102565" y="308889"/>
                  </a:lnTo>
                  <a:lnTo>
                    <a:pt x="131826" y="302895"/>
                  </a:lnTo>
                  <a:lnTo>
                    <a:pt x="161556" y="308889"/>
                  </a:lnTo>
                  <a:lnTo>
                    <a:pt x="185864" y="325208"/>
                  </a:lnTo>
                  <a:lnTo>
                    <a:pt x="202260" y="349351"/>
                  </a:lnTo>
                  <a:lnTo>
                    <a:pt x="208280" y="378841"/>
                  </a:lnTo>
                  <a:lnTo>
                    <a:pt x="208280" y="275361"/>
                  </a:lnTo>
                  <a:lnTo>
                    <a:pt x="182791" y="258191"/>
                  </a:lnTo>
                  <a:lnTo>
                    <a:pt x="152908" y="252095"/>
                  </a:lnTo>
                  <a:lnTo>
                    <a:pt x="152908" y="187032"/>
                  </a:lnTo>
                  <a:lnTo>
                    <a:pt x="162242" y="185127"/>
                  </a:lnTo>
                  <a:lnTo>
                    <a:pt x="192938" y="164592"/>
                  </a:lnTo>
                  <a:lnTo>
                    <a:pt x="211455" y="137668"/>
                  </a:lnTo>
                  <a:lnTo>
                    <a:pt x="213868" y="134162"/>
                  </a:lnTo>
                  <a:lnTo>
                    <a:pt x="221615" y="96901"/>
                  </a:lnTo>
                  <a:lnTo>
                    <a:pt x="214172" y="58991"/>
                  </a:lnTo>
                  <a:lnTo>
                    <a:pt x="211518" y="54991"/>
                  </a:lnTo>
                  <a:lnTo>
                    <a:pt x="193751" y="28219"/>
                  </a:lnTo>
                  <a:lnTo>
                    <a:pt x="166243" y="9652"/>
                  </a:lnTo>
                  <a:lnTo>
                    <a:pt x="166243" y="96901"/>
                  </a:lnTo>
                  <a:lnTo>
                    <a:pt x="163093" y="113030"/>
                  </a:lnTo>
                  <a:lnTo>
                    <a:pt x="154444" y="125958"/>
                  </a:lnTo>
                  <a:lnTo>
                    <a:pt x="141427" y="134556"/>
                  </a:lnTo>
                  <a:lnTo>
                    <a:pt x="125222" y="137668"/>
                  </a:lnTo>
                  <a:lnTo>
                    <a:pt x="108343" y="134556"/>
                  </a:lnTo>
                  <a:lnTo>
                    <a:pt x="94996" y="125958"/>
                  </a:lnTo>
                  <a:lnTo>
                    <a:pt x="86207" y="113030"/>
                  </a:lnTo>
                  <a:lnTo>
                    <a:pt x="83058" y="96901"/>
                  </a:lnTo>
                  <a:lnTo>
                    <a:pt x="86207" y="80124"/>
                  </a:lnTo>
                  <a:lnTo>
                    <a:pt x="94996" y="66852"/>
                  </a:lnTo>
                  <a:lnTo>
                    <a:pt x="108343" y="58140"/>
                  </a:lnTo>
                  <a:lnTo>
                    <a:pt x="125222" y="54991"/>
                  </a:lnTo>
                  <a:lnTo>
                    <a:pt x="140944" y="58140"/>
                  </a:lnTo>
                  <a:lnTo>
                    <a:pt x="154012" y="66852"/>
                  </a:lnTo>
                  <a:lnTo>
                    <a:pt x="162941" y="80124"/>
                  </a:lnTo>
                  <a:lnTo>
                    <a:pt x="166243" y="96901"/>
                  </a:lnTo>
                  <a:lnTo>
                    <a:pt x="166243" y="9652"/>
                  </a:lnTo>
                  <a:lnTo>
                    <a:pt x="163156" y="7556"/>
                  </a:lnTo>
                  <a:lnTo>
                    <a:pt x="125222" y="0"/>
                  </a:lnTo>
                  <a:lnTo>
                    <a:pt x="87045" y="7556"/>
                  </a:lnTo>
                  <a:lnTo>
                    <a:pt x="56070" y="28219"/>
                  </a:lnTo>
                  <a:lnTo>
                    <a:pt x="35280" y="58991"/>
                  </a:lnTo>
                  <a:lnTo>
                    <a:pt x="27686" y="96901"/>
                  </a:lnTo>
                  <a:lnTo>
                    <a:pt x="35280" y="134162"/>
                  </a:lnTo>
                  <a:lnTo>
                    <a:pt x="56070" y="164592"/>
                  </a:lnTo>
                  <a:lnTo>
                    <a:pt x="87045" y="185127"/>
                  </a:lnTo>
                  <a:lnTo>
                    <a:pt x="97536" y="187198"/>
                  </a:lnTo>
                  <a:lnTo>
                    <a:pt x="97536" y="254787"/>
                  </a:lnTo>
                  <a:lnTo>
                    <a:pt x="80848" y="258191"/>
                  </a:lnTo>
                  <a:lnTo>
                    <a:pt x="38900" y="286448"/>
                  </a:lnTo>
                  <a:lnTo>
                    <a:pt x="10464" y="328155"/>
                  </a:lnTo>
                  <a:lnTo>
                    <a:pt x="0" y="378841"/>
                  </a:lnTo>
                  <a:lnTo>
                    <a:pt x="10464" y="429564"/>
                  </a:lnTo>
                  <a:lnTo>
                    <a:pt x="38900" y="471297"/>
                  </a:lnTo>
                  <a:lnTo>
                    <a:pt x="80848" y="499618"/>
                  </a:lnTo>
                  <a:lnTo>
                    <a:pt x="97536" y="503034"/>
                  </a:lnTo>
                  <a:lnTo>
                    <a:pt x="97536" y="556285"/>
                  </a:lnTo>
                  <a:lnTo>
                    <a:pt x="87045" y="558355"/>
                  </a:lnTo>
                  <a:lnTo>
                    <a:pt x="56070" y="579018"/>
                  </a:lnTo>
                  <a:lnTo>
                    <a:pt x="35280" y="609790"/>
                  </a:lnTo>
                  <a:lnTo>
                    <a:pt x="27686" y="647700"/>
                  </a:lnTo>
                  <a:lnTo>
                    <a:pt x="35280" y="685025"/>
                  </a:lnTo>
                  <a:lnTo>
                    <a:pt x="56070" y="715505"/>
                  </a:lnTo>
                  <a:lnTo>
                    <a:pt x="87045" y="736053"/>
                  </a:lnTo>
                  <a:lnTo>
                    <a:pt x="125222" y="743585"/>
                  </a:lnTo>
                  <a:lnTo>
                    <a:pt x="162242" y="736053"/>
                  </a:lnTo>
                  <a:lnTo>
                    <a:pt x="192938" y="715505"/>
                  </a:lnTo>
                  <a:lnTo>
                    <a:pt x="211505" y="688467"/>
                  </a:lnTo>
                  <a:lnTo>
                    <a:pt x="213868" y="685025"/>
                  </a:lnTo>
                  <a:lnTo>
                    <a:pt x="221615" y="647700"/>
                  </a:lnTo>
                  <a:lnTo>
                    <a:pt x="214172" y="609790"/>
                  </a:lnTo>
                  <a:lnTo>
                    <a:pt x="211607" y="605917"/>
                  </a:lnTo>
                  <a:lnTo>
                    <a:pt x="193751" y="579018"/>
                  </a:lnTo>
                  <a:lnTo>
                    <a:pt x="166243" y="560451"/>
                  </a:lnTo>
                  <a:lnTo>
                    <a:pt x="166243" y="647700"/>
                  </a:lnTo>
                  <a:lnTo>
                    <a:pt x="163093" y="663829"/>
                  </a:lnTo>
                  <a:lnTo>
                    <a:pt x="154444" y="676757"/>
                  </a:lnTo>
                  <a:lnTo>
                    <a:pt x="141427" y="685355"/>
                  </a:lnTo>
                  <a:lnTo>
                    <a:pt x="125222" y="688467"/>
                  </a:lnTo>
                  <a:lnTo>
                    <a:pt x="108343" y="685355"/>
                  </a:lnTo>
                  <a:lnTo>
                    <a:pt x="94996" y="676757"/>
                  </a:lnTo>
                  <a:lnTo>
                    <a:pt x="86207" y="663829"/>
                  </a:lnTo>
                  <a:lnTo>
                    <a:pt x="83058" y="647700"/>
                  </a:lnTo>
                  <a:lnTo>
                    <a:pt x="86207" y="630999"/>
                  </a:lnTo>
                  <a:lnTo>
                    <a:pt x="94996" y="617766"/>
                  </a:lnTo>
                  <a:lnTo>
                    <a:pt x="108343" y="609053"/>
                  </a:lnTo>
                  <a:lnTo>
                    <a:pt x="125222" y="605917"/>
                  </a:lnTo>
                  <a:lnTo>
                    <a:pt x="140944" y="609053"/>
                  </a:lnTo>
                  <a:lnTo>
                    <a:pt x="154012" y="617766"/>
                  </a:lnTo>
                  <a:lnTo>
                    <a:pt x="162941" y="630999"/>
                  </a:lnTo>
                  <a:lnTo>
                    <a:pt x="166243" y="647700"/>
                  </a:lnTo>
                  <a:lnTo>
                    <a:pt x="166243" y="560451"/>
                  </a:lnTo>
                  <a:lnTo>
                    <a:pt x="163156" y="558355"/>
                  </a:lnTo>
                  <a:lnTo>
                    <a:pt x="152908" y="556323"/>
                  </a:lnTo>
                  <a:lnTo>
                    <a:pt x="152908" y="505726"/>
                  </a:lnTo>
                  <a:lnTo>
                    <a:pt x="182791" y="499618"/>
                  </a:lnTo>
                  <a:lnTo>
                    <a:pt x="224739" y="471297"/>
                  </a:lnTo>
                  <a:lnTo>
                    <a:pt x="229552" y="464235"/>
                  </a:lnTo>
                  <a:lnTo>
                    <a:pt x="285102" y="497230"/>
                  </a:lnTo>
                  <a:lnTo>
                    <a:pt x="282054" y="506247"/>
                  </a:lnTo>
                  <a:lnTo>
                    <a:pt x="284734" y="544195"/>
                  </a:lnTo>
                  <a:lnTo>
                    <a:pt x="298500" y="573328"/>
                  </a:lnTo>
                  <a:lnTo>
                    <a:pt x="320167" y="595541"/>
                  </a:lnTo>
                  <a:lnTo>
                    <a:pt x="347624" y="609714"/>
                  </a:lnTo>
                  <a:lnTo>
                    <a:pt x="378841" y="614680"/>
                  </a:lnTo>
                  <a:lnTo>
                    <a:pt x="386588" y="614680"/>
                  </a:lnTo>
                  <a:lnTo>
                    <a:pt x="395478" y="612394"/>
                  </a:lnTo>
                  <a:lnTo>
                    <a:pt x="403225" y="611378"/>
                  </a:lnTo>
                  <a:lnTo>
                    <a:pt x="450799" y="581634"/>
                  </a:lnTo>
                  <a:lnTo>
                    <a:pt x="465518" y="558673"/>
                  </a:lnTo>
                  <a:lnTo>
                    <a:pt x="470052" y="548957"/>
                  </a:lnTo>
                  <a:lnTo>
                    <a:pt x="474167" y="531114"/>
                  </a:lnTo>
                  <a:lnTo>
                    <a:pt x="474281" y="528828"/>
                  </a:lnTo>
                  <a:lnTo>
                    <a:pt x="474370" y="523163"/>
                  </a:lnTo>
                  <a:lnTo>
                    <a:pt x="474497" y="515010"/>
                  </a:lnTo>
                  <a:lnTo>
                    <a:pt x="474535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1056620" y="7430388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1213611" y="0"/>
                  </a:moveTo>
                  <a:lnTo>
                    <a:pt x="20954" y="0"/>
                  </a:lnTo>
                  <a:lnTo>
                    <a:pt x="12805" y="1647"/>
                  </a:lnTo>
                  <a:lnTo>
                    <a:pt x="6143" y="6127"/>
                  </a:lnTo>
                  <a:lnTo>
                    <a:pt x="1649" y="12751"/>
                  </a:lnTo>
                  <a:lnTo>
                    <a:pt x="0" y="20828"/>
                  </a:lnTo>
                  <a:lnTo>
                    <a:pt x="0" y="234442"/>
                  </a:lnTo>
                  <a:lnTo>
                    <a:pt x="1649" y="242591"/>
                  </a:lnTo>
                  <a:lnTo>
                    <a:pt x="6143" y="249253"/>
                  </a:lnTo>
                  <a:lnTo>
                    <a:pt x="12805" y="253747"/>
                  </a:lnTo>
                  <a:lnTo>
                    <a:pt x="20954" y="255397"/>
                  </a:lnTo>
                  <a:lnTo>
                    <a:pt x="1213611" y="255397"/>
                  </a:lnTo>
                  <a:lnTo>
                    <a:pt x="1221761" y="253747"/>
                  </a:lnTo>
                  <a:lnTo>
                    <a:pt x="1228423" y="249253"/>
                  </a:lnTo>
                  <a:lnTo>
                    <a:pt x="1232917" y="242591"/>
                  </a:lnTo>
                  <a:lnTo>
                    <a:pt x="1234566" y="234442"/>
                  </a:lnTo>
                  <a:lnTo>
                    <a:pt x="1234566" y="20828"/>
                  </a:lnTo>
                  <a:lnTo>
                    <a:pt x="1232917" y="12751"/>
                  </a:lnTo>
                  <a:lnTo>
                    <a:pt x="1228423" y="6127"/>
                  </a:lnTo>
                  <a:lnTo>
                    <a:pt x="1221761" y="1647"/>
                  </a:lnTo>
                  <a:lnTo>
                    <a:pt x="121361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056620" y="7430388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0" y="20828"/>
                  </a:moveTo>
                  <a:lnTo>
                    <a:pt x="1649" y="12751"/>
                  </a:lnTo>
                  <a:lnTo>
                    <a:pt x="6143" y="6127"/>
                  </a:lnTo>
                  <a:lnTo>
                    <a:pt x="12805" y="1647"/>
                  </a:lnTo>
                  <a:lnTo>
                    <a:pt x="20954" y="0"/>
                  </a:lnTo>
                  <a:lnTo>
                    <a:pt x="1213611" y="0"/>
                  </a:lnTo>
                  <a:lnTo>
                    <a:pt x="1221761" y="1647"/>
                  </a:lnTo>
                  <a:lnTo>
                    <a:pt x="1228423" y="6127"/>
                  </a:lnTo>
                  <a:lnTo>
                    <a:pt x="1232917" y="12751"/>
                  </a:lnTo>
                  <a:lnTo>
                    <a:pt x="1234566" y="20828"/>
                  </a:lnTo>
                  <a:lnTo>
                    <a:pt x="1234566" y="234442"/>
                  </a:lnTo>
                  <a:lnTo>
                    <a:pt x="1232917" y="242591"/>
                  </a:lnTo>
                  <a:lnTo>
                    <a:pt x="1228423" y="249253"/>
                  </a:lnTo>
                  <a:lnTo>
                    <a:pt x="1221761" y="253747"/>
                  </a:lnTo>
                  <a:lnTo>
                    <a:pt x="1213611" y="255397"/>
                  </a:lnTo>
                  <a:lnTo>
                    <a:pt x="20954" y="255397"/>
                  </a:lnTo>
                  <a:lnTo>
                    <a:pt x="12805" y="253747"/>
                  </a:lnTo>
                  <a:lnTo>
                    <a:pt x="6143" y="249253"/>
                  </a:lnTo>
                  <a:lnTo>
                    <a:pt x="1649" y="242591"/>
                  </a:lnTo>
                  <a:lnTo>
                    <a:pt x="0" y="234442"/>
                  </a:lnTo>
                  <a:lnTo>
                    <a:pt x="0" y="20828"/>
                  </a:lnTo>
                  <a:close/>
                </a:path>
              </a:pathLst>
            </a:custGeom>
            <a:ln w="28574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1081384" y="7398207"/>
            <a:ext cx="1185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41275" algn="r">
              <a:lnSpc>
                <a:spcPct val="100000"/>
              </a:lnSpc>
              <a:spcBef>
                <a:spcPts val="100"/>
              </a:spcBef>
            </a:pPr>
            <a:r>
              <a:rPr sz="1800" spc="245" dirty="0">
                <a:solidFill>
                  <a:srgbClr val="173360"/>
                </a:solidFill>
                <a:latin typeface="Calibri"/>
                <a:cs typeface="Calibri"/>
              </a:rPr>
              <a:t>L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076114" y="7445819"/>
            <a:ext cx="702310" cy="224790"/>
            <a:chOff x="11076114" y="7445819"/>
            <a:chExt cx="702310" cy="224790"/>
          </a:xfrm>
        </p:grpSpPr>
        <p:sp>
          <p:nvSpPr>
            <p:cNvPr id="19" name="object 19"/>
            <p:cNvSpPr/>
            <p:nvPr/>
          </p:nvSpPr>
          <p:spPr>
            <a:xfrm>
              <a:off x="11090402" y="7460106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19570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5706" y="195961"/>
                  </a:lnTo>
                  <a:lnTo>
                    <a:pt x="202946" y="188722"/>
                  </a:lnTo>
                  <a:lnTo>
                    <a:pt x="202946" y="7239"/>
                  </a:lnTo>
                  <a:lnTo>
                    <a:pt x="19570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090402" y="7460106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186817" y="0"/>
                  </a:lnTo>
                  <a:lnTo>
                    <a:pt x="195706" y="0"/>
                  </a:lnTo>
                  <a:lnTo>
                    <a:pt x="202946" y="7239"/>
                  </a:lnTo>
                  <a:lnTo>
                    <a:pt x="202946" y="16002"/>
                  </a:lnTo>
                  <a:lnTo>
                    <a:pt x="202946" y="179959"/>
                  </a:lnTo>
                  <a:lnTo>
                    <a:pt x="202946" y="188722"/>
                  </a:lnTo>
                  <a:lnTo>
                    <a:pt x="195706" y="195961"/>
                  </a:lnTo>
                  <a:lnTo>
                    <a:pt x="186817" y="195961"/>
                  </a:lnTo>
                  <a:lnTo>
                    <a:pt x="16001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324844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1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1" y="195961"/>
                  </a:lnTo>
                  <a:lnTo>
                    <a:pt x="196596" y="195961"/>
                  </a:lnTo>
                  <a:lnTo>
                    <a:pt x="203834" y="188722"/>
                  </a:lnTo>
                  <a:lnTo>
                    <a:pt x="203834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1324844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02"/>
                  </a:moveTo>
                  <a:lnTo>
                    <a:pt x="0" y="7239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832" y="0"/>
                  </a:lnTo>
                  <a:lnTo>
                    <a:pt x="196596" y="0"/>
                  </a:lnTo>
                  <a:lnTo>
                    <a:pt x="203834" y="7239"/>
                  </a:lnTo>
                  <a:lnTo>
                    <a:pt x="203834" y="16002"/>
                  </a:lnTo>
                  <a:lnTo>
                    <a:pt x="203834" y="179959"/>
                  </a:lnTo>
                  <a:lnTo>
                    <a:pt x="203834" y="188722"/>
                  </a:lnTo>
                  <a:lnTo>
                    <a:pt x="196596" y="195961"/>
                  </a:lnTo>
                  <a:lnTo>
                    <a:pt x="187832" y="195961"/>
                  </a:lnTo>
                  <a:lnTo>
                    <a:pt x="16001" y="195961"/>
                  </a:lnTo>
                  <a:lnTo>
                    <a:pt x="7111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1560175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1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1" y="195961"/>
                  </a:lnTo>
                  <a:lnTo>
                    <a:pt x="196596" y="195961"/>
                  </a:lnTo>
                  <a:lnTo>
                    <a:pt x="203834" y="188722"/>
                  </a:lnTo>
                  <a:lnTo>
                    <a:pt x="203834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560175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02"/>
                  </a:moveTo>
                  <a:lnTo>
                    <a:pt x="0" y="7239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832" y="0"/>
                  </a:lnTo>
                  <a:lnTo>
                    <a:pt x="196596" y="0"/>
                  </a:lnTo>
                  <a:lnTo>
                    <a:pt x="203834" y="7239"/>
                  </a:lnTo>
                  <a:lnTo>
                    <a:pt x="203834" y="16002"/>
                  </a:lnTo>
                  <a:lnTo>
                    <a:pt x="203834" y="179959"/>
                  </a:lnTo>
                  <a:lnTo>
                    <a:pt x="203834" y="188722"/>
                  </a:lnTo>
                  <a:lnTo>
                    <a:pt x="196596" y="195961"/>
                  </a:lnTo>
                  <a:lnTo>
                    <a:pt x="187832" y="195961"/>
                  </a:lnTo>
                  <a:lnTo>
                    <a:pt x="16001" y="195961"/>
                  </a:lnTo>
                  <a:lnTo>
                    <a:pt x="7111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348209" y="7434453"/>
            <a:ext cx="2578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75" dirty="0">
                <a:solidFill>
                  <a:srgbClr val="173360"/>
                </a:solidFill>
                <a:latin typeface="Calibri"/>
                <a:cs typeface="Calibri"/>
              </a:rPr>
              <a:t>p0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3011150" y="5498338"/>
            <a:ext cx="1910714" cy="2494915"/>
            <a:chOff x="13011150" y="5498338"/>
            <a:chExt cx="1910714" cy="2494915"/>
          </a:xfrm>
        </p:grpSpPr>
        <p:sp>
          <p:nvSpPr>
            <p:cNvPr id="27" name="object 27"/>
            <p:cNvSpPr/>
            <p:nvPr/>
          </p:nvSpPr>
          <p:spPr>
            <a:xfrm>
              <a:off x="13030200" y="5517388"/>
              <a:ext cx="1872614" cy="2456815"/>
            </a:xfrm>
            <a:custGeom>
              <a:avLst/>
              <a:gdLst/>
              <a:ahLst/>
              <a:cxnLst/>
              <a:rect l="l" t="t" r="r" b="b"/>
              <a:pathLst>
                <a:path w="1872615" h="2456815">
                  <a:moveTo>
                    <a:pt x="0" y="93090"/>
                  </a:moveTo>
                  <a:lnTo>
                    <a:pt x="7312" y="56846"/>
                  </a:lnTo>
                  <a:lnTo>
                    <a:pt x="27257" y="27257"/>
                  </a:lnTo>
                  <a:lnTo>
                    <a:pt x="56846" y="7312"/>
                  </a:lnTo>
                  <a:lnTo>
                    <a:pt x="93090" y="0"/>
                  </a:lnTo>
                  <a:lnTo>
                    <a:pt x="1779142" y="0"/>
                  </a:lnTo>
                  <a:lnTo>
                    <a:pt x="1815387" y="7312"/>
                  </a:lnTo>
                  <a:lnTo>
                    <a:pt x="1844976" y="27257"/>
                  </a:lnTo>
                  <a:lnTo>
                    <a:pt x="1864921" y="56846"/>
                  </a:lnTo>
                  <a:lnTo>
                    <a:pt x="1872234" y="93090"/>
                  </a:lnTo>
                  <a:lnTo>
                    <a:pt x="1872234" y="2363597"/>
                  </a:lnTo>
                  <a:lnTo>
                    <a:pt x="1864921" y="2399861"/>
                  </a:lnTo>
                  <a:lnTo>
                    <a:pt x="1844976" y="2429494"/>
                  </a:lnTo>
                  <a:lnTo>
                    <a:pt x="1815387" y="2449482"/>
                  </a:lnTo>
                  <a:lnTo>
                    <a:pt x="1779142" y="2456815"/>
                  </a:lnTo>
                  <a:lnTo>
                    <a:pt x="93090" y="2456815"/>
                  </a:lnTo>
                  <a:lnTo>
                    <a:pt x="56846" y="2449482"/>
                  </a:lnTo>
                  <a:lnTo>
                    <a:pt x="27257" y="2429494"/>
                  </a:lnTo>
                  <a:lnTo>
                    <a:pt x="7312" y="2399861"/>
                  </a:lnTo>
                  <a:lnTo>
                    <a:pt x="0" y="2363597"/>
                  </a:lnTo>
                  <a:lnTo>
                    <a:pt x="0" y="9309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24051" y="6339077"/>
              <a:ext cx="207136" cy="44056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3831189" y="6187058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80" h="743584">
                  <a:moveTo>
                    <a:pt x="474560" y="512025"/>
                  </a:moveTo>
                  <a:lnTo>
                    <a:pt x="470789" y="493522"/>
                  </a:lnTo>
                  <a:lnTo>
                    <a:pt x="463169" y="476758"/>
                  </a:lnTo>
                  <a:lnTo>
                    <a:pt x="457403" y="464058"/>
                  </a:lnTo>
                  <a:lnTo>
                    <a:pt x="435648" y="441553"/>
                  </a:lnTo>
                  <a:lnTo>
                    <a:pt x="419773" y="433324"/>
                  </a:lnTo>
                  <a:lnTo>
                    <a:pt x="419773" y="515010"/>
                  </a:lnTo>
                  <a:lnTo>
                    <a:pt x="419455" y="523163"/>
                  </a:lnTo>
                  <a:lnTo>
                    <a:pt x="417779" y="530707"/>
                  </a:lnTo>
                  <a:lnTo>
                    <a:pt x="417690" y="531114"/>
                  </a:lnTo>
                  <a:lnTo>
                    <a:pt x="414401" y="538734"/>
                  </a:lnTo>
                  <a:lnTo>
                    <a:pt x="382778" y="558673"/>
                  </a:lnTo>
                  <a:lnTo>
                    <a:pt x="379095" y="558673"/>
                  </a:lnTo>
                  <a:lnTo>
                    <a:pt x="343623" y="541261"/>
                  </a:lnTo>
                  <a:lnTo>
                    <a:pt x="337197" y="515010"/>
                  </a:lnTo>
                  <a:lnTo>
                    <a:pt x="337197" y="512025"/>
                  </a:lnTo>
                  <a:lnTo>
                    <a:pt x="367792" y="478028"/>
                  </a:lnTo>
                  <a:lnTo>
                    <a:pt x="375031" y="476758"/>
                  </a:lnTo>
                  <a:lnTo>
                    <a:pt x="378587" y="476758"/>
                  </a:lnTo>
                  <a:lnTo>
                    <a:pt x="412635" y="494284"/>
                  </a:lnTo>
                  <a:lnTo>
                    <a:pt x="419773" y="515010"/>
                  </a:lnTo>
                  <a:lnTo>
                    <a:pt x="419773" y="433324"/>
                  </a:lnTo>
                  <a:lnTo>
                    <a:pt x="40797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426" y="423164"/>
                  </a:lnTo>
                  <a:lnTo>
                    <a:pt x="352298" y="425196"/>
                  </a:lnTo>
                  <a:lnTo>
                    <a:pt x="318236" y="442722"/>
                  </a:lnTo>
                  <a:lnTo>
                    <a:pt x="312458" y="449491"/>
                  </a:lnTo>
                  <a:lnTo>
                    <a:pt x="255930" y="416166"/>
                  </a:lnTo>
                  <a:lnTo>
                    <a:pt x="263652" y="378841"/>
                  </a:lnTo>
                  <a:lnTo>
                    <a:pt x="255536" y="339585"/>
                  </a:lnTo>
                  <a:lnTo>
                    <a:pt x="311454" y="299275"/>
                  </a:lnTo>
                  <a:lnTo>
                    <a:pt x="352298" y="322707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801"/>
                  </a:lnTo>
                  <a:lnTo>
                    <a:pt x="464185" y="272376"/>
                  </a:lnTo>
                  <a:lnTo>
                    <a:pt x="465137" y="269748"/>
                  </a:lnTo>
                  <a:lnTo>
                    <a:pt x="470789" y="254381"/>
                  </a:lnTo>
                  <a:lnTo>
                    <a:pt x="474395" y="235889"/>
                  </a:lnTo>
                  <a:lnTo>
                    <a:pt x="473900" y="218059"/>
                  </a:lnTo>
                  <a:lnTo>
                    <a:pt x="473875" y="217208"/>
                  </a:lnTo>
                  <a:lnTo>
                    <a:pt x="469620" y="198945"/>
                  </a:lnTo>
                  <a:lnTo>
                    <a:pt x="464426" y="187198"/>
                  </a:lnTo>
                  <a:lnTo>
                    <a:pt x="462026" y="181737"/>
                  </a:lnTo>
                  <a:lnTo>
                    <a:pt x="450634" y="165862"/>
                  </a:lnTo>
                  <a:lnTo>
                    <a:pt x="436778" y="152946"/>
                  </a:lnTo>
                  <a:lnTo>
                    <a:pt x="420878" y="143129"/>
                  </a:lnTo>
                  <a:lnTo>
                    <a:pt x="418198" y="142125"/>
                  </a:lnTo>
                  <a:lnTo>
                    <a:pt x="418198" y="231838"/>
                  </a:lnTo>
                  <a:lnTo>
                    <a:pt x="416560" y="240030"/>
                  </a:lnTo>
                  <a:lnTo>
                    <a:pt x="383540" y="269748"/>
                  </a:lnTo>
                  <a:lnTo>
                    <a:pt x="372618" y="269748"/>
                  </a:lnTo>
                  <a:lnTo>
                    <a:pt x="337870" y="241909"/>
                  </a:lnTo>
                  <a:lnTo>
                    <a:pt x="335737" y="226301"/>
                  </a:lnTo>
                  <a:lnTo>
                    <a:pt x="336804" y="218059"/>
                  </a:lnTo>
                  <a:lnTo>
                    <a:pt x="363347" y="188341"/>
                  </a:lnTo>
                  <a:lnTo>
                    <a:pt x="369951" y="187198"/>
                  </a:lnTo>
                  <a:lnTo>
                    <a:pt x="384429" y="187198"/>
                  </a:lnTo>
                  <a:lnTo>
                    <a:pt x="416534" y="215785"/>
                  </a:lnTo>
                  <a:lnTo>
                    <a:pt x="418198" y="231838"/>
                  </a:lnTo>
                  <a:lnTo>
                    <a:pt x="418198" y="142125"/>
                  </a:lnTo>
                  <a:lnTo>
                    <a:pt x="403390" y="136550"/>
                  </a:lnTo>
                  <a:lnTo>
                    <a:pt x="395097" y="134366"/>
                  </a:lnTo>
                  <a:lnTo>
                    <a:pt x="386715" y="133223"/>
                  </a:lnTo>
                  <a:lnTo>
                    <a:pt x="378333" y="133223"/>
                  </a:lnTo>
                  <a:lnTo>
                    <a:pt x="330200" y="146431"/>
                  </a:lnTo>
                  <a:lnTo>
                    <a:pt x="291325" y="186245"/>
                  </a:lnTo>
                  <a:lnTo>
                    <a:pt x="281139" y="222694"/>
                  </a:lnTo>
                  <a:lnTo>
                    <a:pt x="281406" y="231838"/>
                  </a:lnTo>
                  <a:lnTo>
                    <a:pt x="281533" y="235889"/>
                  </a:lnTo>
                  <a:lnTo>
                    <a:pt x="281660" y="240030"/>
                  </a:lnTo>
                  <a:lnTo>
                    <a:pt x="281698" y="241338"/>
                  </a:lnTo>
                  <a:lnTo>
                    <a:pt x="284010" y="251104"/>
                  </a:lnTo>
                  <a:lnTo>
                    <a:pt x="228104" y="291401"/>
                  </a:lnTo>
                  <a:lnTo>
                    <a:pt x="224739" y="286448"/>
                  </a:lnTo>
                  <a:lnTo>
                    <a:pt x="208280" y="275361"/>
                  </a:lnTo>
                  <a:lnTo>
                    <a:pt x="208280" y="378841"/>
                  </a:lnTo>
                  <a:lnTo>
                    <a:pt x="202260" y="407987"/>
                  </a:lnTo>
                  <a:lnTo>
                    <a:pt x="185864" y="432219"/>
                  </a:lnTo>
                  <a:lnTo>
                    <a:pt x="161556" y="448779"/>
                  </a:lnTo>
                  <a:lnTo>
                    <a:pt x="131826" y="454914"/>
                  </a:lnTo>
                  <a:lnTo>
                    <a:pt x="102565" y="448779"/>
                  </a:lnTo>
                  <a:lnTo>
                    <a:pt x="78206" y="432219"/>
                  </a:lnTo>
                  <a:lnTo>
                    <a:pt x="61544" y="407987"/>
                  </a:lnTo>
                  <a:lnTo>
                    <a:pt x="55372" y="378841"/>
                  </a:lnTo>
                  <a:lnTo>
                    <a:pt x="61544" y="349351"/>
                  </a:lnTo>
                  <a:lnTo>
                    <a:pt x="78206" y="325208"/>
                  </a:lnTo>
                  <a:lnTo>
                    <a:pt x="102565" y="308889"/>
                  </a:lnTo>
                  <a:lnTo>
                    <a:pt x="131826" y="302895"/>
                  </a:lnTo>
                  <a:lnTo>
                    <a:pt x="161556" y="308889"/>
                  </a:lnTo>
                  <a:lnTo>
                    <a:pt x="185864" y="325208"/>
                  </a:lnTo>
                  <a:lnTo>
                    <a:pt x="202260" y="349351"/>
                  </a:lnTo>
                  <a:lnTo>
                    <a:pt x="208280" y="378841"/>
                  </a:lnTo>
                  <a:lnTo>
                    <a:pt x="208280" y="275361"/>
                  </a:lnTo>
                  <a:lnTo>
                    <a:pt x="182791" y="258191"/>
                  </a:lnTo>
                  <a:lnTo>
                    <a:pt x="152908" y="252095"/>
                  </a:lnTo>
                  <a:lnTo>
                    <a:pt x="152908" y="187032"/>
                  </a:lnTo>
                  <a:lnTo>
                    <a:pt x="162242" y="185127"/>
                  </a:lnTo>
                  <a:lnTo>
                    <a:pt x="192938" y="164592"/>
                  </a:lnTo>
                  <a:lnTo>
                    <a:pt x="211455" y="137668"/>
                  </a:lnTo>
                  <a:lnTo>
                    <a:pt x="213868" y="134162"/>
                  </a:lnTo>
                  <a:lnTo>
                    <a:pt x="221615" y="96901"/>
                  </a:lnTo>
                  <a:lnTo>
                    <a:pt x="214185" y="58991"/>
                  </a:lnTo>
                  <a:lnTo>
                    <a:pt x="211543" y="54991"/>
                  </a:lnTo>
                  <a:lnTo>
                    <a:pt x="193802" y="28219"/>
                  </a:lnTo>
                  <a:lnTo>
                    <a:pt x="166243" y="9613"/>
                  </a:lnTo>
                  <a:lnTo>
                    <a:pt x="166243" y="96901"/>
                  </a:lnTo>
                  <a:lnTo>
                    <a:pt x="163093" y="113030"/>
                  </a:lnTo>
                  <a:lnTo>
                    <a:pt x="154444" y="125958"/>
                  </a:lnTo>
                  <a:lnTo>
                    <a:pt x="141427" y="134556"/>
                  </a:lnTo>
                  <a:lnTo>
                    <a:pt x="125222" y="137668"/>
                  </a:lnTo>
                  <a:lnTo>
                    <a:pt x="108356" y="134556"/>
                  </a:lnTo>
                  <a:lnTo>
                    <a:pt x="95059" y="125958"/>
                  </a:lnTo>
                  <a:lnTo>
                    <a:pt x="86321" y="113030"/>
                  </a:lnTo>
                  <a:lnTo>
                    <a:pt x="83185" y="96901"/>
                  </a:lnTo>
                  <a:lnTo>
                    <a:pt x="86321" y="80124"/>
                  </a:lnTo>
                  <a:lnTo>
                    <a:pt x="95059" y="66852"/>
                  </a:lnTo>
                  <a:lnTo>
                    <a:pt x="108356" y="58140"/>
                  </a:lnTo>
                  <a:lnTo>
                    <a:pt x="125222" y="54991"/>
                  </a:lnTo>
                  <a:lnTo>
                    <a:pt x="140944" y="58140"/>
                  </a:lnTo>
                  <a:lnTo>
                    <a:pt x="154012" y="66852"/>
                  </a:lnTo>
                  <a:lnTo>
                    <a:pt x="162941" y="80124"/>
                  </a:lnTo>
                  <a:lnTo>
                    <a:pt x="166243" y="96901"/>
                  </a:lnTo>
                  <a:lnTo>
                    <a:pt x="166243" y="9613"/>
                  </a:lnTo>
                  <a:lnTo>
                    <a:pt x="163207" y="7556"/>
                  </a:lnTo>
                  <a:lnTo>
                    <a:pt x="125222" y="0"/>
                  </a:lnTo>
                  <a:lnTo>
                    <a:pt x="87096" y="7556"/>
                  </a:lnTo>
                  <a:lnTo>
                    <a:pt x="56108" y="28219"/>
                  </a:lnTo>
                  <a:lnTo>
                    <a:pt x="35293" y="58991"/>
                  </a:lnTo>
                  <a:lnTo>
                    <a:pt x="27686" y="96901"/>
                  </a:lnTo>
                  <a:lnTo>
                    <a:pt x="35293" y="134162"/>
                  </a:lnTo>
                  <a:lnTo>
                    <a:pt x="56108" y="164592"/>
                  </a:lnTo>
                  <a:lnTo>
                    <a:pt x="87096" y="185127"/>
                  </a:lnTo>
                  <a:lnTo>
                    <a:pt x="97536" y="187198"/>
                  </a:lnTo>
                  <a:lnTo>
                    <a:pt x="97536" y="254787"/>
                  </a:lnTo>
                  <a:lnTo>
                    <a:pt x="80848" y="258191"/>
                  </a:lnTo>
                  <a:lnTo>
                    <a:pt x="38900" y="286448"/>
                  </a:lnTo>
                  <a:lnTo>
                    <a:pt x="10464" y="328155"/>
                  </a:lnTo>
                  <a:lnTo>
                    <a:pt x="0" y="378841"/>
                  </a:lnTo>
                  <a:lnTo>
                    <a:pt x="10464" y="429564"/>
                  </a:lnTo>
                  <a:lnTo>
                    <a:pt x="38900" y="471297"/>
                  </a:lnTo>
                  <a:lnTo>
                    <a:pt x="80848" y="499618"/>
                  </a:lnTo>
                  <a:lnTo>
                    <a:pt x="97536" y="503034"/>
                  </a:lnTo>
                  <a:lnTo>
                    <a:pt x="97536" y="556298"/>
                  </a:lnTo>
                  <a:lnTo>
                    <a:pt x="87096" y="558355"/>
                  </a:lnTo>
                  <a:lnTo>
                    <a:pt x="56108" y="579018"/>
                  </a:lnTo>
                  <a:lnTo>
                    <a:pt x="35293" y="609790"/>
                  </a:lnTo>
                  <a:lnTo>
                    <a:pt x="27686" y="647700"/>
                  </a:lnTo>
                  <a:lnTo>
                    <a:pt x="35293" y="685025"/>
                  </a:lnTo>
                  <a:lnTo>
                    <a:pt x="56108" y="715505"/>
                  </a:lnTo>
                  <a:lnTo>
                    <a:pt x="87096" y="736053"/>
                  </a:lnTo>
                  <a:lnTo>
                    <a:pt x="125222" y="743585"/>
                  </a:lnTo>
                  <a:lnTo>
                    <a:pt x="162242" y="736053"/>
                  </a:lnTo>
                  <a:lnTo>
                    <a:pt x="192938" y="715505"/>
                  </a:lnTo>
                  <a:lnTo>
                    <a:pt x="211505" y="688467"/>
                  </a:lnTo>
                  <a:lnTo>
                    <a:pt x="213868" y="685025"/>
                  </a:lnTo>
                  <a:lnTo>
                    <a:pt x="221615" y="647700"/>
                  </a:lnTo>
                  <a:lnTo>
                    <a:pt x="214185" y="609790"/>
                  </a:lnTo>
                  <a:lnTo>
                    <a:pt x="211620" y="605917"/>
                  </a:lnTo>
                  <a:lnTo>
                    <a:pt x="193802" y="579018"/>
                  </a:lnTo>
                  <a:lnTo>
                    <a:pt x="166243" y="560412"/>
                  </a:lnTo>
                  <a:lnTo>
                    <a:pt x="166243" y="647700"/>
                  </a:lnTo>
                  <a:lnTo>
                    <a:pt x="163093" y="663829"/>
                  </a:lnTo>
                  <a:lnTo>
                    <a:pt x="154444" y="676757"/>
                  </a:lnTo>
                  <a:lnTo>
                    <a:pt x="141427" y="685355"/>
                  </a:lnTo>
                  <a:lnTo>
                    <a:pt x="125222" y="688467"/>
                  </a:lnTo>
                  <a:lnTo>
                    <a:pt x="108356" y="685355"/>
                  </a:lnTo>
                  <a:lnTo>
                    <a:pt x="95059" y="676757"/>
                  </a:lnTo>
                  <a:lnTo>
                    <a:pt x="86321" y="663829"/>
                  </a:lnTo>
                  <a:lnTo>
                    <a:pt x="83185" y="647700"/>
                  </a:lnTo>
                  <a:lnTo>
                    <a:pt x="86321" y="630999"/>
                  </a:lnTo>
                  <a:lnTo>
                    <a:pt x="95059" y="617766"/>
                  </a:lnTo>
                  <a:lnTo>
                    <a:pt x="108356" y="609053"/>
                  </a:lnTo>
                  <a:lnTo>
                    <a:pt x="125222" y="605917"/>
                  </a:lnTo>
                  <a:lnTo>
                    <a:pt x="140944" y="609053"/>
                  </a:lnTo>
                  <a:lnTo>
                    <a:pt x="154012" y="617766"/>
                  </a:lnTo>
                  <a:lnTo>
                    <a:pt x="162941" y="630999"/>
                  </a:lnTo>
                  <a:lnTo>
                    <a:pt x="166243" y="647700"/>
                  </a:lnTo>
                  <a:lnTo>
                    <a:pt x="166243" y="560412"/>
                  </a:lnTo>
                  <a:lnTo>
                    <a:pt x="163207" y="558355"/>
                  </a:lnTo>
                  <a:lnTo>
                    <a:pt x="152908" y="556310"/>
                  </a:lnTo>
                  <a:lnTo>
                    <a:pt x="152908" y="505726"/>
                  </a:lnTo>
                  <a:lnTo>
                    <a:pt x="182791" y="499618"/>
                  </a:lnTo>
                  <a:lnTo>
                    <a:pt x="224739" y="471297"/>
                  </a:lnTo>
                  <a:lnTo>
                    <a:pt x="229552" y="464235"/>
                  </a:lnTo>
                  <a:lnTo>
                    <a:pt x="285127" y="497243"/>
                  </a:lnTo>
                  <a:lnTo>
                    <a:pt x="282067" y="506247"/>
                  </a:lnTo>
                  <a:lnTo>
                    <a:pt x="284734" y="544195"/>
                  </a:lnTo>
                  <a:lnTo>
                    <a:pt x="298500" y="573328"/>
                  </a:lnTo>
                  <a:lnTo>
                    <a:pt x="320179" y="595541"/>
                  </a:lnTo>
                  <a:lnTo>
                    <a:pt x="347687" y="609714"/>
                  </a:lnTo>
                  <a:lnTo>
                    <a:pt x="378968" y="614680"/>
                  </a:lnTo>
                  <a:lnTo>
                    <a:pt x="386588" y="614680"/>
                  </a:lnTo>
                  <a:lnTo>
                    <a:pt x="395478" y="612394"/>
                  </a:lnTo>
                  <a:lnTo>
                    <a:pt x="403352" y="611378"/>
                  </a:lnTo>
                  <a:lnTo>
                    <a:pt x="450799" y="581634"/>
                  </a:lnTo>
                  <a:lnTo>
                    <a:pt x="474218" y="531114"/>
                  </a:lnTo>
                  <a:lnTo>
                    <a:pt x="474408" y="523163"/>
                  </a:lnTo>
                  <a:lnTo>
                    <a:pt x="474522" y="515010"/>
                  </a:lnTo>
                  <a:lnTo>
                    <a:pt x="474560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252322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1213611" y="0"/>
                  </a:moveTo>
                  <a:lnTo>
                    <a:pt x="20955" y="0"/>
                  </a:lnTo>
                  <a:lnTo>
                    <a:pt x="12805" y="1647"/>
                  </a:lnTo>
                  <a:lnTo>
                    <a:pt x="6143" y="6127"/>
                  </a:lnTo>
                  <a:lnTo>
                    <a:pt x="1649" y="12751"/>
                  </a:lnTo>
                  <a:lnTo>
                    <a:pt x="0" y="20828"/>
                  </a:lnTo>
                  <a:lnTo>
                    <a:pt x="0" y="234442"/>
                  </a:lnTo>
                  <a:lnTo>
                    <a:pt x="1649" y="242591"/>
                  </a:lnTo>
                  <a:lnTo>
                    <a:pt x="6143" y="249253"/>
                  </a:lnTo>
                  <a:lnTo>
                    <a:pt x="12805" y="253747"/>
                  </a:lnTo>
                  <a:lnTo>
                    <a:pt x="20955" y="255397"/>
                  </a:lnTo>
                  <a:lnTo>
                    <a:pt x="1213611" y="255397"/>
                  </a:lnTo>
                  <a:lnTo>
                    <a:pt x="1221761" y="253747"/>
                  </a:lnTo>
                  <a:lnTo>
                    <a:pt x="1228423" y="249253"/>
                  </a:lnTo>
                  <a:lnTo>
                    <a:pt x="1232917" y="242591"/>
                  </a:lnTo>
                  <a:lnTo>
                    <a:pt x="1234567" y="234442"/>
                  </a:lnTo>
                  <a:lnTo>
                    <a:pt x="1234567" y="20828"/>
                  </a:lnTo>
                  <a:lnTo>
                    <a:pt x="1232917" y="12751"/>
                  </a:lnTo>
                  <a:lnTo>
                    <a:pt x="1228423" y="6127"/>
                  </a:lnTo>
                  <a:lnTo>
                    <a:pt x="1221761" y="1647"/>
                  </a:lnTo>
                  <a:lnTo>
                    <a:pt x="121361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252322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0" y="20828"/>
                  </a:moveTo>
                  <a:lnTo>
                    <a:pt x="1649" y="12751"/>
                  </a:lnTo>
                  <a:lnTo>
                    <a:pt x="6143" y="6127"/>
                  </a:lnTo>
                  <a:lnTo>
                    <a:pt x="12805" y="1647"/>
                  </a:lnTo>
                  <a:lnTo>
                    <a:pt x="20955" y="0"/>
                  </a:lnTo>
                  <a:lnTo>
                    <a:pt x="1213611" y="0"/>
                  </a:lnTo>
                  <a:lnTo>
                    <a:pt x="1221761" y="1647"/>
                  </a:lnTo>
                  <a:lnTo>
                    <a:pt x="1228423" y="6127"/>
                  </a:lnTo>
                  <a:lnTo>
                    <a:pt x="1232917" y="12751"/>
                  </a:lnTo>
                  <a:lnTo>
                    <a:pt x="1234567" y="20828"/>
                  </a:lnTo>
                  <a:lnTo>
                    <a:pt x="1234567" y="234442"/>
                  </a:lnTo>
                  <a:lnTo>
                    <a:pt x="1232917" y="242591"/>
                  </a:lnTo>
                  <a:lnTo>
                    <a:pt x="1228423" y="249253"/>
                  </a:lnTo>
                  <a:lnTo>
                    <a:pt x="1221761" y="253747"/>
                  </a:lnTo>
                  <a:lnTo>
                    <a:pt x="1213611" y="255397"/>
                  </a:lnTo>
                  <a:lnTo>
                    <a:pt x="20955" y="255397"/>
                  </a:lnTo>
                  <a:lnTo>
                    <a:pt x="12805" y="253747"/>
                  </a:lnTo>
                  <a:lnTo>
                    <a:pt x="6143" y="249253"/>
                  </a:lnTo>
                  <a:lnTo>
                    <a:pt x="1649" y="242591"/>
                  </a:lnTo>
                  <a:lnTo>
                    <a:pt x="0" y="234442"/>
                  </a:lnTo>
                  <a:lnTo>
                    <a:pt x="0" y="20828"/>
                  </a:lnTo>
                  <a:close/>
                </a:path>
              </a:pathLst>
            </a:custGeom>
            <a:ln w="28574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3277087" y="7398207"/>
            <a:ext cx="1185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0"/>
              </a:spcBef>
            </a:pPr>
            <a:r>
              <a:rPr sz="1800" spc="260" dirty="0">
                <a:solidFill>
                  <a:srgbClr val="173360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3271817" y="5498338"/>
            <a:ext cx="3844290" cy="2494915"/>
            <a:chOff x="13271817" y="5498338"/>
            <a:chExt cx="3844290" cy="2494915"/>
          </a:xfrm>
        </p:grpSpPr>
        <p:sp>
          <p:nvSpPr>
            <p:cNvPr id="34" name="object 34"/>
            <p:cNvSpPr/>
            <p:nvPr/>
          </p:nvSpPr>
          <p:spPr>
            <a:xfrm>
              <a:off x="13286105" y="7460107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195706" y="0"/>
                  </a:moveTo>
                  <a:lnTo>
                    <a:pt x="7111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1" y="195961"/>
                  </a:lnTo>
                  <a:lnTo>
                    <a:pt x="195706" y="195961"/>
                  </a:lnTo>
                  <a:lnTo>
                    <a:pt x="202946" y="188722"/>
                  </a:lnTo>
                  <a:lnTo>
                    <a:pt x="202946" y="7239"/>
                  </a:lnTo>
                  <a:lnTo>
                    <a:pt x="19570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3286105" y="7460107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0" y="16002"/>
                  </a:moveTo>
                  <a:lnTo>
                    <a:pt x="0" y="7239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6943" y="0"/>
                  </a:lnTo>
                  <a:lnTo>
                    <a:pt x="195706" y="0"/>
                  </a:lnTo>
                  <a:lnTo>
                    <a:pt x="202946" y="7239"/>
                  </a:lnTo>
                  <a:lnTo>
                    <a:pt x="202946" y="16002"/>
                  </a:lnTo>
                  <a:lnTo>
                    <a:pt x="202946" y="179959"/>
                  </a:lnTo>
                  <a:lnTo>
                    <a:pt x="202946" y="188722"/>
                  </a:lnTo>
                  <a:lnTo>
                    <a:pt x="195706" y="195961"/>
                  </a:lnTo>
                  <a:lnTo>
                    <a:pt x="186943" y="195961"/>
                  </a:lnTo>
                  <a:lnTo>
                    <a:pt x="16001" y="195961"/>
                  </a:lnTo>
                  <a:lnTo>
                    <a:pt x="7111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3520547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6596" y="195961"/>
                  </a:lnTo>
                  <a:lnTo>
                    <a:pt x="203835" y="188722"/>
                  </a:lnTo>
                  <a:lnTo>
                    <a:pt x="203835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3520547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187833" y="0"/>
                  </a:lnTo>
                  <a:lnTo>
                    <a:pt x="196596" y="0"/>
                  </a:lnTo>
                  <a:lnTo>
                    <a:pt x="203835" y="7239"/>
                  </a:lnTo>
                  <a:lnTo>
                    <a:pt x="203835" y="16002"/>
                  </a:lnTo>
                  <a:lnTo>
                    <a:pt x="203835" y="179959"/>
                  </a:lnTo>
                  <a:lnTo>
                    <a:pt x="203835" y="188722"/>
                  </a:lnTo>
                  <a:lnTo>
                    <a:pt x="196596" y="195961"/>
                  </a:lnTo>
                  <a:lnTo>
                    <a:pt x="187833" y="195961"/>
                  </a:lnTo>
                  <a:lnTo>
                    <a:pt x="16001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3755878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5" y="0"/>
                  </a:moveTo>
                  <a:lnTo>
                    <a:pt x="7111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1" y="195961"/>
                  </a:lnTo>
                  <a:lnTo>
                    <a:pt x="196595" y="195961"/>
                  </a:lnTo>
                  <a:lnTo>
                    <a:pt x="203834" y="188722"/>
                  </a:lnTo>
                  <a:lnTo>
                    <a:pt x="203834" y="7239"/>
                  </a:lnTo>
                  <a:lnTo>
                    <a:pt x="196595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3755878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02"/>
                  </a:moveTo>
                  <a:lnTo>
                    <a:pt x="0" y="7239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832" y="0"/>
                  </a:lnTo>
                  <a:lnTo>
                    <a:pt x="196595" y="0"/>
                  </a:lnTo>
                  <a:lnTo>
                    <a:pt x="203834" y="7239"/>
                  </a:lnTo>
                  <a:lnTo>
                    <a:pt x="203834" y="16002"/>
                  </a:lnTo>
                  <a:lnTo>
                    <a:pt x="203834" y="179959"/>
                  </a:lnTo>
                  <a:lnTo>
                    <a:pt x="203834" y="188722"/>
                  </a:lnTo>
                  <a:lnTo>
                    <a:pt x="196595" y="195961"/>
                  </a:lnTo>
                  <a:lnTo>
                    <a:pt x="187832" y="195961"/>
                  </a:lnTo>
                  <a:lnTo>
                    <a:pt x="16001" y="195961"/>
                  </a:lnTo>
                  <a:lnTo>
                    <a:pt x="7111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5224760" y="5517388"/>
              <a:ext cx="1872614" cy="2456815"/>
            </a:xfrm>
            <a:custGeom>
              <a:avLst/>
              <a:gdLst/>
              <a:ahLst/>
              <a:cxnLst/>
              <a:rect l="l" t="t" r="r" b="b"/>
              <a:pathLst>
                <a:path w="1872615" h="2456815">
                  <a:moveTo>
                    <a:pt x="0" y="93090"/>
                  </a:moveTo>
                  <a:lnTo>
                    <a:pt x="7312" y="56846"/>
                  </a:lnTo>
                  <a:lnTo>
                    <a:pt x="27257" y="27257"/>
                  </a:lnTo>
                  <a:lnTo>
                    <a:pt x="56846" y="7312"/>
                  </a:lnTo>
                  <a:lnTo>
                    <a:pt x="93091" y="0"/>
                  </a:lnTo>
                  <a:lnTo>
                    <a:pt x="1779143" y="0"/>
                  </a:lnTo>
                  <a:lnTo>
                    <a:pt x="1815387" y="7312"/>
                  </a:lnTo>
                  <a:lnTo>
                    <a:pt x="1844976" y="27257"/>
                  </a:lnTo>
                  <a:lnTo>
                    <a:pt x="1864921" y="56846"/>
                  </a:lnTo>
                  <a:lnTo>
                    <a:pt x="1872234" y="93090"/>
                  </a:lnTo>
                  <a:lnTo>
                    <a:pt x="1872234" y="2363597"/>
                  </a:lnTo>
                  <a:lnTo>
                    <a:pt x="1864921" y="2399861"/>
                  </a:lnTo>
                  <a:lnTo>
                    <a:pt x="1844976" y="2429494"/>
                  </a:lnTo>
                  <a:lnTo>
                    <a:pt x="1815387" y="2449482"/>
                  </a:lnTo>
                  <a:lnTo>
                    <a:pt x="1779143" y="2456815"/>
                  </a:lnTo>
                  <a:lnTo>
                    <a:pt x="93091" y="2456815"/>
                  </a:lnTo>
                  <a:lnTo>
                    <a:pt x="56846" y="2449482"/>
                  </a:lnTo>
                  <a:lnTo>
                    <a:pt x="27257" y="2429494"/>
                  </a:lnTo>
                  <a:lnTo>
                    <a:pt x="7312" y="2399861"/>
                  </a:lnTo>
                  <a:lnTo>
                    <a:pt x="0" y="2363597"/>
                  </a:lnTo>
                  <a:lnTo>
                    <a:pt x="0" y="9309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4543912" y="7434453"/>
            <a:ext cx="2578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75" dirty="0">
                <a:solidFill>
                  <a:srgbClr val="173360"/>
                </a:solidFill>
                <a:latin typeface="Calibri"/>
                <a:cs typeface="Calibri"/>
              </a:rPr>
              <a:t>p0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5568676" y="5618429"/>
            <a:ext cx="118872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80" dirty="0">
                <a:solidFill>
                  <a:srgbClr val="173360"/>
                </a:solidFill>
                <a:latin typeface="Calibri"/>
                <a:cs typeface="Calibri"/>
              </a:rPr>
              <a:t>Broker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15432595" y="6187059"/>
            <a:ext cx="1263650" cy="1513205"/>
            <a:chOff x="15432595" y="6187059"/>
            <a:chExt cx="1263650" cy="1513205"/>
          </a:xfrm>
        </p:grpSpPr>
        <p:pic>
          <p:nvPicPr>
            <p:cNvPr id="44" name="object 4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818612" y="6339078"/>
              <a:ext cx="207136" cy="440563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16025750" y="6187058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80" h="743584">
                  <a:moveTo>
                    <a:pt x="474560" y="512025"/>
                  </a:moveTo>
                  <a:lnTo>
                    <a:pt x="470789" y="493522"/>
                  </a:lnTo>
                  <a:lnTo>
                    <a:pt x="463169" y="476758"/>
                  </a:lnTo>
                  <a:lnTo>
                    <a:pt x="457403" y="464058"/>
                  </a:lnTo>
                  <a:lnTo>
                    <a:pt x="435648" y="441553"/>
                  </a:lnTo>
                  <a:lnTo>
                    <a:pt x="419773" y="433324"/>
                  </a:lnTo>
                  <a:lnTo>
                    <a:pt x="419773" y="515010"/>
                  </a:lnTo>
                  <a:lnTo>
                    <a:pt x="419455" y="523163"/>
                  </a:lnTo>
                  <a:lnTo>
                    <a:pt x="417779" y="530707"/>
                  </a:lnTo>
                  <a:lnTo>
                    <a:pt x="417690" y="531114"/>
                  </a:lnTo>
                  <a:lnTo>
                    <a:pt x="414401" y="538734"/>
                  </a:lnTo>
                  <a:lnTo>
                    <a:pt x="382778" y="558673"/>
                  </a:lnTo>
                  <a:lnTo>
                    <a:pt x="379095" y="558673"/>
                  </a:lnTo>
                  <a:lnTo>
                    <a:pt x="343623" y="541261"/>
                  </a:lnTo>
                  <a:lnTo>
                    <a:pt x="337197" y="515010"/>
                  </a:lnTo>
                  <a:lnTo>
                    <a:pt x="337197" y="512025"/>
                  </a:lnTo>
                  <a:lnTo>
                    <a:pt x="367792" y="478028"/>
                  </a:lnTo>
                  <a:lnTo>
                    <a:pt x="375031" y="476758"/>
                  </a:lnTo>
                  <a:lnTo>
                    <a:pt x="378587" y="476758"/>
                  </a:lnTo>
                  <a:lnTo>
                    <a:pt x="412635" y="494284"/>
                  </a:lnTo>
                  <a:lnTo>
                    <a:pt x="419773" y="515010"/>
                  </a:lnTo>
                  <a:lnTo>
                    <a:pt x="419773" y="433324"/>
                  </a:lnTo>
                  <a:lnTo>
                    <a:pt x="40797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553" y="423164"/>
                  </a:lnTo>
                  <a:lnTo>
                    <a:pt x="352298" y="425196"/>
                  </a:lnTo>
                  <a:lnTo>
                    <a:pt x="318236" y="442722"/>
                  </a:lnTo>
                  <a:lnTo>
                    <a:pt x="312458" y="449491"/>
                  </a:lnTo>
                  <a:lnTo>
                    <a:pt x="255930" y="416166"/>
                  </a:lnTo>
                  <a:lnTo>
                    <a:pt x="263652" y="378841"/>
                  </a:lnTo>
                  <a:lnTo>
                    <a:pt x="255536" y="339585"/>
                  </a:lnTo>
                  <a:lnTo>
                    <a:pt x="311480" y="299250"/>
                  </a:lnTo>
                  <a:lnTo>
                    <a:pt x="352298" y="322707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801"/>
                  </a:lnTo>
                  <a:lnTo>
                    <a:pt x="464185" y="272376"/>
                  </a:lnTo>
                  <a:lnTo>
                    <a:pt x="465137" y="269748"/>
                  </a:lnTo>
                  <a:lnTo>
                    <a:pt x="470789" y="254381"/>
                  </a:lnTo>
                  <a:lnTo>
                    <a:pt x="474395" y="235889"/>
                  </a:lnTo>
                  <a:lnTo>
                    <a:pt x="473900" y="218059"/>
                  </a:lnTo>
                  <a:lnTo>
                    <a:pt x="473875" y="217208"/>
                  </a:lnTo>
                  <a:lnTo>
                    <a:pt x="469620" y="198945"/>
                  </a:lnTo>
                  <a:lnTo>
                    <a:pt x="464426" y="187198"/>
                  </a:lnTo>
                  <a:lnTo>
                    <a:pt x="462026" y="181737"/>
                  </a:lnTo>
                  <a:lnTo>
                    <a:pt x="450634" y="165862"/>
                  </a:lnTo>
                  <a:lnTo>
                    <a:pt x="436778" y="152946"/>
                  </a:lnTo>
                  <a:lnTo>
                    <a:pt x="420878" y="143129"/>
                  </a:lnTo>
                  <a:lnTo>
                    <a:pt x="418198" y="142125"/>
                  </a:lnTo>
                  <a:lnTo>
                    <a:pt x="418198" y="231838"/>
                  </a:lnTo>
                  <a:lnTo>
                    <a:pt x="416560" y="240030"/>
                  </a:lnTo>
                  <a:lnTo>
                    <a:pt x="383540" y="269748"/>
                  </a:lnTo>
                  <a:lnTo>
                    <a:pt x="372618" y="269748"/>
                  </a:lnTo>
                  <a:lnTo>
                    <a:pt x="337870" y="241909"/>
                  </a:lnTo>
                  <a:lnTo>
                    <a:pt x="335737" y="226301"/>
                  </a:lnTo>
                  <a:lnTo>
                    <a:pt x="336804" y="218059"/>
                  </a:lnTo>
                  <a:lnTo>
                    <a:pt x="363347" y="188341"/>
                  </a:lnTo>
                  <a:lnTo>
                    <a:pt x="369951" y="187198"/>
                  </a:lnTo>
                  <a:lnTo>
                    <a:pt x="384429" y="187198"/>
                  </a:lnTo>
                  <a:lnTo>
                    <a:pt x="416534" y="215785"/>
                  </a:lnTo>
                  <a:lnTo>
                    <a:pt x="418198" y="231838"/>
                  </a:lnTo>
                  <a:lnTo>
                    <a:pt x="418198" y="142125"/>
                  </a:lnTo>
                  <a:lnTo>
                    <a:pt x="403390" y="136550"/>
                  </a:lnTo>
                  <a:lnTo>
                    <a:pt x="395097" y="134366"/>
                  </a:lnTo>
                  <a:lnTo>
                    <a:pt x="386715" y="133223"/>
                  </a:lnTo>
                  <a:lnTo>
                    <a:pt x="378333" y="133223"/>
                  </a:lnTo>
                  <a:lnTo>
                    <a:pt x="330200" y="146431"/>
                  </a:lnTo>
                  <a:lnTo>
                    <a:pt x="291350" y="186245"/>
                  </a:lnTo>
                  <a:lnTo>
                    <a:pt x="281139" y="222694"/>
                  </a:lnTo>
                  <a:lnTo>
                    <a:pt x="281406" y="231838"/>
                  </a:lnTo>
                  <a:lnTo>
                    <a:pt x="281533" y="235889"/>
                  </a:lnTo>
                  <a:lnTo>
                    <a:pt x="281660" y="240030"/>
                  </a:lnTo>
                  <a:lnTo>
                    <a:pt x="281698" y="241338"/>
                  </a:lnTo>
                  <a:lnTo>
                    <a:pt x="284010" y="251104"/>
                  </a:lnTo>
                  <a:lnTo>
                    <a:pt x="228104" y="291401"/>
                  </a:lnTo>
                  <a:lnTo>
                    <a:pt x="224739" y="286448"/>
                  </a:lnTo>
                  <a:lnTo>
                    <a:pt x="208280" y="275361"/>
                  </a:lnTo>
                  <a:lnTo>
                    <a:pt x="208280" y="378841"/>
                  </a:lnTo>
                  <a:lnTo>
                    <a:pt x="202260" y="407987"/>
                  </a:lnTo>
                  <a:lnTo>
                    <a:pt x="185851" y="432219"/>
                  </a:lnTo>
                  <a:lnTo>
                    <a:pt x="161556" y="448779"/>
                  </a:lnTo>
                  <a:lnTo>
                    <a:pt x="131826" y="454914"/>
                  </a:lnTo>
                  <a:lnTo>
                    <a:pt x="102565" y="448779"/>
                  </a:lnTo>
                  <a:lnTo>
                    <a:pt x="78206" y="432219"/>
                  </a:lnTo>
                  <a:lnTo>
                    <a:pt x="61544" y="407987"/>
                  </a:lnTo>
                  <a:lnTo>
                    <a:pt x="55372" y="378841"/>
                  </a:lnTo>
                  <a:lnTo>
                    <a:pt x="61544" y="349351"/>
                  </a:lnTo>
                  <a:lnTo>
                    <a:pt x="78206" y="325208"/>
                  </a:lnTo>
                  <a:lnTo>
                    <a:pt x="102565" y="308889"/>
                  </a:lnTo>
                  <a:lnTo>
                    <a:pt x="131826" y="302895"/>
                  </a:lnTo>
                  <a:lnTo>
                    <a:pt x="161556" y="308889"/>
                  </a:lnTo>
                  <a:lnTo>
                    <a:pt x="185851" y="325208"/>
                  </a:lnTo>
                  <a:lnTo>
                    <a:pt x="202260" y="349351"/>
                  </a:lnTo>
                  <a:lnTo>
                    <a:pt x="208280" y="378841"/>
                  </a:lnTo>
                  <a:lnTo>
                    <a:pt x="208280" y="275361"/>
                  </a:lnTo>
                  <a:lnTo>
                    <a:pt x="182791" y="258191"/>
                  </a:lnTo>
                  <a:lnTo>
                    <a:pt x="152908" y="252095"/>
                  </a:lnTo>
                  <a:lnTo>
                    <a:pt x="152908" y="187032"/>
                  </a:lnTo>
                  <a:lnTo>
                    <a:pt x="162242" y="185127"/>
                  </a:lnTo>
                  <a:lnTo>
                    <a:pt x="192938" y="164592"/>
                  </a:lnTo>
                  <a:lnTo>
                    <a:pt x="211455" y="137668"/>
                  </a:lnTo>
                  <a:lnTo>
                    <a:pt x="213868" y="134162"/>
                  </a:lnTo>
                  <a:lnTo>
                    <a:pt x="221615" y="96901"/>
                  </a:lnTo>
                  <a:lnTo>
                    <a:pt x="214185" y="58991"/>
                  </a:lnTo>
                  <a:lnTo>
                    <a:pt x="211543" y="54991"/>
                  </a:lnTo>
                  <a:lnTo>
                    <a:pt x="193789" y="28219"/>
                  </a:lnTo>
                  <a:lnTo>
                    <a:pt x="166243" y="9613"/>
                  </a:lnTo>
                  <a:lnTo>
                    <a:pt x="166243" y="96901"/>
                  </a:lnTo>
                  <a:lnTo>
                    <a:pt x="163093" y="113030"/>
                  </a:lnTo>
                  <a:lnTo>
                    <a:pt x="154444" y="125958"/>
                  </a:lnTo>
                  <a:lnTo>
                    <a:pt x="141427" y="134556"/>
                  </a:lnTo>
                  <a:lnTo>
                    <a:pt x="125222" y="137668"/>
                  </a:lnTo>
                  <a:lnTo>
                    <a:pt x="108356" y="134556"/>
                  </a:lnTo>
                  <a:lnTo>
                    <a:pt x="95059" y="125958"/>
                  </a:lnTo>
                  <a:lnTo>
                    <a:pt x="86321" y="113030"/>
                  </a:lnTo>
                  <a:lnTo>
                    <a:pt x="83185" y="96901"/>
                  </a:lnTo>
                  <a:lnTo>
                    <a:pt x="86321" y="80124"/>
                  </a:lnTo>
                  <a:lnTo>
                    <a:pt x="95059" y="66852"/>
                  </a:lnTo>
                  <a:lnTo>
                    <a:pt x="108356" y="58140"/>
                  </a:lnTo>
                  <a:lnTo>
                    <a:pt x="125222" y="54991"/>
                  </a:lnTo>
                  <a:lnTo>
                    <a:pt x="140944" y="58140"/>
                  </a:lnTo>
                  <a:lnTo>
                    <a:pt x="154012" y="66852"/>
                  </a:lnTo>
                  <a:lnTo>
                    <a:pt x="162941" y="80124"/>
                  </a:lnTo>
                  <a:lnTo>
                    <a:pt x="166243" y="96901"/>
                  </a:lnTo>
                  <a:lnTo>
                    <a:pt x="166243" y="9613"/>
                  </a:lnTo>
                  <a:lnTo>
                    <a:pt x="163207" y="7556"/>
                  </a:lnTo>
                  <a:lnTo>
                    <a:pt x="125222" y="0"/>
                  </a:lnTo>
                  <a:lnTo>
                    <a:pt x="87096" y="7556"/>
                  </a:lnTo>
                  <a:lnTo>
                    <a:pt x="56108" y="28219"/>
                  </a:lnTo>
                  <a:lnTo>
                    <a:pt x="35293" y="58991"/>
                  </a:lnTo>
                  <a:lnTo>
                    <a:pt x="27686" y="96901"/>
                  </a:lnTo>
                  <a:lnTo>
                    <a:pt x="35293" y="134162"/>
                  </a:lnTo>
                  <a:lnTo>
                    <a:pt x="56108" y="164592"/>
                  </a:lnTo>
                  <a:lnTo>
                    <a:pt x="87096" y="185127"/>
                  </a:lnTo>
                  <a:lnTo>
                    <a:pt x="97536" y="187198"/>
                  </a:lnTo>
                  <a:lnTo>
                    <a:pt x="97536" y="254787"/>
                  </a:lnTo>
                  <a:lnTo>
                    <a:pt x="80848" y="258191"/>
                  </a:lnTo>
                  <a:lnTo>
                    <a:pt x="38900" y="286448"/>
                  </a:lnTo>
                  <a:lnTo>
                    <a:pt x="10464" y="328155"/>
                  </a:lnTo>
                  <a:lnTo>
                    <a:pt x="0" y="378841"/>
                  </a:lnTo>
                  <a:lnTo>
                    <a:pt x="10464" y="429564"/>
                  </a:lnTo>
                  <a:lnTo>
                    <a:pt x="38900" y="471297"/>
                  </a:lnTo>
                  <a:lnTo>
                    <a:pt x="80848" y="499618"/>
                  </a:lnTo>
                  <a:lnTo>
                    <a:pt x="97536" y="503034"/>
                  </a:lnTo>
                  <a:lnTo>
                    <a:pt x="97536" y="556298"/>
                  </a:lnTo>
                  <a:lnTo>
                    <a:pt x="87096" y="558355"/>
                  </a:lnTo>
                  <a:lnTo>
                    <a:pt x="56108" y="579018"/>
                  </a:lnTo>
                  <a:lnTo>
                    <a:pt x="35293" y="609790"/>
                  </a:lnTo>
                  <a:lnTo>
                    <a:pt x="27686" y="647700"/>
                  </a:lnTo>
                  <a:lnTo>
                    <a:pt x="35293" y="685025"/>
                  </a:lnTo>
                  <a:lnTo>
                    <a:pt x="56108" y="715505"/>
                  </a:lnTo>
                  <a:lnTo>
                    <a:pt x="87096" y="736053"/>
                  </a:lnTo>
                  <a:lnTo>
                    <a:pt x="125222" y="743585"/>
                  </a:lnTo>
                  <a:lnTo>
                    <a:pt x="162242" y="736053"/>
                  </a:lnTo>
                  <a:lnTo>
                    <a:pt x="192938" y="715505"/>
                  </a:lnTo>
                  <a:lnTo>
                    <a:pt x="211505" y="688467"/>
                  </a:lnTo>
                  <a:lnTo>
                    <a:pt x="213868" y="685025"/>
                  </a:lnTo>
                  <a:lnTo>
                    <a:pt x="221615" y="647700"/>
                  </a:lnTo>
                  <a:lnTo>
                    <a:pt x="214185" y="609790"/>
                  </a:lnTo>
                  <a:lnTo>
                    <a:pt x="211620" y="605917"/>
                  </a:lnTo>
                  <a:lnTo>
                    <a:pt x="193789" y="579018"/>
                  </a:lnTo>
                  <a:lnTo>
                    <a:pt x="166243" y="560412"/>
                  </a:lnTo>
                  <a:lnTo>
                    <a:pt x="166243" y="647700"/>
                  </a:lnTo>
                  <a:lnTo>
                    <a:pt x="163093" y="663829"/>
                  </a:lnTo>
                  <a:lnTo>
                    <a:pt x="154444" y="676757"/>
                  </a:lnTo>
                  <a:lnTo>
                    <a:pt x="141427" y="685355"/>
                  </a:lnTo>
                  <a:lnTo>
                    <a:pt x="125222" y="688467"/>
                  </a:lnTo>
                  <a:lnTo>
                    <a:pt x="108356" y="685355"/>
                  </a:lnTo>
                  <a:lnTo>
                    <a:pt x="95059" y="676757"/>
                  </a:lnTo>
                  <a:lnTo>
                    <a:pt x="86321" y="663829"/>
                  </a:lnTo>
                  <a:lnTo>
                    <a:pt x="83185" y="647700"/>
                  </a:lnTo>
                  <a:lnTo>
                    <a:pt x="86321" y="630999"/>
                  </a:lnTo>
                  <a:lnTo>
                    <a:pt x="95059" y="617766"/>
                  </a:lnTo>
                  <a:lnTo>
                    <a:pt x="108356" y="609053"/>
                  </a:lnTo>
                  <a:lnTo>
                    <a:pt x="125222" y="605917"/>
                  </a:lnTo>
                  <a:lnTo>
                    <a:pt x="140944" y="609053"/>
                  </a:lnTo>
                  <a:lnTo>
                    <a:pt x="154012" y="617766"/>
                  </a:lnTo>
                  <a:lnTo>
                    <a:pt x="162941" y="630999"/>
                  </a:lnTo>
                  <a:lnTo>
                    <a:pt x="166243" y="647700"/>
                  </a:lnTo>
                  <a:lnTo>
                    <a:pt x="166243" y="560412"/>
                  </a:lnTo>
                  <a:lnTo>
                    <a:pt x="163207" y="558355"/>
                  </a:lnTo>
                  <a:lnTo>
                    <a:pt x="152908" y="556310"/>
                  </a:lnTo>
                  <a:lnTo>
                    <a:pt x="152908" y="505726"/>
                  </a:lnTo>
                  <a:lnTo>
                    <a:pt x="182791" y="499618"/>
                  </a:lnTo>
                  <a:lnTo>
                    <a:pt x="224739" y="471297"/>
                  </a:lnTo>
                  <a:lnTo>
                    <a:pt x="229552" y="464235"/>
                  </a:lnTo>
                  <a:lnTo>
                    <a:pt x="285127" y="497243"/>
                  </a:lnTo>
                  <a:lnTo>
                    <a:pt x="282067" y="506247"/>
                  </a:lnTo>
                  <a:lnTo>
                    <a:pt x="284734" y="544195"/>
                  </a:lnTo>
                  <a:lnTo>
                    <a:pt x="298500" y="573328"/>
                  </a:lnTo>
                  <a:lnTo>
                    <a:pt x="320179" y="595541"/>
                  </a:lnTo>
                  <a:lnTo>
                    <a:pt x="347687" y="609714"/>
                  </a:lnTo>
                  <a:lnTo>
                    <a:pt x="378968" y="614680"/>
                  </a:lnTo>
                  <a:lnTo>
                    <a:pt x="386588" y="614680"/>
                  </a:lnTo>
                  <a:lnTo>
                    <a:pt x="395478" y="612394"/>
                  </a:lnTo>
                  <a:lnTo>
                    <a:pt x="403352" y="611378"/>
                  </a:lnTo>
                  <a:lnTo>
                    <a:pt x="450799" y="581634"/>
                  </a:lnTo>
                  <a:lnTo>
                    <a:pt x="474218" y="531114"/>
                  </a:lnTo>
                  <a:lnTo>
                    <a:pt x="474408" y="523163"/>
                  </a:lnTo>
                  <a:lnTo>
                    <a:pt x="474522" y="515010"/>
                  </a:lnTo>
                  <a:lnTo>
                    <a:pt x="474560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5446883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1213611" y="0"/>
                  </a:moveTo>
                  <a:lnTo>
                    <a:pt x="20955" y="0"/>
                  </a:lnTo>
                  <a:lnTo>
                    <a:pt x="12805" y="1647"/>
                  </a:lnTo>
                  <a:lnTo>
                    <a:pt x="6143" y="6127"/>
                  </a:lnTo>
                  <a:lnTo>
                    <a:pt x="1649" y="12751"/>
                  </a:lnTo>
                  <a:lnTo>
                    <a:pt x="0" y="20828"/>
                  </a:lnTo>
                  <a:lnTo>
                    <a:pt x="0" y="234442"/>
                  </a:lnTo>
                  <a:lnTo>
                    <a:pt x="1649" y="242591"/>
                  </a:lnTo>
                  <a:lnTo>
                    <a:pt x="6143" y="249253"/>
                  </a:lnTo>
                  <a:lnTo>
                    <a:pt x="12805" y="253747"/>
                  </a:lnTo>
                  <a:lnTo>
                    <a:pt x="20955" y="255397"/>
                  </a:lnTo>
                  <a:lnTo>
                    <a:pt x="1213611" y="255397"/>
                  </a:lnTo>
                  <a:lnTo>
                    <a:pt x="1221761" y="253747"/>
                  </a:lnTo>
                  <a:lnTo>
                    <a:pt x="1228423" y="249253"/>
                  </a:lnTo>
                  <a:lnTo>
                    <a:pt x="1232917" y="242591"/>
                  </a:lnTo>
                  <a:lnTo>
                    <a:pt x="1234567" y="234442"/>
                  </a:lnTo>
                  <a:lnTo>
                    <a:pt x="1234567" y="20828"/>
                  </a:lnTo>
                  <a:lnTo>
                    <a:pt x="1232917" y="12751"/>
                  </a:lnTo>
                  <a:lnTo>
                    <a:pt x="1228423" y="6127"/>
                  </a:lnTo>
                  <a:lnTo>
                    <a:pt x="1221761" y="1647"/>
                  </a:lnTo>
                  <a:lnTo>
                    <a:pt x="121361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5446883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0" y="20828"/>
                  </a:moveTo>
                  <a:lnTo>
                    <a:pt x="1649" y="12751"/>
                  </a:lnTo>
                  <a:lnTo>
                    <a:pt x="6143" y="6127"/>
                  </a:lnTo>
                  <a:lnTo>
                    <a:pt x="12805" y="1647"/>
                  </a:lnTo>
                  <a:lnTo>
                    <a:pt x="20955" y="0"/>
                  </a:lnTo>
                  <a:lnTo>
                    <a:pt x="1213611" y="0"/>
                  </a:lnTo>
                  <a:lnTo>
                    <a:pt x="1221761" y="1647"/>
                  </a:lnTo>
                  <a:lnTo>
                    <a:pt x="1228423" y="6127"/>
                  </a:lnTo>
                  <a:lnTo>
                    <a:pt x="1232917" y="12751"/>
                  </a:lnTo>
                  <a:lnTo>
                    <a:pt x="1234567" y="20828"/>
                  </a:lnTo>
                  <a:lnTo>
                    <a:pt x="1234567" y="234442"/>
                  </a:lnTo>
                  <a:lnTo>
                    <a:pt x="1232917" y="242591"/>
                  </a:lnTo>
                  <a:lnTo>
                    <a:pt x="1228423" y="249253"/>
                  </a:lnTo>
                  <a:lnTo>
                    <a:pt x="1221761" y="253747"/>
                  </a:lnTo>
                  <a:lnTo>
                    <a:pt x="1213611" y="255397"/>
                  </a:lnTo>
                  <a:lnTo>
                    <a:pt x="20955" y="255397"/>
                  </a:lnTo>
                  <a:lnTo>
                    <a:pt x="12805" y="253747"/>
                  </a:lnTo>
                  <a:lnTo>
                    <a:pt x="6143" y="249253"/>
                  </a:lnTo>
                  <a:lnTo>
                    <a:pt x="1649" y="242591"/>
                  </a:lnTo>
                  <a:lnTo>
                    <a:pt x="0" y="234442"/>
                  </a:lnTo>
                  <a:lnTo>
                    <a:pt x="0" y="20828"/>
                  </a:lnTo>
                  <a:close/>
                </a:path>
              </a:pathLst>
            </a:custGeom>
            <a:ln w="28574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15471647" y="7398207"/>
            <a:ext cx="1185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6985" algn="r">
              <a:lnSpc>
                <a:spcPct val="100000"/>
              </a:lnSpc>
              <a:spcBef>
                <a:spcPts val="100"/>
              </a:spcBef>
            </a:pPr>
            <a:r>
              <a:rPr sz="1800" spc="260" dirty="0">
                <a:solidFill>
                  <a:srgbClr val="173360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353121" y="7416101"/>
            <a:ext cx="14815819" cy="284480"/>
            <a:chOff x="1353121" y="7416101"/>
            <a:chExt cx="14815819" cy="284480"/>
          </a:xfrm>
        </p:grpSpPr>
        <p:sp>
          <p:nvSpPr>
            <p:cNvPr id="50" name="object 50"/>
            <p:cNvSpPr/>
            <p:nvPr/>
          </p:nvSpPr>
          <p:spPr>
            <a:xfrm>
              <a:off x="15480665" y="7460107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195706" y="0"/>
                  </a:moveTo>
                  <a:lnTo>
                    <a:pt x="7111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1" y="195961"/>
                  </a:lnTo>
                  <a:lnTo>
                    <a:pt x="195706" y="195961"/>
                  </a:lnTo>
                  <a:lnTo>
                    <a:pt x="202946" y="188722"/>
                  </a:lnTo>
                  <a:lnTo>
                    <a:pt x="202946" y="7239"/>
                  </a:lnTo>
                  <a:lnTo>
                    <a:pt x="19570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5480665" y="7460107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0" y="16002"/>
                  </a:moveTo>
                  <a:lnTo>
                    <a:pt x="0" y="7239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6944" y="0"/>
                  </a:lnTo>
                  <a:lnTo>
                    <a:pt x="195706" y="0"/>
                  </a:lnTo>
                  <a:lnTo>
                    <a:pt x="202946" y="7239"/>
                  </a:lnTo>
                  <a:lnTo>
                    <a:pt x="202946" y="16002"/>
                  </a:lnTo>
                  <a:lnTo>
                    <a:pt x="202946" y="179959"/>
                  </a:lnTo>
                  <a:lnTo>
                    <a:pt x="202946" y="188722"/>
                  </a:lnTo>
                  <a:lnTo>
                    <a:pt x="195706" y="195961"/>
                  </a:lnTo>
                  <a:lnTo>
                    <a:pt x="186944" y="195961"/>
                  </a:lnTo>
                  <a:lnTo>
                    <a:pt x="16001" y="195961"/>
                  </a:lnTo>
                  <a:lnTo>
                    <a:pt x="7111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5715106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1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1" y="195961"/>
                  </a:lnTo>
                  <a:lnTo>
                    <a:pt x="196596" y="195961"/>
                  </a:lnTo>
                  <a:lnTo>
                    <a:pt x="203834" y="188722"/>
                  </a:lnTo>
                  <a:lnTo>
                    <a:pt x="203834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5715106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02"/>
                  </a:moveTo>
                  <a:lnTo>
                    <a:pt x="0" y="7239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832" y="0"/>
                  </a:lnTo>
                  <a:lnTo>
                    <a:pt x="196596" y="0"/>
                  </a:lnTo>
                  <a:lnTo>
                    <a:pt x="203834" y="7239"/>
                  </a:lnTo>
                  <a:lnTo>
                    <a:pt x="203834" y="16002"/>
                  </a:lnTo>
                  <a:lnTo>
                    <a:pt x="203834" y="179959"/>
                  </a:lnTo>
                  <a:lnTo>
                    <a:pt x="203834" y="188722"/>
                  </a:lnTo>
                  <a:lnTo>
                    <a:pt x="196596" y="195961"/>
                  </a:lnTo>
                  <a:lnTo>
                    <a:pt x="187832" y="195961"/>
                  </a:lnTo>
                  <a:lnTo>
                    <a:pt x="16001" y="195961"/>
                  </a:lnTo>
                  <a:lnTo>
                    <a:pt x="7111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5950438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1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1" y="195961"/>
                  </a:lnTo>
                  <a:lnTo>
                    <a:pt x="196596" y="195961"/>
                  </a:lnTo>
                  <a:lnTo>
                    <a:pt x="203834" y="188722"/>
                  </a:lnTo>
                  <a:lnTo>
                    <a:pt x="203834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5950438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02"/>
                  </a:moveTo>
                  <a:lnTo>
                    <a:pt x="0" y="7239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832" y="0"/>
                  </a:lnTo>
                  <a:lnTo>
                    <a:pt x="196596" y="0"/>
                  </a:lnTo>
                  <a:lnTo>
                    <a:pt x="203834" y="7239"/>
                  </a:lnTo>
                  <a:lnTo>
                    <a:pt x="203834" y="16002"/>
                  </a:lnTo>
                  <a:lnTo>
                    <a:pt x="203834" y="179959"/>
                  </a:lnTo>
                  <a:lnTo>
                    <a:pt x="203834" y="188722"/>
                  </a:lnTo>
                  <a:lnTo>
                    <a:pt x="196596" y="195961"/>
                  </a:lnTo>
                  <a:lnTo>
                    <a:pt x="187832" y="195961"/>
                  </a:lnTo>
                  <a:lnTo>
                    <a:pt x="16001" y="195961"/>
                  </a:lnTo>
                  <a:lnTo>
                    <a:pt x="7111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1367408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1213611" y="0"/>
                  </a:moveTo>
                  <a:lnTo>
                    <a:pt x="20954" y="0"/>
                  </a:lnTo>
                  <a:lnTo>
                    <a:pt x="12805" y="1647"/>
                  </a:lnTo>
                  <a:lnTo>
                    <a:pt x="6143" y="6127"/>
                  </a:lnTo>
                  <a:lnTo>
                    <a:pt x="1649" y="12751"/>
                  </a:lnTo>
                  <a:lnTo>
                    <a:pt x="0" y="20828"/>
                  </a:lnTo>
                  <a:lnTo>
                    <a:pt x="0" y="234442"/>
                  </a:lnTo>
                  <a:lnTo>
                    <a:pt x="1649" y="242591"/>
                  </a:lnTo>
                  <a:lnTo>
                    <a:pt x="6143" y="249253"/>
                  </a:lnTo>
                  <a:lnTo>
                    <a:pt x="12805" y="253747"/>
                  </a:lnTo>
                  <a:lnTo>
                    <a:pt x="20954" y="255397"/>
                  </a:lnTo>
                  <a:lnTo>
                    <a:pt x="1213611" y="255397"/>
                  </a:lnTo>
                  <a:lnTo>
                    <a:pt x="1221761" y="253747"/>
                  </a:lnTo>
                  <a:lnTo>
                    <a:pt x="1228423" y="249253"/>
                  </a:lnTo>
                  <a:lnTo>
                    <a:pt x="1232917" y="242591"/>
                  </a:lnTo>
                  <a:lnTo>
                    <a:pt x="1234567" y="234442"/>
                  </a:lnTo>
                  <a:lnTo>
                    <a:pt x="1234567" y="20828"/>
                  </a:lnTo>
                  <a:lnTo>
                    <a:pt x="1232917" y="12751"/>
                  </a:lnTo>
                  <a:lnTo>
                    <a:pt x="1228423" y="6127"/>
                  </a:lnTo>
                  <a:lnTo>
                    <a:pt x="1221761" y="1647"/>
                  </a:lnTo>
                  <a:lnTo>
                    <a:pt x="121361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367408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0" y="20828"/>
                  </a:moveTo>
                  <a:lnTo>
                    <a:pt x="1649" y="12751"/>
                  </a:lnTo>
                  <a:lnTo>
                    <a:pt x="6143" y="6127"/>
                  </a:lnTo>
                  <a:lnTo>
                    <a:pt x="12805" y="1647"/>
                  </a:lnTo>
                  <a:lnTo>
                    <a:pt x="20954" y="0"/>
                  </a:lnTo>
                  <a:lnTo>
                    <a:pt x="1213611" y="0"/>
                  </a:lnTo>
                  <a:lnTo>
                    <a:pt x="1221761" y="1647"/>
                  </a:lnTo>
                  <a:lnTo>
                    <a:pt x="1228423" y="6127"/>
                  </a:lnTo>
                  <a:lnTo>
                    <a:pt x="1232917" y="12751"/>
                  </a:lnTo>
                  <a:lnTo>
                    <a:pt x="1234567" y="20828"/>
                  </a:lnTo>
                  <a:lnTo>
                    <a:pt x="1234567" y="234442"/>
                  </a:lnTo>
                  <a:lnTo>
                    <a:pt x="1232917" y="242591"/>
                  </a:lnTo>
                  <a:lnTo>
                    <a:pt x="1228423" y="249253"/>
                  </a:lnTo>
                  <a:lnTo>
                    <a:pt x="1221761" y="253747"/>
                  </a:lnTo>
                  <a:lnTo>
                    <a:pt x="1213611" y="255397"/>
                  </a:lnTo>
                  <a:lnTo>
                    <a:pt x="20954" y="255397"/>
                  </a:lnTo>
                  <a:lnTo>
                    <a:pt x="12805" y="253747"/>
                  </a:lnTo>
                  <a:lnTo>
                    <a:pt x="6143" y="249253"/>
                  </a:lnTo>
                  <a:lnTo>
                    <a:pt x="1649" y="242591"/>
                  </a:lnTo>
                  <a:lnTo>
                    <a:pt x="0" y="234442"/>
                  </a:lnTo>
                  <a:lnTo>
                    <a:pt x="0" y="20828"/>
                  </a:lnTo>
                  <a:close/>
                </a:path>
              </a:pathLst>
            </a:custGeom>
            <a:ln w="28574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6738854" y="7434453"/>
            <a:ext cx="2578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75" dirty="0">
                <a:solidFill>
                  <a:srgbClr val="173360"/>
                </a:solidFill>
                <a:latin typeface="Calibri"/>
                <a:cs typeface="Calibri"/>
              </a:rPr>
              <a:t>p0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392174" y="7398207"/>
            <a:ext cx="1185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00"/>
              </a:spcBef>
            </a:pPr>
            <a:r>
              <a:rPr sz="1800" spc="260" dirty="0">
                <a:solidFill>
                  <a:srgbClr val="173360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386903" y="7445819"/>
            <a:ext cx="702310" cy="224790"/>
            <a:chOff x="1386903" y="7445819"/>
            <a:chExt cx="702310" cy="224790"/>
          </a:xfrm>
        </p:grpSpPr>
        <p:sp>
          <p:nvSpPr>
            <p:cNvPr id="61" name="object 61"/>
            <p:cNvSpPr/>
            <p:nvPr/>
          </p:nvSpPr>
          <p:spPr>
            <a:xfrm>
              <a:off x="1401191" y="7460106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19570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5706" y="195961"/>
                  </a:lnTo>
                  <a:lnTo>
                    <a:pt x="202946" y="188722"/>
                  </a:lnTo>
                  <a:lnTo>
                    <a:pt x="202946" y="7239"/>
                  </a:lnTo>
                  <a:lnTo>
                    <a:pt x="19570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01191" y="7460106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2" y="0"/>
                  </a:lnTo>
                  <a:lnTo>
                    <a:pt x="186944" y="0"/>
                  </a:lnTo>
                  <a:lnTo>
                    <a:pt x="195706" y="0"/>
                  </a:lnTo>
                  <a:lnTo>
                    <a:pt x="202946" y="7239"/>
                  </a:lnTo>
                  <a:lnTo>
                    <a:pt x="202946" y="16002"/>
                  </a:lnTo>
                  <a:lnTo>
                    <a:pt x="202946" y="179959"/>
                  </a:lnTo>
                  <a:lnTo>
                    <a:pt x="202946" y="188722"/>
                  </a:lnTo>
                  <a:lnTo>
                    <a:pt x="195706" y="195961"/>
                  </a:lnTo>
                  <a:lnTo>
                    <a:pt x="186944" y="195961"/>
                  </a:lnTo>
                  <a:lnTo>
                    <a:pt x="16002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635633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19659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6596" y="195961"/>
                  </a:lnTo>
                  <a:lnTo>
                    <a:pt x="203835" y="188722"/>
                  </a:lnTo>
                  <a:lnTo>
                    <a:pt x="203835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635633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2" y="0"/>
                  </a:lnTo>
                  <a:lnTo>
                    <a:pt x="187833" y="0"/>
                  </a:lnTo>
                  <a:lnTo>
                    <a:pt x="196596" y="0"/>
                  </a:lnTo>
                  <a:lnTo>
                    <a:pt x="203835" y="7239"/>
                  </a:lnTo>
                  <a:lnTo>
                    <a:pt x="203835" y="16002"/>
                  </a:lnTo>
                  <a:lnTo>
                    <a:pt x="203835" y="179959"/>
                  </a:lnTo>
                  <a:lnTo>
                    <a:pt x="203835" y="188722"/>
                  </a:lnTo>
                  <a:lnTo>
                    <a:pt x="196596" y="195961"/>
                  </a:lnTo>
                  <a:lnTo>
                    <a:pt x="187833" y="195961"/>
                  </a:lnTo>
                  <a:lnTo>
                    <a:pt x="16002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870964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19659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6596" y="195961"/>
                  </a:lnTo>
                  <a:lnTo>
                    <a:pt x="203835" y="188722"/>
                  </a:lnTo>
                  <a:lnTo>
                    <a:pt x="203835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870964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2" y="0"/>
                  </a:lnTo>
                  <a:lnTo>
                    <a:pt x="187833" y="0"/>
                  </a:lnTo>
                  <a:lnTo>
                    <a:pt x="196596" y="0"/>
                  </a:lnTo>
                  <a:lnTo>
                    <a:pt x="203835" y="7239"/>
                  </a:lnTo>
                  <a:lnTo>
                    <a:pt x="203835" y="16002"/>
                  </a:lnTo>
                  <a:lnTo>
                    <a:pt x="203835" y="179959"/>
                  </a:lnTo>
                  <a:lnTo>
                    <a:pt x="203835" y="188722"/>
                  </a:lnTo>
                  <a:lnTo>
                    <a:pt x="196596" y="195961"/>
                  </a:lnTo>
                  <a:lnTo>
                    <a:pt x="187833" y="195961"/>
                  </a:lnTo>
                  <a:lnTo>
                    <a:pt x="16002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2657982" y="7434453"/>
            <a:ext cx="2578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75" dirty="0">
                <a:solidFill>
                  <a:srgbClr val="173360"/>
                </a:solidFill>
                <a:latin typeface="Calibri"/>
                <a:cs typeface="Calibri"/>
              </a:rPr>
              <a:t>p0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3547681" y="7416101"/>
            <a:ext cx="1263650" cy="284480"/>
            <a:chOff x="3547681" y="7416101"/>
            <a:chExt cx="1263650" cy="284480"/>
          </a:xfrm>
        </p:grpSpPr>
        <p:sp>
          <p:nvSpPr>
            <p:cNvPr id="69" name="object 69"/>
            <p:cNvSpPr/>
            <p:nvPr/>
          </p:nvSpPr>
          <p:spPr>
            <a:xfrm>
              <a:off x="3561969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1213611" y="0"/>
                  </a:moveTo>
                  <a:lnTo>
                    <a:pt x="20954" y="0"/>
                  </a:lnTo>
                  <a:lnTo>
                    <a:pt x="12805" y="1647"/>
                  </a:lnTo>
                  <a:lnTo>
                    <a:pt x="6143" y="6127"/>
                  </a:lnTo>
                  <a:lnTo>
                    <a:pt x="1649" y="12751"/>
                  </a:lnTo>
                  <a:lnTo>
                    <a:pt x="0" y="20828"/>
                  </a:lnTo>
                  <a:lnTo>
                    <a:pt x="0" y="234442"/>
                  </a:lnTo>
                  <a:lnTo>
                    <a:pt x="1649" y="242591"/>
                  </a:lnTo>
                  <a:lnTo>
                    <a:pt x="6143" y="249253"/>
                  </a:lnTo>
                  <a:lnTo>
                    <a:pt x="12805" y="253747"/>
                  </a:lnTo>
                  <a:lnTo>
                    <a:pt x="20954" y="255397"/>
                  </a:lnTo>
                  <a:lnTo>
                    <a:pt x="1213611" y="255397"/>
                  </a:lnTo>
                  <a:lnTo>
                    <a:pt x="1221761" y="253747"/>
                  </a:lnTo>
                  <a:lnTo>
                    <a:pt x="1228423" y="249253"/>
                  </a:lnTo>
                  <a:lnTo>
                    <a:pt x="1232917" y="242591"/>
                  </a:lnTo>
                  <a:lnTo>
                    <a:pt x="1234566" y="234442"/>
                  </a:lnTo>
                  <a:lnTo>
                    <a:pt x="1234566" y="20828"/>
                  </a:lnTo>
                  <a:lnTo>
                    <a:pt x="1232917" y="12751"/>
                  </a:lnTo>
                  <a:lnTo>
                    <a:pt x="1228423" y="6127"/>
                  </a:lnTo>
                  <a:lnTo>
                    <a:pt x="1221761" y="1647"/>
                  </a:lnTo>
                  <a:lnTo>
                    <a:pt x="121361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561969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0" y="20828"/>
                  </a:moveTo>
                  <a:lnTo>
                    <a:pt x="1649" y="12751"/>
                  </a:lnTo>
                  <a:lnTo>
                    <a:pt x="6143" y="6127"/>
                  </a:lnTo>
                  <a:lnTo>
                    <a:pt x="12805" y="1647"/>
                  </a:lnTo>
                  <a:lnTo>
                    <a:pt x="20954" y="0"/>
                  </a:lnTo>
                  <a:lnTo>
                    <a:pt x="1213611" y="0"/>
                  </a:lnTo>
                  <a:lnTo>
                    <a:pt x="1221761" y="1647"/>
                  </a:lnTo>
                  <a:lnTo>
                    <a:pt x="1228423" y="6127"/>
                  </a:lnTo>
                  <a:lnTo>
                    <a:pt x="1232917" y="12751"/>
                  </a:lnTo>
                  <a:lnTo>
                    <a:pt x="1234566" y="20828"/>
                  </a:lnTo>
                  <a:lnTo>
                    <a:pt x="1234566" y="234442"/>
                  </a:lnTo>
                  <a:lnTo>
                    <a:pt x="1232917" y="242591"/>
                  </a:lnTo>
                  <a:lnTo>
                    <a:pt x="1228423" y="249253"/>
                  </a:lnTo>
                  <a:lnTo>
                    <a:pt x="1221761" y="253747"/>
                  </a:lnTo>
                  <a:lnTo>
                    <a:pt x="1213611" y="255397"/>
                  </a:lnTo>
                  <a:lnTo>
                    <a:pt x="20954" y="255397"/>
                  </a:lnTo>
                  <a:lnTo>
                    <a:pt x="12805" y="253747"/>
                  </a:lnTo>
                  <a:lnTo>
                    <a:pt x="6143" y="249253"/>
                  </a:lnTo>
                  <a:lnTo>
                    <a:pt x="1649" y="242591"/>
                  </a:lnTo>
                  <a:lnTo>
                    <a:pt x="0" y="234442"/>
                  </a:lnTo>
                  <a:lnTo>
                    <a:pt x="0" y="20828"/>
                  </a:lnTo>
                  <a:close/>
                </a:path>
              </a:pathLst>
            </a:custGeom>
            <a:ln w="28574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3586734" y="7398207"/>
            <a:ext cx="11855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100"/>
              </a:spcBef>
            </a:pPr>
            <a:r>
              <a:rPr sz="1800" spc="260" dirty="0">
                <a:solidFill>
                  <a:srgbClr val="173360"/>
                </a:solidFill>
                <a:latin typeface="Calibri"/>
                <a:cs typeface="Calibri"/>
              </a:rPr>
              <a:t>F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3581463" y="7445819"/>
            <a:ext cx="702310" cy="224790"/>
            <a:chOff x="3581463" y="7445819"/>
            <a:chExt cx="702310" cy="224790"/>
          </a:xfrm>
        </p:grpSpPr>
        <p:sp>
          <p:nvSpPr>
            <p:cNvPr id="73" name="object 73"/>
            <p:cNvSpPr/>
            <p:nvPr/>
          </p:nvSpPr>
          <p:spPr>
            <a:xfrm>
              <a:off x="3595751" y="7460106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195707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5707" y="195961"/>
                  </a:lnTo>
                  <a:lnTo>
                    <a:pt x="202946" y="188722"/>
                  </a:lnTo>
                  <a:lnTo>
                    <a:pt x="202946" y="7239"/>
                  </a:lnTo>
                  <a:lnTo>
                    <a:pt x="195707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3595751" y="7460106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186944" y="0"/>
                  </a:lnTo>
                  <a:lnTo>
                    <a:pt x="195707" y="0"/>
                  </a:lnTo>
                  <a:lnTo>
                    <a:pt x="202946" y="7239"/>
                  </a:lnTo>
                  <a:lnTo>
                    <a:pt x="202946" y="16002"/>
                  </a:lnTo>
                  <a:lnTo>
                    <a:pt x="202946" y="179959"/>
                  </a:lnTo>
                  <a:lnTo>
                    <a:pt x="202946" y="188722"/>
                  </a:lnTo>
                  <a:lnTo>
                    <a:pt x="195707" y="195961"/>
                  </a:lnTo>
                  <a:lnTo>
                    <a:pt x="186944" y="195961"/>
                  </a:lnTo>
                  <a:lnTo>
                    <a:pt x="16001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3830193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19659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6596" y="195961"/>
                  </a:lnTo>
                  <a:lnTo>
                    <a:pt x="203835" y="188722"/>
                  </a:lnTo>
                  <a:lnTo>
                    <a:pt x="203835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3830193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2" y="0"/>
                  </a:lnTo>
                  <a:lnTo>
                    <a:pt x="187833" y="0"/>
                  </a:lnTo>
                  <a:lnTo>
                    <a:pt x="196596" y="0"/>
                  </a:lnTo>
                  <a:lnTo>
                    <a:pt x="203835" y="7239"/>
                  </a:lnTo>
                  <a:lnTo>
                    <a:pt x="203835" y="16002"/>
                  </a:lnTo>
                  <a:lnTo>
                    <a:pt x="203835" y="179959"/>
                  </a:lnTo>
                  <a:lnTo>
                    <a:pt x="203835" y="188722"/>
                  </a:lnTo>
                  <a:lnTo>
                    <a:pt x="196596" y="195961"/>
                  </a:lnTo>
                  <a:lnTo>
                    <a:pt x="187833" y="195961"/>
                  </a:lnTo>
                  <a:lnTo>
                    <a:pt x="16002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4065524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19659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6596" y="195961"/>
                  </a:lnTo>
                  <a:lnTo>
                    <a:pt x="203835" y="188722"/>
                  </a:lnTo>
                  <a:lnTo>
                    <a:pt x="203835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4065524" y="7460106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187833" y="0"/>
                  </a:lnTo>
                  <a:lnTo>
                    <a:pt x="196596" y="0"/>
                  </a:lnTo>
                  <a:lnTo>
                    <a:pt x="203835" y="7239"/>
                  </a:lnTo>
                  <a:lnTo>
                    <a:pt x="203835" y="16002"/>
                  </a:lnTo>
                  <a:lnTo>
                    <a:pt x="203835" y="179959"/>
                  </a:lnTo>
                  <a:lnTo>
                    <a:pt x="203835" y="188722"/>
                  </a:lnTo>
                  <a:lnTo>
                    <a:pt x="196596" y="195961"/>
                  </a:lnTo>
                  <a:lnTo>
                    <a:pt x="187833" y="195961"/>
                  </a:lnTo>
                  <a:lnTo>
                    <a:pt x="16001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4852796" y="7434453"/>
            <a:ext cx="2578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175" dirty="0">
                <a:solidFill>
                  <a:srgbClr val="173360"/>
                </a:solidFill>
                <a:latin typeface="Calibri"/>
                <a:cs typeface="Calibri"/>
              </a:rPr>
              <a:t>p0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5742241" y="7416101"/>
            <a:ext cx="1263650" cy="284480"/>
            <a:chOff x="5742241" y="7416101"/>
            <a:chExt cx="1263650" cy="284480"/>
          </a:xfrm>
        </p:grpSpPr>
        <p:sp>
          <p:nvSpPr>
            <p:cNvPr id="81" name="object 81"/>
            <p:cNvSpPr/>
            <p:nvPr/>
          </p:nvSpPr>
          <p:spPr>
            <a:xfrm>
              <a:off x="5756528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1213612" y="0"/>
                  </a:moveTo>
                  <a:lnTo>
                    <a:pt x="20955" y="0"/>
                  </a:lnTo>
                  <a:lnTo>
                    <a:pt x="12805" y="1647"/>
                  </a:lnTo>
                  <a:lnTo>
                    <a:pt x="6143" y="6127"/>
                  </a:lnTo>
                  <a:lnTo>
                    <a:pt x="1649" y="12751"/>
                  </a:lnTo>
                  <a:lnTo>
                    <a:pt x="0" y="20828"/>
                  </a:lnTo>
                  <a:lnTo>
                    <a:pt x="0" y="234442"/>
                  </a:lnTo>
                  <a:lnTo>
                    <a:pt x="1649" y="242591"/>
                  </a:lnTo>
                  <a:lnTo>
                    <a:pt x="6143" y="249253"/>
                  </a:lnTo>
                  <a:lnTo>
                    <a:pt x="12805" y="253747"/>
                  </a:lnTo>
                  <a:lnTo>
                    <a:pt x="20955" y="255397"/>
                  </a:lnTo>
                  <a:lnTo>
                    <a:pt x="1213612" y="255397"/>
                  </a:lnTo>
                  <a:lnTo>
                    <a:pt x="1221761" y="253747"/>
                  </a:lnTo>
                  <a:lnTo>
                    <a:pt x="1228423" y="249253"/>
                  </a:lnTo>
                  <a:lnTo>
                    <a:pt x="1232917" y="242591"/>
                  </a:lnTo>
                  <a:lnTo>
                    <a:pt x="1234567" y="234442"/>
                  </a:lnTo>
                  <a:lnTo>
                    <a:pt x="1234567" y="20828"/>
                  </a:lnTo>
                  <a:lnTo>
                    <a:pt x="1232917" y="12751"/>
                  </a:lnTo>
                  <a:lnTo>
                    <a:pt x="1228423" y="6127"/>
                  </a:lnTo>
                  <a:lnTo>
                    <a:pt x="1221761" y="1647"/>
                  </a:lnTo>
                  <a:lnTo>
                    <a:pt x="1213612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5756528" y="7430389"/>
              <a:ext cx="1235075" cy="255904"/>
            </a:xfrm>
            <a:custGeom>
              <a:avLst/>
              <a:gdLst/>
              <a:ahLst/>
              <a:cxnLst/>
              <a:rect l="l" t="t" r="r" b="b"/>
              <a:pathLst>
                <a:path w="1235075" h="255904">
                  <a:moveTo>
                    <a:pt x="0" y="20828"/>
                  </a:moveTo>
                  <a:lnTo>
                    <a:pt x="1649" y="12751"/>
                  </a:lnTo>
                  <a:lnTo>
                    <a:pt x="6143" y="6127"/>
                  </a:lnTo>
                  <a:lnTo>
                    <a:pt x="12805" y="1647"/>
                  </a:lnTo>
                  <a:lnTo>
                    <a:pt x="20955" y="0"/>
                  </a:lnTo>
                  <a:lnTo>
                    <a:pt x="1213612" y="0"/>
                  </a:lnTo>
                  <a:lnTo>
                    <a:pt x="1221761" y="1647"/>
                  </a:lnTo>
                  <a:lnTo>
                    <a:pt x="1228423" y="6127"/>
                  </a:lnTo>
                  <a:lnTo>
                    <a:pt x="1232917" y="12751"/>
                  </a:lnTo>
                  <a:lnTo>
                    <a:pt x="1234567" y="20828"/>
                  </a:lnTo>
                  <a:lnTo>
                    <a:pt x="1234567" y="234442"/>
                  </a:lnTo>
                  <a:lnTo>
                    <a:pt x="1232917" y="242591"/>
                  </a:lnTo>
                  <a:lnTo>
                    <a:pt x="1228423" y="249253"/>
                  </a:lnTo>
                  <a:lnTo>
                    <a:pt x="1221761" y="253747"/>
                  </a:lnTo>
                  <a:lnTo>
                    <a:pt x="1213612" y="255397"/>
                  </a:lnTo>
                  <a:lnTo>
                    <a:pt x="20955" y="255397"/>
                  </a:lnTo>
                  <a:lnTo>
                    <a:pt x="12805" y="253747"/>
                  </a:lnTo>
                  <a:lnTo>
                    <a:pt x="6143" y="249253"/>
                  </a:lnTo>
                  <a:lnTo>
                    <a:pt x="1649" y="242591"/>
                  </a:lnTo>
                  <a:lnTo>
                    <a:pt x="0" y="234442"/>
                  </a:lnTo>
                  <a:lnTo>
                    <a:pt x="0" y="20828"/>
                  </a:lnTo>
                  <a:close/>
                </a:path>
              </a:pathLst>
            </a:custGeom>
            <a:ln w="28574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5790310" y="7460107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19570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5706" y="195961"/>
                  </a:lnTo>
                  <a:lnTo>
                    <a:pt x="202946" y="188722"/>
                  </a:lnTo>
                  <a:lnTo>
                    <a:pt x="202946" y="7239"/>
                  </a:lnTo>
                  <a:lnTo>
                    <a:pt x="19570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5790310" y="7460107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186943" y="0"/>
                  </a:lnTo>
                  <a:lnTo>
                    <a:pt x="195706" y="0"/>
                  </a:lnTo>
                  <a:lnTo>
                    <a:pt x="202946" y="7239"/>
                  </a:lnTo>
                  <a:lnTo>
                    <a:pt x="202946" y="16002"/>
                  </a:lnTo>
                  <a:lnTo>
                    <a:pt x="202946" y="179959"/>
                  </a:lnTo>
                  <a:lnTo>
                    <a:pt x="202946" y="188722"/>
                  </a:lnTo>
                  <a:lnTo>
                    <a:pt x="195706" y="195961"/>
                  </a:lnTo>
                  <a:lnTo>
                    <a:pt x="186943" y="195961"/>
                  </a:lnTo>
                  <a:lnTo>
                    <a:pt x="16001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6024752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196596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6596" y="195961"/>
                  </a:lnTo>
                  <a:lnTo>
                    <a:pt x="203835" y="188722"/>
                  </a:lnTo>
                  <a:lnTo>
                    <a:pt x="203835" y="7239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6024752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187833" y="0"/>
                  </a:lnTo>
                  <a:lnTo>
                    <a:pt x="196596" y="0"/>
                  </a:lnTo>
                  <a:lnTo>
                    <a:pt x="203835" y="7239"/>
                  </a:lnTo>
                  <a:lnTo>
                    <a:pt x="203835" y="16002"/>
                  </a:lnTo>
                  <a:lnTo>
                    <a:pt x="203835" y="179959"/>
                  </a:lnTo>
                  <a:lnTo>
                    <a:pt x="203835" y="188722"/>
                  </a:lnTo>
                  <a:lnTo>
                    <a:pt x="196596" y="195961"/>
                  </a:lnTo>
                  <a:lnTo>
                    <a:pt x="187833" y="195961"/>
                  </a:lnTo>
                  <a:lnTo>
                    <a:pt x="16001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6260083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196595" y="0"/>
                  </a:moveTo>
                  <a:lnTo>
                    <a:pt x="7112" y="0"/>
                  </a:lnTo>
                  <a:lnTo>
                    <a:pt x="0" y="7239"/>
                  </a:lnTo>
                  <a:lnTo>
                    <a:pt x="0" y="16002"/>
                  </a:lnTo>
                  <a:lnTo>
                    <a:pt x="0" y="188722"/>
                  </a:lnTo>
                  <a:lnTo>
                    <a:pt x="7112" y="195961"/>
                  </a:lnTo>
                  <a:lnTo>
                    <a:pt x="196595" y="195961"/>
                  </a:lnTo>
                  <a:lnTo>
                    <a:pt x="203835" y="188722"/>
                  </a:lnTo>
                  <a:lnTo>
                    <a:pt x="203835" y="7239"/>
                  </a:lnTo>
                  <a:lnTo>
                    <a:pt x="196595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260083" y="7460107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5" h="196215">
                  <a:moveTo>
                    <a:pt x="0" y="16002"/>
                  </a:moveTo>
                  <a:lnTo>
                    <a:pt x="0" y="7239"/>
                  </a:lnTo>
                  <a:lnTo>
                    <a:pt x="7112" y="0"/>
                  </a:lnTo>
                  <a:lnTo>
                    <a:pt x="16001" y="0"/>
                  </a:lnTo>
                  <a:lnTo>
                    <a:pt x="187832" y="0"/>
                  </a:lnTo>
                  <a:lnTo>
                    <a:pt x="196595" y="0"/>
                  </a:lnTo>
                  <a:lnTo>
                    <a:pt x="203835" y="7239"/>
                  </a:lnTo>
                  <a:lnTo>
                    <a:pt x="203835" y="16002"/>
                  </a:lnTo>
                  <a:lnTo>
                    <a:pt x="203835" y="179959"/>
                  </a:lnTo>
                  <a:lnTo>
                    <a:pt x="203835" y="188722"/>
                  </a:lnTo>
                  <a:lnTo>
                    <a:pt x="196595" y="195961"/>
                  </a:lnTo>
                  <a:lnTo>
                    <a:pt x="187832" y="195961"/>
                  </a:lnTo>
                  <a:lnTo>
                    <a:pt x="16001" y="195961"/>
                  </a:lnTo>
                  <a:lnTo>
                    <a:pt x="7112" y="195961"/>
                  </a:lnTo>
                  <a:lnTo>
                    <a:pt x="0" y="188722"/>
                  </a:lnTo>
                  <a:lnTo>
                    <a:pt x="0" y="179959"/>
                  </a:lnTo>
                  <a:lnTo>
                    <a:pt x="0" y="16002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6803517" y="7377760"/>
            <a:ext cx="5016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442" baseline="-4629" dirty="0">
                <a:solidFill>
                  <a:srgbClr val="173360"/>
                </a:solidFill>
                <a:latin typeface="Calibri"/>
                <a:cs typeface="Calibri"/>
              </a:rPr>
              <a:t>L</a:t>
            </a:r>
            <a:r>
              <a:rPr sz="2700" spc="675" baseline="-4629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1350" spc="175" dirty="0">
                <a:solidFill>
                  <a:srgbClr val="173360"/>
                </a:solidFill>
                <a:latin typeface="Calibri"/>
                <a:cs typeface="Calibri"/>
              </a:rPr>
              <a:t>p0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1126236" y="5498338"/>
            <a:ext cx="11464925" cy="4293870"/>
            <a:chOff x="1126236" y="5498338"/>
            <a:chExt cx="11464925" cy="4293870"/>
          </a:xfrm>
        </p:grpSpPr>
        <p:sp>
          <p:nvSpPr>
            <p:cNvPr id="91" name="object 91"/>
            <p:cNvSpPr/>
            <p:nvPr/>
          </p:nvSpPr>
          <p:spPr>
            <a:xfrm>
              <a:off x="1145286" y="5517388"/>
              <a:ext cx="1872614" cy="2456815"/>
            </a:xfrm>
            <a:custGeom>
              <a:avLst/>
              <a:gdLst/>
              <a:ahLst/>
              <a:cxnLst/>
              <a:rect l="l" t="t" r="r" b="b"/>
              <a:pathLst>
                <a:path w="1872614" h="2456815">
                  <a:moveTo>
                    <a:pt x="0" y="93090"/>
                  </a:moveTo>
                  <a:lnTo>
                    <a:pt x="7320" y="56846"/>
                  </a:lnTo>
                  <a:lnTo>
                    <a:pt x="27282" y="27257"/>
                  </a:lnTo>
                  <a:lnTo>
                    <a:pt x="56889" y="7312"/>
                  </a:lnTo>
                  <a:lnTo>
                    <a:pt x="93141" y="0"/>
                  </a:lnTo>
                  <a:lnTo>
                    <a:pt x="1779143" y="0"/>
                  </a:lnTo>
                  <a:lnTo>
                    <a:pt x="1815387" y="7312"/>
                  </a:lnTo>
                  <a:lnTo>
                    <a:pt x="1844976" y="27257"/>
                  </a:lnTo>
                  <a:lnTo>
                    <a:pt x="1864921" y="56846"/>
                  </a:lnTo>
                  <a:lnTo>
                    <a:pt x="1872233" y="93090"/>
                  </a:lnTo>
                  <a:lnTo>
                    <a:pt x="1872233" y="2363597"/>
                  </a:lnTo>
                  <a:lnTo>
                    <a:pt x="1864921" y="2399861"/>
                  </a:lnTo>
                  <a:lnTo>
                    <a:pt x="1844976" y="2429494"/>
                  </a:lnTo>
                  <a:lnTo>
                    <a:pt x="1815387" y="2449482"/>
                  </a:lnTo>
                  <a:lnTo>
                    <a:pt x="1779143" y="2456815"/>
                  </a:lnTo>
                  <a:lnTo>
                    <a:pt x="93141" y="2456815"/>
                  </a:lnTo>
                  <a:lnTo>
                    <a:pt x="56889" y="2449482"/>
                  </a:lnTo>
                  <a:lnTo>
                    <a:pt x="27282" y="2429494"/>
                  </a:lnTo>
                  <a:lnTo>
                    <a:pt x="7320" y="2399861"/>
                  </a:lnTo>
                  <a:lnTo>
                    <a:pt x="0" y="2363597"/>
                  </a:lnTo>
                  <a:lnTo>
                    <a:pt x="0" y="9309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2" name="object 9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39137" y="6339077"/>
              <a:ext cx="207137" cy="440563"/>
            </a:xfrm>
            <a:prstGeom prst="rect">
              <a:avLst/>
            </a:prstGeom>
          </p:spPr>
        </p:pic>
        <p:sp>
          <p:nvSpPr>
            <p:cNvPr id="93" name="object 93"/>
            <p:cNvSpPr/>
            <p:nvPr/>
          </p:nvSpPr>
          <p:spPr>
            <a:xfrm>
              <a:off x="1946275" y="6187058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80" h="743584">
                  <a:moveTo>
                    <a:pt x="474560" y="512025"/>
                  </a:moveTo>
                  <a:lnTo>
                    <a:pt x="470789" y="493522"/>
                  </a:lnTo>
                  <a:lnTo>
                    <a:pt x="463169" y="476758"/>
                  </a:lnTo>
                  <a:lnTo>
                    <a:pt x="457403" y="464058"/>
                  </a:lnTo>
                  <a:lnTo>
                    <a:pt x="435648" y="441553"/>
                  </a:lnTo>
                  <a:lnTo>
                    <a:pt x="419773" y="433324"/>
                  </a:lnTo>
                  <a:lnTo>
                    <a:pt x="419773" y="515010"/>
                  </a:lnTo>
                  <a:lnTo>
                    <a:pt x="419455" y="523163"/>
                  </a:lnTo>
                  <a:lnTo>
                    <a:pt x="417779" y="530707"/>
                  </a:lnTo>
                  <a:lnTo>
                    <a:pt x="417690" y="531114"/>
                  </a:lnTo>
                  <a:lnTo>
                    <a:pt x="414401" y="538734"/>
                  </a:lnTo>
                  <a:lnTo>
                    <a:pt x="382778" y="558673"/>
                  </a:lnTo>
                  <a:lnTo>
                    <a:pt x="379095" y="558673"/>
                  </a:lnTo>
                  <a:lnTo>
                    <a:pt x="343623" y="541261"/>
                  </a:lnTo>
                  <a:lnTo>
                    <a:pt x="337197" y="515010"/>
                  </a:lnTo>
                  <a:lnTo>
                    <a:pt x="337197" y="512025"/>
                  </a:lnTo>
                  <a:lnTo>
                    <a:pt x="367792" y="478028"/>
                  </a:lnTo>
                  <a:lnTo>
                    <a:pt x="375031" y="476758"/>
                  </a:lnTo>
                  <a:lnTo>
                    <a:pt x="378587" y="476758"/>
                  </a:lnTo>
                  <a:lnTo>
                    <a:pt x="412635" y="494284"/>
                  </a:lnTo>
                  <a:lnTo>
                    <a:pt x="419773" y="515010"/>
                  </a:lnTo>
                  <a:lnTo>
                    <a:pt x="419773" y="433324"/>
                  </a:lnTo>
                  <a:lnTo>
                    <a:pt x="40797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553" y="423164"/>
                  </a:lnTo>
                  <a:lnTo>
                    <a:pt x="352298" y="425196"/>
                  </a:lnTo>
                  <a:lnTo>
                    <a:pt x="318236" y="442722"/>
                  </a:lnTo>
                  <a:lnTo>
                    <a:pt x="312458" y="449491"/>
                  </a:lnTo>
                  <a:lnTo>
                    <a:pt x="255943" y="416115"/>
                  </a:lnTo>
                  <a:lnTo>
                    <a:pt x="263652" y="378841"/>
                  </a:lnTo>
                  <a:lnTo>
                    <a:pt x="255536" y="339585"/>
                  </a:lnTo>
                  <a:lnTo>
                    <a:pt x="311480" y="299250"/>
                  </a:lnTo>
                  <a:lnTo>
                    <a:pt x="352298" y="322707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801"/>
                  </a:lnTo>
                  <a:lnTo>
                    <a:pt x="464185" y="272376"/>
                  </a:lnTo>
                  <a:lnTo>
                    <a:pt x="465137" y="269748"/>
                  </a:lnTo>
                  <a:lnTo>
                    <a:pt x="470789" y="254381"/>
                  </a:lnTo>
                  <a:lnTo>
                    <a:pt x="474395" y="235889"/>
                  </a:lnTo>
                  <a:lnTo>
                    <a:pt x="473900" y="218059"/>
                  </a:lnTo>
                  <a:lnTo>
                    <a:pt x="473875" y="217208"/>
                  </a:lnTo>
                  <a:lnTo>
                    <a:pt x="469620" y="198945"/>
                  </a:lnTo>
                  <a:lnTo>
                    <a:pt x="464426" y="187198"/>
                  </a:lnTo>
                  <a:lnTo>
                    <a:pt x="462026" y="181737"/>
                  </a:lnTo>
                  <a:lnTo>
                    <a:pt x="450634" y="165862"/>
                  </a:lnTo>
                  <a:lnTo>
                    <a:pt x="436778" y="152946"/>
                  </a:lnTo>
                  <a:lnTo>
                    <a:pt x="420878" y="143129"/>
                  </a:lnTo>
                  <a:lnTo>
                    <a:pt x="418198" y="142125"/>
                  </a:lnTo>
                  <a:lnTo>
                    <a:pt x="418198" y="231838"/>
                  </a:lnTo>
                  <a:lnTo>
                    <a:pt x="416560" y="240030"/>
                  </a:lnTo>
                  <a:lnTo>
                    <a:pt x="383540" y="269748"/>
                  </a:lnTo>
                  <a:lnTo>
                    <a:pt x="372618" y="269748"/>
                  </a:lnTo>
                  <a:lnTo>
                    <a:pt x="337870" y="241909"/>
                  </a:lnTo>
                  <a:lnTo>
                    <a:pt x="335737" y="226301"/>
                  </a:lnTo>
                  <a:lnTo>
                    <a:pt x="336804" y="218059"/>
                  </a:lnTo>
                  <a:lnTo>
                    <a:pt x="363347" y="188341"/>
                  </a:lnTo>
                  <a:lnTo>
                    <a:pt x="369951" y="187198"/>
                  </a:lnTo>
                  <a:lnTo>
                    <a:pt x="384429" y="187198"/>
                  </a:lnTo>
                  <a:lnTo>
                    <a:pt x="416534" y="215785"/>
                  </a:lnTo>
                  <a:lnTo>
                    <a:pt x="418198" y="231838"/>
                  </a:lnTo>
                  <a:lnTo>
                    <a:pt x="418198" y="142125"/>
                  </a:lnTo>
                  <a:lnTo>
                    <a:pt x="403390" y="136550"/>
                  </a:lnTo>
                  <a:lnTo>
                    <a:pt x="395097" y="134366"/>
                  </a:lnTo>
                  <a:lnTo>
                    <a:pt x="386715" y="133223"/>
                  </a:lnTo>
                  <a:lnTo>
                    <a:pt x="378333" y="133223"/>
                  </a:lnTo>
                  <a:lnTo>
                    <a:pt x="330200" y="146431"/>
                  </a:lnTo>
                  <a:lnTo>
                    <a:pt x="291350" y="186245"/>
                  </a:lnTo>
                  <a:lnTo>
                    <a:pt x="281139" y="222694"/>
                  </a:lnTo>
                  <a:lnTo>
                    <a:pt x="281406" y="231838"/>
                  </a:lnTo>
                  <a:lnTo>
                    <a:pt x="281533" y="235889"/>
                  </a:lnTo>
                  <a:lnTo>
                    <a:pt x="281660" y="240030"/>
                  </a:lnTo>
                  <a:lnTo>
                    <a:pt x="281698" y="241338"/>
                  </a:lnTo>
                  <a:lnTo>
                    <a:pt x="284010" y="251104"/>
                  </a:lnTo>
                  <a:lnTo>
                    <a:pt x="228104" y="291401"/>
                  </a:lnTo>
                  <a:lnTo>
                    <a:pt x="224739" y="286448"/>
                  </a:lnTo>
                  <a:lnTo>
                    <a:pt x="208280" y="275361"/>
                  </a:lnTo>
                  <a:lnTo>
                    <a:pt x="208280" y="378841"/>
                  </a:lnTo>
                  <a:lnTo>
                    <a:pt x="202260" y="407987"/>
                  </a:lnTo>
                  <a:lnTo>
                    <a:pt x="185851" y="432219"/>
                  </a:lnTo>
                  <a:lnTo>
                    <a:pt x="161556" y="448779"/>
                  </a:lnTo>
                  <a:lnTo>
                    <a:pt x="131826" y="454914"/>
                  </a:lnTo>
                  <a:lnTo>
                    <a:pt x="102565" y="448779"/>
                  </a:lnTo>
                  <a:lnTo>
                    <a:pt x="78206" y="432219"/>
                  </a:lnTo>
                  <a:lnTo>
                    <a:pt x="61544" y="407987"/>
                  </a:lnTo>
                  <a:lnTo>
                    <a:pt x="55372" y="378841"/>
                  </a:lnTo>
                  <a:lnTo>
                    <a:pt x="61544" y="349351"/>
                  </a:lnTo>
                  <a:lnTo>
                    <a:pt x="78206" y="325208"/>
                  </a:lnTo>
                  <a:lnTo>
                    <a:pt x="102565" y="308889"/>
                  </a:lnTo>
                  <a:lnTo>
                    <a:pt x="131826" y="302895"/>
                  </a:lnTo>
                  <a:lnTo>
                    <a:pt x="161556" y="308889"/>
                  </a:lnTo>
                  <a:lnTo>
                    <a:pt x="185864" y="325208"/>
                  </a:lnTo>
                  <a:lnTo>
                    <a:pt x="202260" y="349351"/>
                  </a:lnTo>
                  <a:lnTo>
                    <a:pt x="208280" y="378841"/>
                  </a:lnTo>
                  <a:lnTo>
                    <a:pt x="208280" y="275361"/>
                  </a:lnTo>
                  <a:lnTo>
                    <a:pt x="182791" y="258191"/>
                  </a:lnTo>
                  <a:lnTo>
                    <a:pt x="152908" y="252095"/>
                  </a:lnTo>
                  <a:lnTo>
                    <a:pt x="152908" y="187032"/>
                  </a:lnTo>
                  <a:lnTo>
                    <a:pt x="162242" y="185127"/>
                  </a:lnTo>
                  <a:lnTo>
                    <a:pt x="192938" y="164592"/>
                  </a:lnTo>
                  <a:lnTo>
                    <a:pt x="211455" y="137668"/>
                  </a:lnTo>
                  <a:lnTo>
                    <a:pt x="213868" y="134162"/>
                  </a:lnTo>
                  <a:lnTo>
                    <a:pt x="221615" y="96901"/>
                  </a:lnTo>
                  <a:lnTo>
                    <a:pt x="214185" y="58991"/>
                  </a:lnTo>
                  <a:lnTo>
                    <a:pt x="211543" y="54991"/>
                  </a:lnTo>
                  <a:lnTo>
                    <a:pt x="193802" y="28219"/>
                  </a:lnTo>
                  <a:lnTo>
                    <a:pt x="166243" y="9613"/>
                  </a:lnTo>
                  <a:lnTo>
                    <a:pt x="166243" y="96901"/>
                  </a:lnTo>
                  <a:lnTo>
                    <a:pt x="163093" y="113030"/>
                  </a:lnTo>
                  <a:lnTo>
                    <a:pt x="154444" y="125958"/>
                  </a:lnTo>
                  <a:lnTo>
                    <a:pt x="141427" y="134556"/>
                  </a:lnTo>
                  <a:lnTo>
                    <a:pt x="125222" y="137668"/>
                  </a:lnTo>
                  <a:lnTo>
                    <a:pt x="108356" y="134556"/>
                  </a:lnTo>
                  <a:lnTo>
                    <a:pt x="95059" y="125958"/>
                  </a:lnTo>
                  <a:lnTo>
                    <a:pt x="86321" y="113030"/>
                  </a:lnTo>
                  <a:lnTo>
                    <a:pt x="83185" y="96901"/>
                  </a:lnTo>
                  <a:lnTo>
                    <a:pt x="86321" y="80124"/>
                  </a:lnTo>
                  <a:lnTo>
                    <a:pt x="95059" y="66852"/>
                  </a:lnTo>
                  <a:lnTo>
                    <a:pt x="108356" y="58140"/>
                  </a:lnTo>
                  <a:lnTo>
                    <a:pt x="125222" y="54991"/>
                  </a:lnTo>
                  <a:lnTo>
                    <a:pt x="140944" y="58140"/>
                  </a:lnTo>
                  <a:lnTo>
                    <a:pt x="154012" y="66852"/>
                  </a:lnTo>
                  <a:lnTo>
                    <a:pt x="162941" y="80124"/>
                  </a:lnTo>
                  <a:lnTo>
                    <a:pt x="166243" y="96901"/>
                  </a:lnTo>
                  <a:lnTo>
                    <a:pt x="166243" y="9613"/>
                  </a:lnTo>
                  <a:lnTo>
                    <a:pt x="163207" y="7556"/>
                  </a:lnTo>
                  <a:lnTo>
                    <a:pt x="125222" y="0"/>
                  </a:lnTo>
                  <a:lnTo>
                    <a:pt x="87096" y="7556"/>
                  </a:lnTo>
                  <a:lnTo>
                    <a:pt x="56108" y="28219"/>
                  </a:lnTo>
                  <a:lnTo>
                    <a:pt x="35293" y="58991"/>
                  </a:lnTo>
                  <a:lnTo>
                    <a:pt x="27686" y="96901"/>
                  </a:lnTo>
                  <a:lnTo>
                    <a:pt x="35293" y="134162"/>
                  </a:lnTo>
                  <a:lnTo>
                    <a:pt x="56108" y="164592"/>
                  </a:lnTo>
                  <a:lnTo>
                    <a:pt x="87096" y="185127"/>
                  </a:lnTo>
                  <a:lnTo>
                    <a:pt x="97536" y="187198"/>
                  </a:lnTo>
                  <a:lnTo>
                    <a:pt x="97536" y="254787"/>
                  </a:lnTo>
                  <a:lnTo>
                    <a:pt x="80848" y="258191"/>
                  </a:lnTo>
                  <a:lnTo>
                    <a:pt x="38900" y="286448"/>
                  </a:lnTo>
                  <a:lnTo>
                    <a:pt x="10464" y="328155"/>
                  </a:lnTo>
                  <a:lnTo>
                    <a:pt x="0" y="378841"/>
                  </a:lnTo>
                  <a:lnTo>
                    <a:pt x="10464" y="429564"/>
                  </a:lnTo>
                  <a:lnTo>
                    <a:pt x="38900" y="471297"/>
                  </a:lnTo>
                  <a:lnTo>
                    <a:pt x="80848" y="499618"/>
                  </a:lnTo>
                  <a:lnTo>
                    <a:pt x="97536" y="503034"/>
                  </a:lnTo>
                  <a:lnTo>
                    <a:pt x="97536" y="556298"/>
                  </a:lnTo>
                  <a:lnTo>
                    <a:pt x="87096" y="558355"/>
                  </a:lnTo>
                  <a:lnTo>
                    <a:pt x="56108" y="579018"/>
                  </a:lnTo>
                  <a:lnTo>
                    <a:pt x="35293" y="609790"/>
                  </a:lnTo>
                  <a:lnTo>
                    <a:pt x="27686" y="647700"/>
                  </a:lnTo>
                  <a:lnTo>
                    <a:pt x="35293" y="685025"/>
                  </a:lnTo>
                  <a:lnTo>
                    <a:pt x="56108" y="715505"/>
                  </a:lnTo>
                  <a:lnTo>
                    <a:pt x="87096" y="736053"/>
                  </a:lnTo>
                  <a:lnTo>
                    <a:pt x="125222" y="743585"/>
                  </a:lnTo>
                  <a:lnTo>
                    <a:pt x="162242" y="736053"/>
                  </a:lnTo>
                  <a:lnTo>
                    <a:pt x="192938" y="715505"/>
                  </a:lnTo>
                  <a:lnTo>
                    <a:pt x="211505" y="688467"/>
                  </a:lnTo>
                  <a:lnTo>
                    <a:pt x="213868" y="685025"/>
                  </a:lnTo>
                  <a:lnTo>
                    <a:pt x="221615" y="647700"/>
                  </a:lnTo>
                  <a:lnTo>
                    <a:pt x="214185" y="609790"/>
                  </a:lnTo>
                  <a:lnTo>
                    <a:pt x="211620" y="605917"/>
                  </a:lnTo>
                  <a:lnTo>
                    <a:pt x="193802" y="579018"/>
                  </a:lnTo>
                  <a:lnTo>
                    <a:pt x="166243" y="560412"/>
                  </a:lnTo>
                  <a:lnTo>
                    <a:pt x="166243" y="647700"/>
                  </a:lnTo>
                  <a:lnTo>
                    <a:pt x="163093" y="663829"/>
                  </a:lnTo>
                  <a:lnTo>
                    <a:pt x="154444" y="676757"/>
                  </a:lnTo>
                  <a:lnTo>
                    <a:pt x="141427" y="685355"/>
                  </a:lnTo>
                  <a:lnTo>
                    <a:pt x="125222" y="688467"/>
                  </a:lnTo>
                  <a:lnTo>
                    <a:pt x="108356" y="685355"/>
                  </a:lnTo>
                  <a:lnTo>
                    <a:pt x="95059" y="676757"/>
                  </a:lnTo>
                  <a:lnTo>
                    <a:pt x="86321" y="663829"/>
                  </a:lnTo>
                  <a:lnTo>
                    <a:pt x="83185" y="647700"/>
                  </a:lnTo>
                  <a:lnTo>
                    <a:pt x="86321" y="630999"/>
                  </a:lnTo>
                  <a:lnTo>
                    <a:pt x="95059" y="617766"/>
                  </a:lnTo>
                  <a:lnTo>
                    <a:pt x="108356" y="609053"/>
                  </a:lnTo>
                  <a:lnTo>
                    <a:pt x="125222" y="605917"/>
                  </a:lnTo>
                  <a:lnTo>
                    <a:pt x="140944" y="609053"/>
                  </a:lnTo>
                  <a:lnTo>
                    <a:pt x="154012" y="617766"/>
                  </a:lnTo>
                  <a:lnTo>
                    <a:pt x="162941" y="630999"/>
                  </a:lnTo>
                  <a:lnTo>
                    <a:pt x="166243" y="647700"/>
                  </a:lnTo>
                  <a:lnTo>
                    <a:pt x="166243" y="560412"/>
                  </a:lnTo>
                  <a:lnTo>
                    <a:pt x="163207" y="558355"/>
                  </a:lnTo>
                  <a:lnTo>
                    <a:pt x="152908" y="556310"/>
                  </a:lnTo>
                  <a:lnTo>
                    <a:pt x="152908" y="505726"/>
                  </a:lnTo>
                  <a:lnTo>
                    <a:pt x="182791" y="499618"/>
                  </a:lnTo>
                  <a:lnTo>
                    <a:pt x="224739" y="471297"/>
                  </a:lnTo>
                  <a:lnTo>
                    <a:pt x="229552" y="464235"/>
                  </a:lnTo>
                  <a:lnTo>
                    <a:pt x="285127" y="497243"/>
                  </a:lnTo>
                  <a:lnTo>
                    <a:pt x="282067" y="506247"/>
                  </a:lnTo>
                  <a:lnTo>
                    <a:pt x="284734" y="544195"/>
                  </a:lnTo>
                  <a:lnTo>
                    <a:pt x="298500" y="573328"/>
                  </a:lnTo>
                  <a:lnTo>
                    <a:pt x="320179" y="595541"/>
                  </a:lnTo>
                  <a:lnTo>
                    <a:pt x="347687" y="609714"/>
                  </a:lnTo>
                  <a:lnTo>
                    <a:pt x="378968" y="614680"/>
                  </a:lnTo>
                  <a:lnTo>
                    <a:pt x="386588" y="614680"/>
                  </a:lnTo>
                  <a:lnTo>
                    <a:pt x="395478" y="612394"/>
                  </a:lnTo>
                  <a:lnTo>
                    <a:pt x="403352" y="611378"/>
                  </a:lnTo>
                  <a:lnTo>
                    <a:pt x="450799" y="581634"/>
                  </a:lnTo>
                  <a:lnTo>
                    <a:pt x="474218" y="531114"/>
                  </a:lnTo>
                  <a:lnTo>
                    <a:pt x="474408" y="523163"/>
                  </a:lnTo>
                  <a:lnTo>
                    <a:pt x="474522" y="515010"/>
                  </a:lnTo>
                  <a:lnTo>
                    <a:pt x="474560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3339846" y="5517388"/>
              <a:ext cx="1872614" cy="2456815"/>
            </a:xfrm>
            <a:custGeom>
              <a:avLst/>
              <a:gdLst/>
              <a:ahLst/>
              <a:cxnLst/>
              <a:rect l="l" t="t" r="r" b="b"/>
              <a:pathLst>
                <a:path w="1872614" h="2456815">
                  <a:moveTo>
                    <a:pt x="0" y="93090"/>
                  </a:moveTo>
                  <a:lnTo>
                    <a:pt x="7312" y="56846"/>
                  </a:lnTo>
                  <a:lnTo>
                    <a:pt x="27257" y="27257"/>
                  </a:lnTo>
                  <a:lnTo>
                    <a:pt x="56846" y="7312"/>
                  </a:lnTo>
                  <a:lnTo>
                    <a:pt x="93090" y="0"/>
                  </a:lnTo>
                  <a:lnTo>
                    <a:pt x="1779142" y="0"/>
                  </a:lnTo>
                  <a:lnTo>
                    <a:pt x="1815387" y="7312"/>
                  </a:lnTo>
                  <a:lnTo>
                    <a:pt x="1844976" y="27257"/>
                  </a:lnTo>
                  <a:lnTo>
                    <a:pt x="1864921" y="56846"/>
                  </a:lnTo>
                  <a:lnTo>
                    <a:pt x="1872233" y="93090"/>
                  </a:lnTo>
                  <a:lnTo>
                    <a:pt x="1872233" y="2363597"/>
                  </a:lnTo>
                  <a:lnTo>
                    <a:pt x="1864921" y="2399861"/>
                  </a:lnTo>
                  <a:lnTo>
                    <a:pt x="1844976" y="2429494"/>
                  </a:lnTo>
                  <a:lnTo>
                    <a:pt x="1815387" y="2449482"/>
                  </a:lnTo>
                  <a:lnTo>
                    <a:pt x="1779142" y="2456815"/>
                  </a:lnTo>
                  <a:lnTo>
                    <a:pt x="93090" y="2456815"/>
                  </a:lnTo>
                  <a:lnTo>
                    <a:pt x="56846" y="2449482"/>
                  </a:lnTo>
                  <a:lnTo>
                    <a:pt x="27257" y="2429494"/>
                  </a:lnTo>
                  <a:lnTo>
                    <a:pt x="7312" y="2399861"/>
                  </a:lnTo>
                  <a:lnTo>
                    <a:pt x="0" y="2363597"/>
                  </a:lnTo>
                  <a:lnTo>
                    <a:pt x="0" y="93090"/>
                  </a:lnTo>
                  <a:close/>
                </a:path>
              </a:pathLst>
            </a:custGeom>
            <a:ln w="381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33697" y="6339077"/>
              <a:ext cx="207137" cy="440563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4140835" y="6187058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4">
                  <a:moveTo>
                    <a:pt x="474560" y="512025"/>
                  </a:moveTo>
                  <a:lnTo>
                    <a:pt x="470789" y="493522"/>
                  </a:lnTo>
                  <a:lnTo>
                    <a:pt x="463169" y="476758"/>
                  </a:lnTo>
                  <a:lnTo>
                    <a:pt x="457403" y="464058"/>
                  </a:lnTo>
                  <a:lnTo>
                    <a:pt x="435648" y="441553"/>
                  </a:lnTo>
                  <a:lnTo>
                    <a:pt x="419773" y="433324"/>
                  </a:lnTo>
                  <a:lnTo>
                    <a:pt x="419773" y="515010"/>
                  </a:lnTo>
                  <a:lnTo>
                    <a:pt x="419455" y="523163"/>
                  </a:lnTo>
                  <a:lnTo>
                    <a:pt x="417779" y="530707"/>
                  </a:lnTo>
                  <a:lnTo>
                    <a:pt x="417690" y="531114"/>
                  </a:lnTo>
                  <a:lnTo>
                    <a:pt x="414401" y="538734"/>
                  </a:lnTo>
                  <a:lnTo>
                    <a:pt x="382778" y="558673"/>
                  </a:lnTo>
                  <a:lnTo>
                    <a:pt x="379095" y="558673"/>
                  </a:lnTo>
                  <a:lnTo>
                    <a:pt x="343623" y="541261"/>
                  </a:lnTo>
                  <a:lnTo>
                    <a:pt x="337197" y="515010"/>
                  </a:lnTo>
                  <a:lnTo>
                    <a:pt x="337197" y="512025"/>
                  </a:lnTo>
                  <a:lnTo>
                    <a:pt x="367792" y="478028"/>
                  </a:lnTo>
                  <a:lnTo>
                    <a:pt x="375031" y="476758"/>
                  </a:lnTo>
                  <a:lnTo>
                    <a:pt x="378587" y="476758"/>
                  </a:lnTo>
                  <a:lnTo>
                    <a:pt x="412635" y="494284"/>
                  </a:lnTo>
                  <a:lnTo>
                    <a:pt x="419773" y="515010"/>
                  </a:lnTo>
                  <a:lnTo>
                    <a:pt x="419773" y="433324"/>
                  </a:lnTo>
                  <a:lnTo>
                    <a:pt x="40797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553" y="423164"/>
                  </a:lnTo>
                  <a:lnTo>
                    <a:pt x="352298" y="425196"/>
                  </a:lnTo>
                  <a:lnTo>
                    <a:pt x="318236" y="442722"/>
                  </a:lnTo>
                  <a:lnTo>
                    <a:pt x="312458" y="449491"/>
                  </a:lnTo>
                  <a:lnTo>
                    <a:pt x="255943" y="416115"/>
                  </a:lnTo>
                  <a:lnTo>
                    <a:pt x="263652" y="378841"/>
                  </a:lnTo>
                  <a:lnTo>
                    <a:pt x="255536" y="339585"/>
                  </a:lnTo>
                  <a:lnTo>
                    <a:pt x="311480" y="299250"/>
                  </a:lnTo>
                  <a:lnTo>
                    <a:pt x="352298" y="322707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801"/>
                  </a:lnTo>
                  <a:lnTo>
                    <a:pt x="464185" y="272376"/>
                  </a:lnTo>
                  <a:lnTo>
                    <a:pt x="465137" y="269748"/>
                  </a:lnTo>
                  <a:lnTo>
                    <a:pt x="470789" y="254381"/>
                  </a:lnTo>
                  <a:lnTo>
                    <a:pt x="474395" y="235889"/>
                  </a:lnTo>
                  <a:lnTo>
                    <a:pt x="473900" y="218059"/>
                  </a:lnTo>
                  <a:lnTo>
                    <a:pt x="473875" y="217208"/>
                  </a:lnTo>
                  <a:lnTo>
                    <a:pt x="469620" y="198945"/>
                  </a:lnTo>
                  <a:lnTo>
                    <a:pt x="464426" y="187198"/>
                  </a:lnTo>
                  <a:lnTo>
                    <a:pt x="462026" y="181737"/>
                  </a:lnTo>
                  <a:lnTo>
                    <a:pt x="450634" y="165862"/>
                  </a:lnTo>
                  <a:lnTo>
                    <a:pt x="436778" y="152946"/>
                  </a:lnTo>
                  <a:lnTo>
                    <a:pt x="420878" y="143129"/>
                  </a:lnTo>
                  <a:lnTo>
                    <a:pt x="418198" y="142125"/>
                  </a:lnTo>
                  <a:lnTo>
                    <a:pt x="418198" y="231838"/>
                  </a:lnTo>
                  <a:lnTo>
                    <a:pt x="416560" y="240030"/>
                  </a:lnTo>
                  <a:lnTo>
                    <a:pt x="383540" y="269748"/>
                  </a:lnTo>
                  <a:lnTo>
                    <a:pt x="372618" y="269748"/>
                  </a:lnTo>
                  <a:lnTo>
                    <a:pt x="337870" y="241909"/>
                  </a:lnTo>
                  <a:lnTo>
                    <a:pt x="335737" y="226301"/>
                  </a:lnTo>
                  <a:lnTo>
                    <a:pt x="336804" y="218059"/>
                  </a:lnTo>
                  <a:lnTo>
                    <a:pt x="363347" y="188341"/>
                  </a:lnTo>
                  <a:lnTo>
                    <a:pt x="369951" y="187198"/>
                  </a:lnTo>
                  <a:lnTo>
                    <a:pt x="384429" y="187198"/>
                  </a:lnTo>
                  <a:lnTo>
                    <a:pt x="416534" y="215785"/>
                  </a:lnTo>
                  <a:lnTo>
                    <a:pt x="418198" y="231838"/>
                  </a:lnTo>
                  <a:lnTo>
                    <a:pt x="418198" y="142125"/>
                  </a:lnTo>
                  <a:lnTo>
                    <a:pt x="403390" y="136550"/>
                  </a:lnTo>
                  <a:lnTo>
                    <a:pt x="395097" y="134366"/>
                  </a:lnTo>
                  <a:lnTo>
                    <a:pt x="386715" y="133223"/>
                  </a:lnTo>
                  <a:lnTo>
                    <a:pt x="378333" y="133223"/>
                  </a:lnTo>
                  <a:lnTo>
                    <a:pt x="330200" y="146431"/>
                  </a:lnTo>
                  <a:lnTo>
                    <a:pt x="291350" y="186245"/>
                  </a:lnTo>
                  <a:lnTo>
                    <a:pt x="281139" y="222694"/>
                  </a:lnTo>
                  <a:lnTo>
                    <a:pt x="281406" y="231838"/>
                  </a:lnTo>
                  <a:lnTo>
                    <a:pt x="281533" y="235889"/>
                  </a:lnTo>
                  <a:lnTo>
                    <a:pt x="281660" y="240030"/>
                  </a:lnTo>
                  <a:lnTo>
                    <a:pt x="281698" y="241338"/>
                  </a:lnTo>
                  <a:lnTo>
                    <a:pt x="284010" y="251104"/>
                  </a:lnTo>
                  <a:lnTo>
                    <a:pt x="228104" y="291401"/>
                  </a:lnTo>
                  <a:lnTo>
                    <a:pt x="224739" y="286448"/>
                  </a:lnTo>
                  <a:lnTo>
                    <a:pt x="208280" y="275361"/>
                  </a:lnTo>
                  <a:lnTo>
                    <a:pt x="208280" y="378841"/>
                  </a:lnTo>
                  <a:lnTo>
                    <a:pt x="202260" y="407987"/>
                  </a:lnTo>
                  <a:lnTo>
                    <a:pt x="185851" y="432219"/>
                  </a:lnTo>
                  <a:lnTo>
                    <a:pt x="161556" y="448779"/>
                  </a:lnTo>
                  <a:lnTo>
                    <a:pt x="131826" y="454914"/>
                  </a:lnTo>
                  <a:lnTo>
                    <a:pt x="102565" y="448779"/>
                  </a:lnTo>
                  <a:lnTo>
                    <a:pt x="78206" y="432219"/>
                  </a:lnTo>
                  <a:lnTo>
                    <a:pt x="61544" y="407987"/>
                  </a:lnTo>
                  <a:lnTo>
                    <a:pt x="55372" y="378841"/>
                  </a:lnTo>
                  <a:lnTo>
                    <a:pt x="61544" y="349351"/>
                  </a:lnTo>
                  <a:lnTo>
                    <a:pt x="78206" y="325208"/>
                  </a:lnTo>
                  <a:lnTo>
                    <a:pt x="102565" y="308889"/>
                  </a:lnTo>
                  <a:lnTo>
                    <a:pt x="131826" y="302895"/>
                  </a:lnTo>
                  <a:lnTo>
                    <a:pt x="161556" y="308889"/>
                  </a:lnTo>
                  <a:lnTo>
                    <a:pt x="185864" y="325208"/>
                  </a:lnTo>
                  <a:lnTo>
                    <a:pt x="202260" y="349351"/>
                  </a:lnTo>
                  <a:lnTo>
                    <a:pt x="208280" y="378841"/>
                  </a:lnTo>
                  <a:lnTo>
                    <a:pt x="208280" y="275361"/>
                  </a:lnTo>
                  <a:lnTo>
                    <a:pt x="182791" y="258191"/>
                  </a:lnTo>
                  <a:lnTo>
                    <a:pt x="152908" y="252095"/>
                  </a:lnTo>
                  <a:lnTo>
                    <a:pt x="152908" y="187032"/>
                  </a:lnTo>
                  <a:lnTo>
                    <a:pt x="162242" y="185127"/>
                  </a:lnTo>
                  <a:lnTo>
                    <a:pt x="192938" y="164592"/>
                  </a:lnTo>
                  <a:lnTo>
                    <a:pt x="211455" y="137668"/>
                  </a:lnTo>
                  <a:lnTo>
                    <a:pt x="213868" y="134162"/>
                  </a:lnTo>
                  <a:lnTo>
                    <a:pt x="221615" y="96901"/>
                  </a:lnTo>
                  <a:lnTo>
                    <a:pt x="214185" y="58991"/>
                  </a:lnTo>
                  <a:lnTo>
                    <a:pt x="211543" y="54991"/>
                  </a:lnTo>
                  <a:lnTo>
                    <a:pt x="193802" y="28219"/>
                  </a:lnTo>
                  <a:lnTo>
                    <a:pt x="166243" y="9613"/>
                  </a:lnTo>
                  <a:lnTo>
                    <a:pt x="166243" y="96901"/>
                  </a:lnTo>
                  <a:lnTo>
                    <a:pt x="163093" y="113030"/>
                  </a:lnTo>
                  <a:lnTo>
                    <a:pt x="154444" y="125958"/>
                  </a:lnTo>
                  <a:lnTo>
                    <a:pt x="141427" y="134556"/>
                  </a:lnTo>
                  <a:lnTo>
                    <a:pt x="125222" y="137668"/>
                  </a:lnTo>
                  <a:lnTo>
                    <a:pt x="108356" y="134556"/>
                  </a:lnTo>
                  <a:lnTo>
                    <a:pt x="95059" y="125958"/>
                  </a:lnTo>
                  <a:lnTo>
                    <a:pt x="86321" y="113030"/>
                  </a:lnTo>
                  <a:lnTo>
                    <a:pt x="83185" y="96901"/>
                  </a:lnTo>
                  <a:lnTo>
                    <a:pt x="86321" y="80124"/>
                  </a:lnTo>
                  <a:lnTo>
                    <a:pt x="95059" y="66852"/>
                  </a:lnTo>
                  <a:lnTo>
                    <a:pt x="108356" y="58140"/>
                  </a:lnTo>
                  <a:lnTo>
                    <a:pt x="125222" y="54991"/>
                  </a:lnTo>
                  <a:lnTo>
                    <a:pt x="140944" y="58140"/>
                  </a:lnTo>
                  <a:lnTo>
                    <a:pt x="154012" y="66852"/>
                  </a:lnTo>
                  <a:lnTo>
                    <a:pt x="162941" y="80124"/>
                  </a:lnTo>
                  <a:lnTo>
                    <a:pt x="166243" y="96901"/>
                  </a:lnTo>
                  <a:lnTo>
                    <a:pt x="166243" y="9613"/>
                  </a:lnTo>
                  <a:lnTo>
                    <a:pt x="163207" y="7556"/>
                  </a:lnTo>
                  <a:lnTo>
                    <a:pt x="125222" y="0"/>
                  </a:lnTo>
                  <a:lnTo>
                    <a:pt x="87096" y="7556"/>
                  </a:lnTo>
                  <a:lnTo>
                    <a:pt x="56108" y="28219"/>
                  </a:lnTo>
                  <a:lnTo>
                    <a:pt x="35293" y="58991"/>
                  </a:lnTo>
                  <a:lnTo>
                    <a:pt x="27686" y="96901"/>
                  </a:lnTo>
                  <a:lnTo>
                    <a:pt x="35293" y="134162"/>
                  </a:lnTo>
                  <a:lnTo>
                    <a:pt x="56108" y="164592"/>
                  </a:lnTo>
                  <a:lnTo>
                    <a:pt x="87096" y="185127"/>
                  </a:lnTo>
                  <a:lnTo>
                    <a:pt x="97536" y="187198"/>
                  </a:lnTo>
                  <a:lnTo>
                    <a:pt x="97536" y="254787"/>
                  </a:lnTo>
                  <a:lnTo>
                    <a:pt x="80848" y="258191"/>
                  </a:lnTo>
                  <a:lnTo>
                    <a:pt x="38900" y="286448"/>
                  </a:lnTo>
                  <a:lnTo>
                    <a:pt x="10464" y="328155"/>
                  </a:lnTo>
                  <a:lnTo>
                    <a:pt x="0" y="378841"/>
                  </a:lnTo>
                  <a:lnTo>
                    <a:pt x="10464" y="429564"/>
                  </a:lnTo>
                  <a:lnTo>
                    <a:pt x="38900" y="471297"/>
                  </a:lnTo>
                  <a:lnTo>
                    <a:pt x="80848" y="499618"/>
                  </a:lnTo>
                  <a:lnTo>
                    <a:pt x="97536" y="503034"/>
                  </a:lnTo>
                  <a:lnTo>
                    <a:pt x="97536" y="556298"/>
                  </a:lnTo>
                  <a:lnTo>
                    <a:pt x="87096" y="558355"/>
                  </a:lnTo>
                  <a:lnTo>
                    <a:pt x="56108" y="579018"/>
                  </a:lnTo>
                  <a:lnTo>
                    <a:pt x="35293" y="609790"/>
                  </a:lnTo>
                  <a:lnTo>
                    <a:pt x="27686" y="647700"/>
                  </a:lnTo>
                  <a:lnTo>
                    <a:pt x="35293" y="685025"/>
                  </a:lnTo>
                  <a:lnTo>
                    <a:pt x="56108" y="715505"/>
                  </a:lnTo>
                  <a:lnTo>
                    <a:pt x="87096" y="736053"/>
                  </a:lnTo>
                  <a:lnTo>
                    <a:pt x="125222" y="743585"/>
                  </a:lnTo>
                  <a:lnTo>
                    <a:pt x="162242" y="736053"/>
                  </a:lnTo>
                  <a:lnTo>
                    <a:pt x="192938" y="715505"/>
                  </a:lnTo>
                  <a:lnTo>
                    <a:pt x="211505" y="688467"/>
                  </a:lnTo>
                  <a:lnTo>
                    <a:pt x="213868" y="685025"/>
                  </a:lnTo>
                  <a:lnTo>
                    <a:pt x="221615" y="647700"/>
                  </a:lnTo>
                  <a:lnTo>
                    <a:pt x="214185" y="609790"/>
                  </a:lnTo>
                  <a:lnTo>
                    <a:pt x="211620" y="605917"/>
                  </a:lnTo>
                  <a:lnTo>
                    <a:pt x="193802" y="579018"/>
                  </a:lnTo>
                  <a:lnTo>
                    <a:pt x="166243" y="560412"/>
                  </a:lnTo>
                  <a:lnTo>
                    <a:pt x="166243" y="647700"/>
                  </a:lnTo>
                  <a:lnTo>
                    <a:pt x="163093" y="663829"/>
                  </a:lnTo>
                  <a:lnTo>
                    <a:pt x="154444" y="676757"/>
                  </a:lnTo>
                  <a:lnTo>
                    <a:pt x="141427" y="685355"/>
                  </a:lnTo>
                  <a:lnTo>
                    <a:pt x="125222" y="688467"/>
                  </a:lnTo>
                  <a:lnTo>
                    <a:pt x="108356" y="685355"/>
                  </a:lnTo>
                  <a:lnTo>
                    <a:pt x="95059" y="676757"/>
                  </a:lnTo>
                  <a:lnTo>
                    <a:pt x="86321" y="663829"/>
                  </a:lnTo>
                  <a:lnTo>
                    <a:pt x="83185" y="647700"/>
                  </a:lnTo>
                  <a:lnTo>
                    <a:pt x="86321" y="630999"/>
                  </a:lnTo>
                  <a:lnTo>
                    <a:pt x="95059" y="617766"/>
                  </a:lnTo>
                  <a:lnTo>
                    <a:pt x="108356" y="609053"/>
                  </a:lnTo>
                  <a:lnTo>
                    <a:pt x="125222" y="605917"/>
                  </a:lnTo>
                  <a:lnTo>
                    <a:pt x="140944" y="609053"/>
                  </a:lnTo>
                  <a:lnTo>
                    <a:pt x="154012" y="617766"/>
                  </a:lnTo>
                  <a:lnTo>
                    <a:pt x="162941" y="630999"/>
                  </a:lnTo>
                  <a:lnTo>
                    <a:pt x="166243" y="647700"/>
                  </a:lnTo>
                  <a:lnTo>
                    <a:pt x="166243" y="560412"/>
                  </a:lnTo>
                  <a:lnTo>
                    <a:pt x="163207" y="558355"/>
                  </a:lnTo>
                  <a:lnTo>
                    <a:pt x="152908" y="556310"/>
                  </a:lnTo>
                  <a:lnTo>
                    <a:pt x="152908" y="505726"/>
                  </a:lnTo>
                  <a:lnTo>
                    <a:pt x="182791" y="499618"/>
                  </a:lnTo>
                  <a:lnTo>
                    <a:pt x="224739" y="471297"/>
                  </a:lnTo>
                  <a:lnTo>
                    <a:pt x="229552" y="464235"/>
                  </a:lnTo>
                  <a:lnTo>
                    <a:pt x="285127" y="497243"/>
                  </a:lnTo>
                  <a:lnTo>
                    <a:pt x="282067" y="506247"/>
                  </a:lnTo>
                  <a:lnTo>
                    <a:pt x="284734" y="544195"/>
                  </a:lnTo>
                  <a:lnTo>
                    <a:pt x="298500" y="573328"/>
                  </a:lnTo>
                  <a:lnTo>
                    <a:pt x="320179" y="595541"/>
                  </a:lnTo>
                  <a:lnTo>
                    <a:pt x="347687" y="609714"/>
                  </a:lnTo>
                  <a:lnTo>
                    <a:pt x="378968" y="614680"/>
                  </a:lnTo>
                  <a:lnTo>
                    <a:pt x="386588" y="614680"/>
                  </a:lnTo>
                  <a:lnTo>
                    <a:pt x="395478" y="612394"/>
                  </a:lnTo>
                  <a:lnTo>
                    <a:pt x="403352" y="611378"/>
                  </a:lnTo>
                  <a:lnTo>
                    <a:pt x="450799" y="581634"/>
                  </a:lnTo>
                  <a:lnTo>
                    <a:pt x="474218" y="531114"/>
                  </a:lnTo>
                  <a:lnTo>
                    <a:pt x="474408" y="523163"/>
                  </a:lnTo>
                  <a:lnTo>
                    <a:pt x="474522" y="515010"/>
                  </a:lnTo>
                  <a:lnTo>
                    <a:pt x="474560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28257" y="6339077"/>
              <a:ext cx="207137" cy="440563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335395" y="6187058"/>
              <a:ext cx="474980" cy="743585"/>
            </a:xfrm>
            <a:custGeom>
              <a:avLst/>
              <a:gdLst/>
              <a:ahLst/>
              <a:cxnLst/>
              <a:rect l="l" t="t" r="r" b="b"/>
              <a:pathLst>
                <a:path w="474979" h="743584">
                  <a:moveTo>
                    <a:pt x="474560" y="512025"/>
                  </a:moveTo>
                  <a:lnTo>
                    <a:pt x="470789" y="493522"/>
                  </a:lnTo>
                  <a:lnTo>
                    <a:pt x="463169" y="476758"/>
                  </a:lnTo>
                  <a:lnTo>
                    <a:pt x="457403" y="464058"/>
                  </a:lnTo>
                  <a:lnTo>
                    <a:pt x="435648" y="441553"/>
                  </a:lnTo>
                  <a:lnTo>
                    <a:pt x="419773" y="433324"/>
                  </a:lnTo>
                  <a:lnTo>
                    <a:pt x="419773" y="515010"/>
                  </a:lnTo>
                  <a:lnTo>
                    <a:pt x="419455" y="523163"/>
                  </a:lnTo>
                  <a:lnTo>
                    <a:pt x="417779" y="530707"/>
                  </a:lnTo>
                  <a:lnTo>
                    <a:pt x="417690" y="531114"/>
                  </a:lnTo>
                  <a:lnTo>
                    <a:pt x="414401" y="538734"/>
                  </a:lnTo>
                  <a:lnTo>
                    <a:pt x="382778" y="558673"/>
                  </a:lnTo>
                  <a:lnTo>
                    <a:pt x="379095" y="558673"/>
                  </a:lnTo>
                  <a:lnTo>
                    <a:pt x="343623" y="541261"/>
                  </a:lnTo>
                  <a:lnTo>
                    <a:pt x="337197" y="515010"/>
                  </a:lnTo>
                  <a:lnTo>
                    <a:pt x="337197" y="512025"/>
                  </a:lnTo>
                  <a:lnTo>
                    <a:pt x="367792" y="478028"/>
                  </a:lnTo>
                  <a:lnTo>
                    <a:pt x="375031" y="476758"/>
                  </a:lnTo>
                  <a:lnTo>
                    <a:pt x="378587" y="476758"/>
                  </a:lnTo>
                  <a:lnTo>
                    <a:pt x="412635" y="494284"/>
                  </a:lnTo>
                  <a:lnTo>
                    <a:pt x="419773" y="515010"/>
                  </a:lnTo>
                  <a:lnTo>
                    <a:pt x="419773" y="433324"/>
                  </a:lnTo>
                  <a:lnTo>
                    <a:pt x="407974" y="427202"/>
                  </a:lnTo>
                  <a:lnTo>
                    <a:pt x="376809" y="422148"/>
                  </a:lnTo>
                  <a:lnTo>
                    <a:pt x="368681" y="422148"/>
                  </a:lnTo>
                  <a:lnTo>
                    <a:pt x="360426" y="423164"/>
                  </a:lnTo>
                  <a:lnTo>
                    <a:pt x="352298" y="425196"/>
                  </a:lnTo>
                  <a:lnTo>
                    <a:pt x="318236" y="442722"/>
                  </a:lnTo>
                  <a:lnTo>
                    <a:pt x="312458" y="449491"/>
                  </a:lnTo>
                  <a:lnTo>
                    <a:pt x="255943" y="416128"/>
                  </a:lnTo>
                  <a:lnTo>
                    <a:pt x="263652" y="378841"/>
                  </a:lnTo>
                  <a:lnTo>
                    <a:pt x="255524" y="339585"/>
                  </a:lnTo>
                  <a:lnTo>
                    <a:pt x="311480" y="299250"/>
                  </a:lnTo>
                  <a:lnTo>
                    <a:pt x="352298" y="322707"/>
                  </a:lnTo>
                  <a:lnTo>
                    <a:pt x="368935" y="324993"/>
                  </a:lnTo>
                  <a:lnTo>
                    <a:pt x="376682" y="324993"/>
                  </a:lnTo>
                  <a:lnTo>
                    <a:pt x="425450" y="312801"/>
                  </a:lnTo>
                  <a:lnTo>
                    <a:pt x="464185" y="272376"/>
                  </a:lnTo>
                  <a:lnTo>
                    <a:pt x="465137" y="269748"/>
                  </a:lnTo>
                  <a:lnTo>
                    <a:pt x="470789" y="254381"/>
                  </a:lnTo>
                  <a:lnTo>
                    <a:pt x="474395" y="235889"/>
                  </a:lnTo>
                  <a:lnTo>
                    <a:pt x="473900" y="218059"/>
                  </a:lnTo>
                  <a:lnTo>
                    <a:pt x="473875" y="217208"/>
                  </a:lnTo>
                  <a:lnTo>
                    <a:pt x="469620" y="198945"/>
                  </a:lnTo>
                  <a:lnTo>
                    <a:pt x="464426" y="187198"/>
                  </a:lnTo>
                  <a:lnTo>
                    <a:pt x="462026" y="181737"/>
                  </a:lnTo>
                  <a:lnTo>
                    <a:pt x="450634" y="165862"/>
                  </a:lnTo>
                  <a:lnTo>
                    <a:pt x="436778" y="152946"/>
                  </a:lnTo>
                  <a:lnTo>
                    <a:pt x="420878" y="143129"/>
                  </a:lnTo>
                  <a:lnTo>
                    <a:pt x="418198" y="142125"/>
                  </a:lnTo>
                  <a:lnTo>
                    <a:pt x="418198" y="231838"/>
                  </a:lnTo>
                  <a:lnTo>
                    <a:pt x="416560" y="240030"/>
                  </a:lnTo>
                  <a:lnTo>
                    <a:pt x="383540" y="269748"/>
                  </a:lnTo>
                  <a:lnTo>
                    <a:pt x="372618" y="269748"/>
                  </a:lnTo>
                  <a:lnTo>
                    <a:pt x="337870" y="241909"/>
                  </a:lnTo>
                  <a:lnTo>
                    <a:pt x="335737" y="226301"/>
                  </a:lnTo>
                  <a:lnTo>
                    <a:pt x="336804" y="218059"/>
                  </a:lnTo>
                  <a:lnTo>
                    <a:pt x="363347" y="188341"/>
                  </a:lnTo>
                  <a:lnTo>
                    <a:pt x="369951" y="187198"/>
                  </a:lnTo>
                  <a:lnTo>
                    <a:pt x="384429" y="187198"/>
                  </a:lnTo>
                  <a:lnTo>
                    <a:pt x="416534" y="215785"/>
                  </a:lnTo>
                  <a:lnTo>
                    <a:pt x="418198" y="231838"/>
                  </a:lnTo>
                  <a:lnTo>
                    <a:pt x="418198" y="142125"/>
                  </a:lnTo>
                  <a:lnTo>
                    <a:pt x="403390" y="136550"/>
                  </a:lnTo>
                  <a:lnTo>
                    <a:pt x="395097" y="134366"/>
                  </a:lnTo>
                  <a:lnTo>
                    <a:pt x="386715" y="133223"/>
                  </a:lnTo>
                  <a:lnTo>
                    <a:pt x="378333" y="133223"/>
                  </a:lnTo>
                  <a:lnTo>
                    <a:pt x="330200" y="146431"/>
                  </a:lnTo>
                  <a:lnTo>
                    <a:pt x="291350" y="186245"/>
                  </a:lnTo>
                  <a:lnTo>
                    <a:pt x="281139" y="222694"/>
                  </a:lnTo>
                  <a:lnTo>
                    <a:pt x="281406" y="231838"/>
                  </a:lnTo>
                  <a:lnTo>
                    <a:pt x="281533" y="235889"/>
                  </a:lnTo>
                  <a:lnTo>
                    <a:pt x="281660" y="240030"/>
                  </a:lnTo>
                  <a:lnTo>
                    <a:pt x="281698" y="241338"/>
                  </a:lnTo>
                  <a:lnTo>
                    <a:pt x="284010" y="251104"/>
                  </a:lnTo>
                  <a:lnTo>
                    <a:pt x="228104" y="291388"/>
                  </a:lnTo>
                  <a:lnTo>
                    <a:pt x="224739" y="286448"/>
                  </a:lnTo>
                  <a:lnTo>
                    <a:pt x="208280" y="275361"/>
                  </a:lnTo>
                  <a:lnTo>
                    <a:pt x="208280" y="378841"/>
                  </a:lnTo>
                  <a:lnTo>
                    <a:pt x="202260" y="407987"/>
                  </a:lnTo>
                  <a:lnTo>
                    <a:pt x="185851" y="432219"/>
                  </a:lnTo>
                  <a:lnTo>
                    <a:pt x="161556" y="448779"/>
                  </a:lnTo>
                  <a:lnTo>
                    <a:pt x="131826" y="454914"/>
                  </a:lnTo>
                  <a:lnTo>
                    <a:pt x="102565" y="448779"/>
                  </a:lnTo>
                  <a:lnTo>
                    <a:pt x="78206" y="432219"/>
                  </a:lnTo>
                  <a:lnTo>
                    <a:pt x="61544" y="407987"/>
                  </a:lnTo>
                  <a:lnTo>
                    <a:pt x="55372" y="378841"/>
                  </a:lnTo>
                  <a:lnTo>
                    <a:pt x="61544" y="349351"/>
                  </a:lnTo>
                  <a:lnTo>
                    <a:pt x="78206" y="325208"/>
                  </a:lnTo>
                  <a:lnTo>
                    <a:pt x="102565" y="308889"/>
                  </a:lnTo>
                  <a:lnTo>
                    <a:pt x="131826" y="302895"/>
                  </a:lnTo>
                  <a:lnTo>
                    <a:pt x="161556" y="308889"/>
                  </a:lnTo>
                  <a:lnTo>
                    <a:pt x="185864" y="325208"/>
                  </a:lnTo>
                  <a:lnTo>
                    <a:pt x="202260" y="349351"/>
                  </a:lnTo>
                  <a:lnTo>
                    <a:pt x="208280" y="378841"/>
                  </a:lnTo>
                  <a:lnTo>
                    <a:pt x="208280" y="275361"/>
                  </a:lnTo>
                  <a:lnTo>
                    <a:pt x="182791" y="258191"/>
                  </a:lnTo>
                  <a:lnTo>
                    <a:pt x="152908" y="252095"/>
                  </a:lnTo>
                  <a:lnTo>
                    <a:pt x="152908" y="187032"/>
                  </a:lnTo>
                  <a:lnTo>
                    <a:pt x="162242" y="185127"/>
                  </a:lnTo>
                  <a:lnTo>
                    <a:pt x="192938" y="164592"/>
                  </a:lnTo>
                  <a:lnTo>
                    <a:pt x="211455" y="137668"/>
                  </a:lnTo>
                  <a:lnTo>
                    <a:pt x="213868" y="134162"/>
                  </a:lnTo>
                  <a:lnTo>
                    <a:pt x="221602" y="96901"/>
                  </a:lnTo>
                  <a:lnTo>
                    <a:pt x="214185" y="58991"/>
                  </a:lnTo>
                  <a:lnTo>
                    <a:pt x="211543" y="54991"/>
                  </a:lnTo>
                  <a:lnTo>
                    <a:pt x="193802" y="28219"/>
                  </a:lnTo>
                  <a:lnTo>
                    <a:pt x="166243" y="9613"/>
                  </a:lnTo>
                  <a:lnTo>
                    <a:pt x="166243" y="96901"/>
                  </a:lnTo>
                  <a:lnTo>
                    <a:pt x="163093" y="113030"/>
                  </a:lnTo>
                  <a:lnTo>
                    <a:pt x="154444" y="125958"/>
                  </a:lnTo>
                  <a:lnTo>
                    <a:pt x="141427" y="134556"/>
                  </a:lnTo>
                  <a:lnTo>
                    <a:pt x="125222" y="137668"/>
                  </a:lnTo>
                  <a:lnTo>
                    <a:pt x="108356" y="134556"/>
                  </a:lnTo>
                  <a:lnTo>
                    <a:pt x="95059" y="125958"/>
                  </a:lnTo>
                  <a:lnTo>
                    <a:pt x="86321" y="113030"/>
                  </a:lnTo>
                  <a:lnTo>
                    <a:pt x="83185" y="96901"/>
                  </a:lnTo>
                  <a:lnTo>
                    <a:pt x="86321" y="80124"/>
                  </a:lnTo>
                  <a:lnTo>
                    <a:pt x="95059" y="66852"/>
                  </a:lnTo>
                  <a:lnTo>
                    <a:pt x="108356" y="58140"/>
                  </a:lnTo>
                  <a:lnTo>
                    <a:pt x="125222" y="54991"/>
                  </a:lnTo>
                  <a:lnTo>
                    <a:pt x="140944" y="58140"/>
                  </a:lnTo>
                  <a:lnTo>
                    <a:pt x="154012" y="66852"/>
                  </a:lnTo>
                  <a:lnTo>
                    <a:pt x="162928" y="80124"/>
                  </a:lnTo>
                  <a:lnTo>
                    <a:pt x="166243" y="96901"/>
                  </a:lnTo>
                  <a:lnTo>
                    <a:pt x="166243" y="9613"/>
                  </a:lnTo>
                  <a:lnTo>
                    <a:pt x="163207" y="7556"/>
                  </a:lnTo>
                  <a:lnTo>
                    <a:pt x="125222" y="0"/>
                  </a:lnTo>
                  <a:lnTo>
                    <a:pt x="87096" y="7556"/>
                  </a:lnTo>
                  <a:lnTo>
                    <a:pt x="56108" y="28219"/>
                  </a:lnTo>
                  <a:lnTo>
                    <a:pt x="35293" y="58991"/>
                  </a:lnTo>
                  <a:lnTo>
                    <a:pt x="27686" y="96901"/>
                  </a:lnTo>
                  <a:lnTo>
                    <a:pt x="35293" y="134162"/>
                  </a:lnTo>
                  <a:lnTo>
                    <a:pt x="56108" y="164592"/>
                  </a:lnTo>
                  <a:lnTo>
                    <a:pt x="87096" y="185127"/>
                  </a:lnTo>
                  <a:lnTo>
                    <a:pt x="97536" y="187198"/>
                  </a:lnTo>
                  <a:lnTo>
                    <a:pt x="97536" y="254787"/>
                  </a:lnTo>
                  <a:lnTo>
                    <a:pt x="80848" y="258191"/>
                  </a:lnTo>
                  <a:lnTo>
                    <a:pt x="38900" y="286448"/>
                  </a:lnTo>
                  <a:lnTo>
                    <a:pt x="10464" y="328155"/>
                  </a:lnTo>
                  <a:lnTo>
                    <a:pt x="0" y="378841"/>
                  </a:lnTo>
                  <a:lnTo>
                    <a:pt x="10464" y="429564"/>
                  </a:lnTo>
                  <a:lnTo>
                    <a:pt x="38900" y="471297"/>
                  </a:lnTo>
                  <a:lnTo>
                    <a:pt x="80848" y="499618"/>
                  </a:lnTo>
                  <a:lnTo>
                    <a:pt x="97536" y="503034"/>
                  </a:lnTo>
                  <a:lnTo>
                    <a:pt x="97536" y="556298"/>
                  </a:lnTo>
                  <a:lnTo>
                    <a:pt x="87096" y="558355"/>
                  </a:lnTo>
                  <a:lnTo>
                    <a:pt x="56108" y="579018"/>
                  </a:lnTo>
                  <a:lnTo>
                    <a:pt x="35293" y="609790"/>
                  </a:lnTo>
                  <a:lnTo>
                    <a:pt x="27686" y="647700"/>
                  </a:lnTo>
                  <a:lnTo>
                    <a:pt x="35293" y="685025"/>
                  </a:lnTo>
                  <a:lnTo>
                    <a:pt x="56108" y="715505"/>
                  </a:lnTo>
                  <a:lnTo>
                    <a:pt x="87096" y="736053"/>
                  </a:lnTo>
                  <a:lnTo>
                    <a:pt x="125222" y="743585"/>
                  </a:lnTo>
                  <a:lnTo>
                    <a:pt x="162242" y="736053"/>
                  </a:lnTo>
                  <a:lnTo>
                    <a:pt x="192938" y="715505"/>
                  </a:lnTo>
                  <a:lnTo>
                    <a:pt x="211505" y="688467"/>
                  </a:lnTo>
                  <a:lnTo>
                    <a:pt x="213868" y="685025"/>
                  </a:lnTo>
                  <a:lnTo>
                    <a:pt x="221602" y="647700"/>
                  </a:lnTo>
                  <a:lnTo>
                    <a:pt x="214185" y="609790"/>
                  </a:lnTo>
                  <a:lnTo>
                    <a:pt x="211620" y="605917"/>
                  </a:lnTo>
                  <a:lnTo>
                    <a:pt x="193802" y="579018"/>
                  </a:lnTo>
                  <a:lnTo>
                    <a:pt x="166243" y="560412"/>
                  </a:lnTo>
                  <a:lnTo>
                    <a:pt x="166243" y="647700"/>
                  </a:lnTo>
                  <a:lnTo>
                    <a:pt x="163093" y="663829"/>
                  </a:lnTo>
                  <a:lnTo>
                    <a:pt x="154444" y="676757"/>
                  </a:lnTo>
                  <a:lnTo>
                    <a:pt x="141427" y="685355"/>
                  </a:lnTo>
                  <a:lnTo>
                    <a:pt x="125222" y="688467"/>
                  </a:lnTo>
                  <a:lnTo>
                    <a:pt x="108356" y="685355"/>
                  </a:lnTo>
                  <a:lnTo>
                    <a:pt x="95059" y="676757"/>
                  </a:lnTo>
                  <a:lnTo>
                    <a:pt x="86321" y="663829"/>
                  </a:lnTo>
                  <a:lnTo>
                    <a:pt x="83185" y="647700"/>
                  </a:lnTo>
                  <a:lnTo>
                    <a:pt x="86321" y="630999"/>
                  </a:lnTo>
                  <a:lnTo>
                    <a:pt x="95059" y="617766"/>
                  </a:lnTo>
                  <a:lnTo>
                    <a:pt x="108356" y="609053"/>
                  </a:lnTo>
                  <a:lnTo>
                    <a:pt x="125222" y="605917"/>
                  </a:lnTo>
                  <a:lnTo>
                    <a:pt x="140944" y="609053"/>
                  </a:lnTo>
                  <a:lnTo>
                    <a:pt x="154012" y="617766"/>
                  </a:lnTo>
                  <a:lnTo>
                    <a:pt x="162928" y="630999"/>
                  </a:lnTo>
                  <a:lnTo>
                    <a:pt x="166243" y="647700"/>
                  </a:lnTo>
                  <a:lnTo>
                    <a:pt x="166243" y="560412"/>
                  </a:lnTo>
                  <a:lnTo>
                    <a:pt x="163207" y="558355"/>
                  </a:lnTo>
                  <a:lnTo>
                    <a:pt x="152908" y="556310"/>
                  </a:lnTo>
                  <a:lnTo>
                    <a:pt x="152908" y="505726"/>
                  </a:lnTo>
                  <a:lnTo>
                    <a:pt x="182791" y="499618"/>
                  </a:lnTo>
                  <a:lnTo>
                    <a:pt x="224739" y="471297"/>
                  </a:lnTo>
                  <a:lnTo>
                    <a:pt x="229552" y="464235"/>
                  </a:lnTo>
                  <a:lnTo>
                    <a:pt x="285127" y="497243"/>
                  </a:lnTo>
                  <a:lnTo>
                    <a:pt x="282067" y="506247"/>
                  </a:lnTo>
                  <a:lnTo>
                    <a:pt x="284734" y="544195"/>
                  </a:lnTo>
                  <a:lnTo>
                    <a:pt x="298500" y="573328"/>
                  </a:lnTo>
                  <a:lnTo>
                    <a:pt x="320179" y="595541"/>
                  </a:lnTo>
                  <a:lnTo>
                    <a:pt x="347687" y="609714"/>
                  </a:lnTo>
                  <a:lnTo>
                    <a:pt x="378968" y="614680"/>
                  </a:lnTo>
                  <a:lnTo>
                    <a:pt x="386588" y="614680"/>
                  </a:lnTo>
                  <a:lnTo>
                    <a:pt x="395478" y="612394"/>
                  </a:lnTo>
                  <a:lnTo>
                    <a:pt x="403352" y="611378"/>
                  </a:lnTo>
                  <a:lnTo>
                    <a:pt x="450799" y="581634"/>
                  </a:lnTo>
                  <a:lnTo>
                    <a:pt x="474218" y="531114"/>
                  </a:lnTo>
                  <a:lnTo>
                    <a:pt x="474408" y="523163"/>
                  </a:lnTo>
                  <a:lnTo>
                    <a:pt x="474522" y="515010"/>
                  </a:lnTo>
                  <a:lnTo>
                    <a:pt x="474560" y="512025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7162800" y="5844286"/>
              <a:ext cx="3917315" cy="0"/>
            </a:xfrm>
            <a:custGeom>
              <a:avLst/>
              <a:gdLst/>
              <a:ahLst/>
              <a:cxnLst/>
              <a:rect l="l" t="t" r="r" b="b"/>
              <a:pathLst>
                <a:path w="3917315">
                  <a:moveTo>
                    <a:pt x="0" y="0"/>
                  </a:moveTo>
                  <a:lnTo>
                    <a:pt x="953389" y="0"/>
                  </a:lnTo>
                </a:path>
                <a:path w="3917315">
                  <a:moveTo>
                    <a:pt x="2976245" y="0"/>
                  </a:moveTo>
                  <a:lnTo>
                    <a:pt x="3916806" y="0"/>
                  </a:lnTo>
                </a:path>
              </a:pathLst>
            </a:custGeom>
            <a:ln w="76707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11580749" y="5806059"/>
              <a:ext cx="1010285" cy="1624330"/>
            </a:xfrm>
            <a:custGeom>
              <a:avLst/>
              <a:gdLst/>
              <a:ahLst/>
              <a:cxnLst/>
              <a:rect l="l" t="t" r="r" b="b"/>
              <a:pathLst>
                <a:path w="1010284" h="1624329">
                  <a:moveTo>
                    <a:pt x="0" y="1386204"/>
                  </a:moveTo>
                  <a:lnTo>
                    <a:pt x="92836" y="1624329"/>
                  </a:lnTo>
                  <a:lnTo>
                    <a:pt x="208120" y="1438528"/>
                  </a:lnTo>
                  <a:lnTo>
                    <a:pt x="148208" y="1438528"/>
                  </a:lnTo>
                  <a:lnTo>
                    <a:pt x="72390" y="1430782"/>
                  </a:lnTo>
                  <a:lnTo>
                    <a:pt x="76337" y="1393233"/>
                  </a:lnTo>
                  <a:lnTo>
                    <a:pt x="0" y="1386204"/>
                  </a:lnTo>
                  <a:close/>
                </a:path>
                <a:path w="1010284" h="1624329">
                  <a:moveTo>
                    <a:pt x="76337" y="1393233"/>
                  </a:moveTo>
                  <a:lnTo>
                    <a:pt x="72390" y="1430782"/>
                  </a:lnTo>
                  <a:lnTo>
                    <a:pt x="148208" y="1438528"/>
                  </a:lnTo>
                  <a:lnTo>
                    <a:pt x="151860" y="1400187"/>
                  </a:lnTo>
                  <a:lnTo>
                    <a:pt x="76337" y="1393233"/>
                  </a:lnTo>
                  <a:close/>
                </a:path>
                <a:path w="1010284" h="1624329">
                  <a:moveTo>
                    <a:pt x="151860" y="1400187"/>
                  </a:moveTo>
                  <a:lnTo>
                    <a:pt x="148208" y="1438528"/>
                  </a:lnTo>
                  <a:lnTo>
                    <a:pt x="208120" y="1438528"/>
                  </a:lnTo>
                  <a:lnTo>
                    <a:pt x="227583" y="1407159"/>
                  </a:lnTo>
                  <a:lnTo>
                    <a:pt x="151860" y="1400187"/>
                  </a:lnTo>
                  <a:close/>
                </a:path>
                <a:path w="1010284" h="1624329">
                  <a:moveTo>
                    <a:pt x="832643" y="76303"/>
                  </a:moveTo>
                  <a:lnTo>
                    <a:pt x="863980" y="108203"/>
                  </a:lnTo>
                  <a:lnTo>
                    <a:pt x="883666" y="145795"/>
                  </a:lnTo>
                  <a:lnTo>
                    <a:pt x="901826" y="194563"/>
                  </a:lnTo>
                  <a:lnTo>
                    <a:pt x="916685" y="251078"/>
                  </a:lnTo>
                  <a:lnTo>
                    <a:pt x="927480" y="313436"/>
                  </a:lnTo>
                  <a:lnTo>
                    <a:pt x="933323" y="379221"/>
                  </a:lnTo>
                  <a:lnTo>
                    <a:pt x="934084" y="412623"/>
                  </a:lnTo>
                  <a:lnTo>
                    <a:pt x="933450" y="427736"/>
                  </a:lnTo>
                  <a:lnTo>
                    <a:pt x="925322" y="472186"/>
                  </a:lnTo>
                  <a:lnTo>
                    <a:pt x="908176" y="516763"/>
                  </a:lnTo>
                  <a:lnTo>
                    <a:pt x="882650" y="560196"/>
                  </a:lnTo>
                  <a:lnTo>
                    <a:pt x="849376" y="601852"/>
                  </a:lnTo>
                  <a:lnTo>
                    <a:pt x="809498" y="640206"/>
                  </a:lnTo>
                  <a:lnTo>
                    <a:pt x="764158" y="673988"/>
                  </a:lnTo>
                  <a:lnTo>
                    <a:pt x="731393" y="693674"/>
                  </a:lnTo>
                  <a:lnTo>
                    <a:pt x="696849" y="710691"/>
                  </a:lnTo>
                  <a:lnTo>
                    <a:pt x="661161" y="724915"/>
                  </a:lnTo>
                  <a:lnTo>
                    <a:pt x="624585" y="735711"/>
                  </a:lnTo>
                  <a:lnTo>
                    <a:pt x="568959" y="745489"/>
                  </a:lnTo>
                  <a:lnTo>
                    <a:pt x="521207" y="747649"/>
                  </a:lnTo>
                  <a:lnTo>
                    <a:pt x="508507" y="748791"/>
                  </a:lnTo>
                  <a:lnTo>
                    <a:pt x="459419" y="759840"/>
                  </a:lnTo>
                  <a:lnTo>
                    <a:pt x="413130" y="780668"/>
                  </a:lnTo>
                  <a:lnTo>
                    <a:pt x="368300" y="810387"/>
                  </a:lnTo>
                  <a:lnTo>
                    <a:pt x="325881" y="847978"/>
                  </a:lnTo>
                  <a:lnTo>
                    <a:pt x="285876" y="892301"/>
                  </a:lnTo>
                  <a:lnTo>
                    <a:pt x="248411" y="942975"/>
                  </a:lnTo>
                  <a:lnTo>
                    <a:pt x="213359" y="999236"/>
                  </a:lnTo>
                  <a:lnTo>
                    <a:pt x="181228" y="1060577"/>
                  </a:lnTo>
                  <a:lnTo>
                    <a:pt x="152019" y="1126363"/>
                  </a:lnTo>
                  <a:lnTo>
                    <a:pt x="126110" y="1196086"/>
                  </a:lnTo>
                  <a:lnTo>
                    <a:pt x="103631" y="1269110"/>
                  </a:lnTo>
                  <a:lnTo>
                    <a:pt x="93852" y="1306576"/>
                  </a:lnTo>
                  <a:lnTo>
                    <a:pt x="85090" y="1344929"/>
                  </a:lnTo>
                  <a:lnTo>
                    <a:pt x="77343" y="1383664"/>
                  </a:lnTo>
                  <a:lnTo>
                    <a:pt x="76337" y="1393233"/>
                  </a:lnTo>
                  <a:lnTo>
                    <a:pt x="151860" y="1400187"/>
                  </a:lnTo>
                  <a:lnTo>
                    <a:pt x="152019" y="1398523"/>
                  </a:lnTo>
                  <a:lnTo>
                    <a:pt x="159384" y="1361820"/>
                  </a:lnTo>
                  <a:lnTo>
                    <a:pt x="176783" y="1290446"/>
                  </a:lnTo>
                  <a:lnTo>
                    <a:pt x="197866" y="1221613"/>
                  </a:lnTo>
                  <a:lnTo>
                    <a:pt x="222250" y="1156080"/>
                  </a:lnTo>
                  <a:lnTo>
                    <a:pt x="249300" y="1094739"/>
                  </a:lnTo>
                  <a:lnTo>
                    <a:pt x="278892" y="1038225"/>
                  </a:lnTo>
                  <a:lnTo>
                    <a:pt x="310642" y="986916"/>
                  </a:lnTo>
                  <a:lnTo>
                    <a:pt x="343789" y="941831"/>
                  </a:lnTo>
                  <a:lnTo>
                    <a:pt x="378205" y="903351"/>
                  </a:lnTo>
                  <a:lnTo>
                    <a:pt x="413003" y="872108"/>
                  </a:lnTo>
                  <a:lnTo>
                    <a:pt x="447675" y="848487"/>
                  </a:lnTo>
                  <a:lnTo>
                    <a:pt x="490727" y="829817"/>
                  </a:lnTo>
                  <a:lnTo>
                    <a:pt x="556132" y="822832"/>
                  </a:lnTo>
                  <a:lnTo>
                    <a:pt x="578484" y="821054"/>
                  </a:lnTo>
                  <a:lnTo>
                    <a:pt x="622934" y="814196"/>
                  </a:lnTo>
                  <a:lnTo>
                    <a:pt x="666369" y="803275"/>
                  </a:lnTo>
                  <a:lnTo>
                    <a:pt x="708786" y="788415"/>
                  </a:lnTo>
                  <a:lnTo>
                    <a:pt x="749553" y="770127"/>
                  </a:lnTo>
                  <a:lnTo>
                    <a:pt x="788449" y="748791"/>
                  </a:lnTo>
                  <a:lnTo>
                    <a:pt x="825500" y="724280"/>
                  </a:lnTo>
                  <a:lnTo>
                    <a:pt x="860171" y="697102"/>
                  </a:lnTo>
                  <a:lnTo>
                    <a:pt x="891921" y="667638"/>
                  </a:lnTo>
                  <a:lnTo>
                    <a:pt x="920750" y="635888"/>
                  </a:lnTo>
                  <a:lnTo>
                    <a:pt x="946276" y="602106"/>
                  </a:lnTo>
                  <a:lnTo>
                    <a:pt x="968121" y="566419"/>
                  </a:lnTo>
                  <a:lnTo>
                    <a:pt x="986027" y="529081"/>
                  </a:lnTo>
                  <a:lnTo>
                    <a:pt x="999235" y="490474"/>
                  </a:lnTo>
                  <a:lnTo>
                    <a:pt x="1007618" y="450595"/>
                  </a:lnTo>
                  <a:lnTo>
                    <a:pt x="1010212" y="412623"/>
                  </a:lnTo>
                  <a:lnTo>
                    <a:pt x="1010284" y="410717"/>
                  </a:lnTo>
                  <a:lnTo>
                    <a:pt x="1006855" y="337692"/>
                  </a:lnTo>
                  <a:lnTo>
                    <a:pt x="997584" y="266953"/>
                  </a:lnTo>
                  <a:lnTo>
                    <a:pt x="982979" y="200787"/>
                  </a:lnTo>
                  <a:lnTo>
                    <a:pt x="963929" y="140842"/>
                  </a:lnTo>
                  <a:lnTo>
                    <a:pt x="946971" y="101091"/>
                  </a:lnTo>
                  <a:lnTo>
                    <a:pt x="934084" y="76707"/>
                  </a:lnTo>
                  <a:lnTo>
                    <a:pt x="836853" y="76707"/>
                  </a:lnTo>
                  <a:lnTo>
                    <a:pt x="832643" y="76303"/>
                  </a:lnTo>
                  <a:close/>
                </a:path>
                <a:path w="1010284" h="1624329">
                  <a:moveTo>
                    <a:pt x="829691" y="75564"/>
                  </a:moveTo>
                  <a:lnTo>
                    <a:pt x="832643" y="76303"/>
                  </a:lnTo>
                  <a:lnTo>
                    <a:pt x="836853" y="76707"/>
                  </a:lnTo>
                  <a:lnTo>
                    <a:pt x="836263" y="76707"/>
                  </a:lnTo>
                  <a:lnTo>
                    <a:pt x="829691" y="75564"/>
                  </a:lnTo>
                  <a:close/>
                </a:path>
                <a:path w="1010284" h="1624329">
                  <a:moveTo>
                    <a:pt x="933372" y="75564"/>
                  </a:moveTo>
                  <a:lnTo>
                    <a:pt x="829691" y="75564"/>
                  </a:lnTo>
                  <a:lnTo>
                    <a:pt x="836263" y="76707"/>
                  </a:lnTo>
                  <a:lnTo>
                    <a:pt x="934084" y="76707"/>
                  </a:lnTo>
                  <a:lnTo>
                    <a:pt x="933372" y="75564"/>
                  </a:lnTo>
                  <a:close/>
                </a:path>
                <a:path w="1010284" h="1624329">
                  <a:moveTo>
                    <a:pt x="835532" y="0"/>
                  </a:moveTo>
                  <a:lnTo>
                    <a:pt x="828962" y="75564"/>
                  </a:lnTo>
                  <a:lnTo>
                    <a:pt x="828928" y="75945"/>
                  </a:lnTo>
                  <a:lnTo>
                    <a:pt x="832643" y="76303"/>
                  </a:lnTo>
                  <a:lnTo>
                    <a:pt x="829691" y="75564"/>
                  </a:lnTo>
                  <a:lnTo>
                    <a:pt x="933372" y="75564"/>
                  </a:lnTo>
                  <a:lnTo>
                    <a:pt x="904367" y="35940"/>
                  </a:lnTo>
                  <a:lnTo>
                    <a:pt x="865885" y="7365"/>
                  </a:lnTo>
                  <a:lnTo>
                    <a:pt x="844042" y="762"/>
                  </a:lnTo>
                  <a:lnTo>
                    <a:pt x="843457" y="762"/>
                  </a:lnTo>
                  <a:lnTo>
                    <a:pt x="835532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752922" y="8575683"/>
              <a:ext cx="2138002" cy="1112337"/>
            </a:xfrm>
            <a:prstGeom prst="rect">
              <a:avLst/>
            </a:prstGeom>
          </p:spPr>
        </p:pic>
        <p:pic>
          <p:nvPicPr>
            <p:cNvPr id="102" name="object 10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817607" y="8619744"/>
              <a:ext cx="2010028" cy="1172210"/>
            </a:xfrm>
            <a:prstGeom prst="rect">
              <a:avLst/>
            </a:prstGeom>
          </p:spPr>
        </p:pic>
        <p:sp>
          <p:nvSpPr>
            <p:cNvPr id="103" name="object 103"/>
            <p:cNvSpPr/>
            <p:nvPr/>
          </p:nvSpPr>
          <p:spPr>
            <a:xfrm>
              <a:off x="9973817" y="8607805"/>
              <a:ext cx="1714500" cy="685800"/>
            </a:xfrm>
            <a:custGeom>
              <a:avLst/>
              <a:gdLst/>
              <a:ahLst/>
              <a:cxnLst/>
              <a:rect l="l" t="t" r="r" b="b"/>
              <a:pathLst>
                <a:path w="1714500" h="685800">
                  <a:moveTo>
                    <a:pt x="1600200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600200" y="685800"/>
                  </a:lnTo>
                  <a:lnTo>
                    <a:pt x="1644687" y="676816"/>
                  </a:lnTo>
                  <a:lnTo>
                    <a:pt x="1681019" y="652319"/>
                  </a:lnTo>
                  <a:lnTo>
                    <a:pt x="1705516" y="615987"/>
                  </a:lnTo>
                  <a:lnTo>
                    <a:pt x="1714500" y="571500"/>
                  </a:lnTo>
                  <a:lnTo>
                    <a:pt x="1714500" y="114300"/>
                  </a:lnTo>
                  <a:lnTo>
                    <a:pt x="1705516" y="69812"/>
                  </a:lnTo>
                  <a:lnTo>
                    <a:pt x="1681019" y="33480"/>
                  </a:lnTo>
                  <a:lnTo>
                    <a:pt x="1644687" y="8983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4" name="object 104"/>
          <p:cNvSpPr txBox="1"/>
          <p:nvPr/>
        </p:nvSpPr>
        <p:spPr>
          <a:xfrm>
            <a:off x="10271506" y="8785656"/>
            <a:ext cx="112141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spc="270" dirty="0">
                <a:solidFill>
                  <a:srgbClr val="173360"/>
                </a:solidFill>
                <a:latin typeface="Calibri"/>
                <a:cs typeface="Calibri"/>
              </a:rPr>
              <a:t>us-</a:t>
            </a:r>
            <a:r>
              <a:rPr sz="2250" b="1" spc="240" dirty="0">
                <a:solidFill>
                  <a:srgbClr val="173360"/>
                </a:solidFill>
                <a:latin typeface="Calibri"/>
                <a:cs typeface="Calibri"/>
              </a:rPr>
              <a:t>east</a:t>
            </a:r>
            <a:endParaRPr sz="2250">
              <a:latin typeface="Calibri"/>
              <a:cs typeface="Calibri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6378786" y="8575683"/>
            <a:ext cx="2138045" cy="1216660"/>
            <a:chOff x="6378786" y="8575683"/>
            <a:chExt cx="2138045" cy="1216660"/>
          </a:xfrm>
        </p:grpSpPr>
        <p:pic>
          <p:nvPicPr>
            <p:cNvPr id="106" name="object 10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8786" y="8575683"/>
              <a:ext cx="2138002" cy="1112337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97751" y="8619743"/>
              <a:ext cx="2101596" cy="1172210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6599681" y="8607805"/>
              <a:ext cx="1714500" cy="685800"/>
            </a:xfrm>
            <a:custGeom>
              <a:avLst/>
              <a:gdLst/>
              <a:ahLst/>
              <a:cxnLst/>
              <a:rect l="l" t="t" r="r" b="b"/>
              <a:pathLst>
                <a:path w="1714500" h="685800">
                  <a:moveTo>
                    <a:pt x="1600200" y="0"/>
                  </a:moveTo>
                  <a:lnTo>
                    <a:pt x="114300" y="0"/>
                  </a:lnTo>
                  <a:lnTo>
                    <a:pt x="69812" y="8983"/>
                  </a:lnTo>
                  <a:lnTo>
                    <a:pt x="33480" y="33480"/>
                  </a:lnTo>
                  <a:lnTo>
                    <a:pt x="8983" y="69812"/>
                  </a:lnTo>
                  <a:lnTo>
                    <a:pt x="0" y="114300"/>
                  </a:lnTo>
                  <a:lnTo>
                    <a:pt x="0" y="571500"/>
                  </a:lnTo>
                  <a:lnTo>
                    <a:pt x="8983" y="615987"/>
                  </a:lnTo>
                  <a:lnTo>
                    <a:pt x="33480" y="652319"/>
                  </a:lnTo>
                  <a:lnTo>
                    <a:pt x="69812" y="676816"/>
                  </a:lnTo>
                  <a:lnTo>
                    <a:pt x="114300" y="685800"/>
                  </a:lnTo>
                  <a:lnTo>
                    <a:pt x="1600200" y="685800"/>
                  </a:lnTo>
                  <a:lnTo>
                    <a:pt x="1644687" y="676816"/>
                  </a:lnTo>
                  <a:lnTo>
                    <a:pt x="1681019" y="652319"/>
                  </a:lnTo>
                  <a:lnTo>
                    <a:pt x="1705516" y="615987"/>
                  </a:lnTo>
                  <a:lnTo>
                    <a:pt x="1714500" y="571500"/>
                  </a:lnTo>
                  <a:lnTo>
                    <a:pt x="1714500" y="114300"/>
                  </a:lnTo>
                  <a:lnTo>
                    <a:pt x="1705516" y="69812"/>
                  </a:lnTo>
                  <a:lnTo>
                    <a:pt x="1681019" y="33480"/>
                  </a:lnTo>
                  <a:lnTo>
                    <a:pt x="1644687" y="8983"/>
                  </a:lnTo>
                  <a:lnTo>
                    <a:pt x="1600200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9" name="object 109"/>
          <p:cNvSpPr txBox="1"/>
          <p:nvPr/>
        </p:nvSpPr>
        <p:spPr>
          <a:xfrm>
            <a:off x="6851395" y="8785656"/>
            <a:ext cx="121221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b="1" spc="270" dirty="0">
                <a:solidFill>
                  <a:srgbClr val="173360"/>
                </a:solidFill>
                <a:latin typeface="Calibri"/>
                <a:cs typeface="Calibri"/>
              </a:rPr>
              <a:t>us-</a:t>
            </a:r>
            <a:r>
              <a:rPr sz="2250" b="1" spc="280" dirty="0">
                <a:solidFill>
                  <a:srgbClr val="173360"/>
                </a:solidFill>
                <a:latin typeface="Calibri"/>
                <a:cs typeface="Calibri"/>
              </a:rPr>
              <a:t>west</a:t>
            </a:r>
            <a:endParaRPr sz="2250">
              <a:latin typeface="Calibri"/>
              <a:cs typeface="Calibr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488186" y="5618429"/>
            <a:ext cx="13074650" cy="437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207260" algn="l"/>
                <a:tab pos="4401820" algn="l"/>
                <a:tab pos="9686925" algn="l"/>
                <a:tab pos="11897995" algn="l"/>
              </a:tabLst>
            </a:pPr>
            <a:r>
              <a:rPr sz="2700" spc="280" dirty="0">
                <a:solidFill>
                  <a:srgbClr val="173360"/>
                </a:solidFill>
                <a:latin typeface="Calibri"/>
                <a:cs typeface="Calibri"/>
              </a:rPr>
              <a:t>Broker</a:t>
            </a:r>
            <a:r>
              <a:rPr sz="2700" dirty="0">
                <a:solidFill>
                  <a:srgbClr val="173360"/>
                </a:solidFill>
                <a:latin typeface="Calibri"/>
                <a:cs typeface="Calibri"/>
              </a:rPr>
              <a:t>	</a:t>
            </a:r>
            <a:r>
              <a:rPr sz="2700" spc="280" dirty="0">
                <a:solidFill>
                  <a:srgbClr val="173360"/>
                </a:solidFill>
                <a:latin typeface="Calibri"/>
                <a:cs typeface="Calibri"/>
              </a:rPr>
              <a:t>Broker</a:t>
            </a:r>
            <a:r>
              <a:rPr sz="2700" dirty="0">
                <a:solidFill>
                  <a:srgbClr val="173360"/>
                </a:solidFill>
                <a:latin typeface="Calibri"/>
                <a:cs typeface="Calibri"/>
              </a:rPr>
              <a:t>	</a:t>
            </a:r>
            <a:r>
              <a:rPr sz="2700" spc="-1240" dirty="0">
                <a:solidFill>
                  <a:srgbClr val="173360"/>
                </a:solidFill>
                <a:latin typeface="Calibri"/>
                <a:cs typeface="Calibri"/>
              </a:rPr>
              <a:t>B</a:t>
            </a:r>
            <a:r>
              <a:rPr sz="2700" spc="45" dirty="0">
                <a:solidFill>
                  <a:srgbClr val="173360"/>
                </a:solidFill>
                <a:latin typeface="Calibri"/>
                <a:cs typeface="Calibri"/>
              </a:rPr>
              <a:t>B</a:t>
            </a:r>
            <a:r>
              <a:rPr sz="2700" spc="-695" dirty="0">
                <a:solidFill>
                  <a:srgbClr val="173360"/>
                </a:solidFill>
                <a:latin typeface="Calibri"/>
                <a:cs typeface="Calibri"/>
              </a:rPr>
              <a:t>r</a:t>
            </a:r>
            <a:r>
              <a:rPr sz="2700" spc="30" dirty="0">
                <a:solidFill>
                  <a:srgbClr val="173360"/>
                </a:solidFill>
                <a:latin typeface="Calibri"/>
                <a:cs typeface="Calibri"/>
              </a:rPr>
              <a:t>r</a:t>
            </a:r>
            <a:r>
              <a:rPr sz="2700" spc="-1195" dirty="0">
                <a:solidFill>
                  <a:srgbClr val="173360"/>
                </a:solidFill>
                <a:latin typeface="Calibri"/>
                <a:cs typeface="Calibri"/>
              </a:rPr>
              <a:t>o</a:t>
            </a:r>
            <a:r>
              <a:rPr sz="2700" spc="30" dirty="0">
                <a:solidFill>
                  <a:srgbClr val="173360"/>
                </a:solidFill>
                <a:latin typeface="Calibri"/>
                <a:cs typeface="Calibri"/>
              </a:rPr>
              <a:t>o</a:t>
            </a:r>
            <a:r>
              <a:rPr sz="2700" spc="-1005" dirty="0">
                <a:solidFill>
                  <a:srgbClr val="173360"/>
                </a:solidFill>
                <a:latin typeface="Calibri"/>
                <a:cs typeface="Calibri"/>
              </a:rPr>
              <a:t>k</a:t>
            </a:r>
            <a:r>
              <a:rPr sz="2700" spc="45" dirty="0">
                <a:solidFill>
                  <a:srgbClr val="173360"/>
                </a:solidFill>
                <a:latin typeface="Calibri"/>
                <a:cs typeface="Calibri"/>
              </a:rPr>
              <a:t>k</a:t>
            </a:r>
            <a:r>
              <a:rPr sz="2700" spc="-1105" dirty="0">
                <a:solidFill>
                  <a:srgbClr val="173360"/>
                </a:solidFill>
                <a:latin typeface="Calibri"/>
                <a:cs typeface="Calibri"/>
              </a:rPr>
              <a:t>e</a:t>
            </a:r>
            <a:r>
              <a:rPr sz="2700" spc="40" dirty="0">
                <a:solidFill>
                  <a:srgbClr val="173360"/>
                </a:solidFill>
                <a:latin typeface="Calibri"/>
                <a:cs typeface="Calibri"/>
              </a:rPr>
              <a:t>e</a:t>
            </a:r>
            <a:r>
              <a:rPr sz="2700" spc="-700" dirty="0">
                <a:solidFill>
                  <a:srgbClr val="173360"/>
                </a:solidFill>
                <a:latin typeface="Calibri"/>
                <a:cs typeface="Calibri"/>
              </a:rPr>
              <a:t>r</a:t>
            </a:r>
            <a:r>
              <a:rPr sz="2700" spc="140" dirty="0">
                <a:solidFill>
                  <a:srgbClr val="173360"/>
                </a:solidFill>
                <a:latin typeface="Calibri"/>
                <a:cs typeface="Calibri"/>
              </a:rPr>
              <a:t>r</a:t>
            </a:r>
            <a:r>
              <a:rPr sz="2700" dirty="0">
                <a:solidFill>
                  <a:srgbClr val="173360"/>
                </a:solidFill>
                <a:latin typeface="Calibri"/>
                <a:cs typeface="Calibri"/>
              </a:rPr>
              <a:t>	</a:t>
            </a:r>
            <a:r>
              <a:rPr sz="2700" spc="-1235" dirty="0">
                <a:solidFill>
                  <a:srgbClr val="173360"/>
                </a:solidFill>
                <a:latin typeface="Calibri"/>
                <a:cs typeface="Calibri"/>
              </a:rPr>
              <a:t>B</a:t>
            </a:r>
            <a:r>
              <a:rPr sz="2700" spc="55" dirty="0">
                <a:solidFill>
                  <a:srgbClr val="173360"/>
                </a:solidFill>
                <a:latin typeface="Calibri"/>
                <a:cs typeface="Calibri"/>
              </a:rPr>
              <a:t>B</a:t>
            </a:r>
            <a:r>
              <a:rPr sz="2700" spc="-690" dirty="0">
                <a:solidFill>
                  <a:srgbClr val="173360"/>
                </a:solidFill>
                <a:latin typeface="Calibri"/>
                <a:cs typeface="Calibri"/>
              </a:rPr>
              <a:t>r</a:t>
            </a:r>
            <a:r>
              <a:rPr sz="2700" spc="35" dirty="0">
                <a:solidFill>
                  <a:srgbClr val="173360"/>
                </a:solidFill>
                <a:latin typeface="Calibri"/>
                <a:cs typeface="Calibri"/>
              </a:rPr>
              <a:t>r</a:t>
            </a:r>
            <a:r>
              <a:rPr sz="2700" spc="-1190" dirty="0">
                <a:solidFill>
                  <a:srgbClr val="173360"/>
                </a:solidFill>
                <a:latin typeface="Calibri"/>
                <a:cs typeface="Calibri"/>
              </a:rPr>
              <a:t>o</a:t>
            </a:r>
            <a:r>
              <a:rPr sz="2700" spc="30" dirty="0">
                <a:solidFill>
                  <a:srgbClr val="173360"/>
                </a:solidFill>
                <a:latin typeface="Calibri"/>
                <a:cs typeface="Calibri"/>
              </a:rPr>
              <a:t>o</a:t>
            </a:r>
            <a:r>
              <a:rPr sz="2700" spc="-994" dirty="0">
                <a:solidFill>
                  <a:srgbClr val="173360"/>
                </a:solidFill>
                <a:latin typeface="Calibri"/>
                <a:cs typeface="Calibri"/>
              </a:rPr>
              <a:t>k</a:t>
            </a:r>
            <a:r>
              <a:rPr sz="2700" spc="45" dirty="0">
                <a:solidFill>
                  <a:srgbClr val="173360"/>
                </a:solidFill>
                <a:latin typeface="Calibri"/>
                <a:cs typeface="Calibri"/>
              </a:rPr>
              <a:t>k</a:t>
            </a:r>
            <a:r>
              <a:rPr sz="2700" spc="-1100" dirty="0">
                <a:solidFill>
                  <a:srgbClr val="173360"/>
                </a:solidFill>
                <a:latin typeface="Calibri"/>
                <a:cs typeface="Calibri"/>
              </a:rPr>
              <a:t>e</a:t>
            </a:r>
            <a:r>
              <a:rPr sz="2700" spc="35" dirty="0">
                <a:solidFill>
                  <a:srgbClr val="173360"/>
                </a:solidFill>
                <a:latin typeface="Calibri"/>
                <a:cs typeface="Calibri"/>
              </a:rPr>
              <a:t>e</a:t>
            </a:r>
            <a:r>
              <a:rPr sz="2700" spc="-690" dirty="0">
                <a:solidFill>
                  <a:srgbClr val="173360"/>
                </a:solidFill>
                <a:latin typeface="Calibri"/>
                <a:cs typeface="Calibri"/>
              </a:rPr>
              <a:t>r</a:t>
            </a:r>
            <a:r>
              <a:rPr sz="2700" spc="145" dirty="0">
                <a:solidFill>
                  <a:srgbClr val="173360"/>
                </a:solidFill>
                <a:latin typeface="Calibri"/>
                <a:cs typeface="Calibri"/>
              </a:rPr>
              <a:t>r</a:t>
            </a:r>
            <a:r>
              <a:rPr sz="2700" dirty="0">
                <a:solidFill>
                  <a:srgbClr val="173360"/>
                </a:solidFill>
                <a:latin typeface="Calibri"/>
                <a:cs typeface="Calibri"/>
              </a:rPr>
              <a:t>	</a:t>
            </a:r>
            <a:r>
              <a:rPr sz="2700" spc="280" dirty="0">
                <a:solidFill>
                  <a:srgbClr val="173360"/>
                </a:solidFill>
                <a:latin typeface="Calibri"/>
                <a:cs typeface="Calibri"/>
              </a:rPr>
              <a:t>Broker</a:t>
            </a:r>
            <a:endParaRPr sz="2700">
              <a:latin typeface="Calibri"/>
              <a:cs typeface="Calibri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5612638" y="5805932"/>
            <a:ext cx="8449310" cy="3675379"/>
            <a:chOff x="5612638" y="5805932"/>
            <a:chExt cx="8449310" cy="3675379"/>
          </a:xfrm>
        </p:grpSpPr>
        <p:sp>
          <p:nvSpPr>
            <p:cNvPr id="112" name="object 112"/>
            <p:cNvSpPr/>
            <p:nvPr/>
          </p:nvSpPr>
          <p:spPr>
            <a:xfrm>
              <a:off x="5650738" y="5844032"/>
              <a:ext cx="723265" cy="1586865"/>
            </a:xfrm>
            <a:custGeom>
              <a:avLst/>
              <a:gdLst/>
              <a:ahLst/>
              <a:cxnLst/>
              <a:rect l="l" t="t" r="r" b="b"/>
              <a:pathLst>
                <a:path w="723264" h="1586865">
                  <a:moveTo>
                    <a:pt x="178562" y="0"/>
                  </a:moveTo>
                  <a:lnTo>
                    <a:pt x="112996" y="25779"/>
                  </a:lnTo>
                  <a:lnTo>
                    <a:pt x="82829" y="55366"/>
                  </a:lnTo>
                  <a:lnTo>
                    <a:pt x="55800" y="93741"/>
                  </a:lnTo>
                  <a:lnTo>
                    <a:pt x="32957" y="139148"/>
                  </a:lnTo>
                  <a:lnTo>
                    <a:pt x="15345" y="189827"/>
                  </a:lnTo>
                  <a:lnTo>
                    <a:pt x="4010" y="244021"/>
                  </a:lnTo>
                  <a:lnTo>
                    <a:pt x="0" y="299973"/>
                  </a:lnTo>
                  <a:lnTo>
                    <a:pt x="4345" y="340798"/>
                  </a:lnTo>
                  <a:lnTo>
                    <a:pt x="16837" y="380941"/>
                  </a:lnTo>
                  <a:lnTo>
                    <a:pt x="36662" y="419726"/>
                  </a:lnTo>
                  <a:lnTo>
                    <a:pt x="63007" y="456478"/>
                  </a:lnTo>
                  <a:lnTo>
                    <a:pt x="95056" y="490522"/>
                  </a:lnTo>
                  <a:lnTo>
                    <a:pt x="131997" y="521181"/>
                  </a:lnTo>
                  <a:lnTo>
                    <a:pt x="173014" y="547781"/>
                  </a:lnTo>
                  <a:lnTo>
                    <a:pt x="217294" y="569646"/>
                  </a:lnTo>
                  <a:lnTo>
                    <a:pt x="264022" y="586100"/>
                  </a:lnTo>
                  <a:lnTo>
                    <a:pt x="312385" y="596468"/>
                  </a:lnTo>
                  <a:lnTo>
                    <a:pt x="361569" y="600075"/>
                  </a:lnTo>
                  <a:lnTo>
                    <a:pt x="384146" y="602607"/>
                  </a:lnTo>
                  <a:lnTo>
                    <a:pt x="428986" y="622227"/>
                  </a:lnTo>
                  <a:lnTo>
                    <a:pt x="472885" y="659826"/>
                  </a:lnTo>
                  <a:lnTo>
                    <a:pt x="515215" y="713692"/>
                  </a:lnTo>
                  <a:lnTo>
                    <a:pt x="535596" y="746190"/>
                  </a:lnTo>
                  <a:lnTo>
                    <a:pt x="555349" y="782113"/>
                  </a:lnTo>
                  <a:lnTo>
                    <a:pt x="574397" y="821246"/>
                  </a:lnTo>
                  <a:lnTo>
                    <a:pt x="592660" y="863376"/>
                  </a:lnTo>
                  <a:lnTo>
                    <a:pt x="610060" y="908288"/>
                  </a:lnTo>
                  <a:lnTo>
                    <a:pt x="626519" y="955768"/>
                  </a:lnTo>
                  <a:lnTo>
                    <a:pt x="641958" y="1005603"/>
                  </a:lnTo>
                  <a:lnTo>
                    <a:pt x="656299" y="1057578"/>
                  </a:lnTo>
                  <a:lnTo>
                    <a:pt x="669464" y="1111480"/>
                  </a:lnTo>
                  <a:lnTo>
                    <a:pt x="681373" y="1167094"/>
                  </a:lnTo>
                  <a:lnTo>
                    <a:pt x="691949" y="1224206"/>
                  </a:lnTo>
                  <a:lnTo>
                    <a:pt x="701113" y="1282602"/>
                  </a:lnTo>
                  <a:lnTo>
                    <a:pt x="708787" y="1342069"/>
                  </a:lnTo>
                  <a:lnTo>
                    <a:pt x="714892" y="1402392"/>
                  </a:lnTo>
                  <a:lnTo>
                    <a:pt x="719350" y="1463357"/>
                  </a:lnTo>
                  <a:lnTo>
                    <a:pt x="722082" y="1524750"/>
                  </a:lnTo>
                  <a:lnTo>
                    <a:pt x="723011" y="1586356"/>
                  </a:lnTo>
                </a:path>
              </a:pathLst>
            </a:custGeom>
            <a:ln w="76200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12813156" y="9211322"/>
              <a:ext cx="1234440" cy="255904"/>
            </a:xfrm>
            <a:custGeom>
              <a:avLst/>
              <a:gdLst/>
              <a:ahLst/>
              <a:cxnLst/>
              <a:rect l="l" t="t" r="r" b="b"/>
              <a:pathLst>
                <a:path w="1234440" h="255904">
                  <a:moveTo>
                    <a:pt x="1213612" y="0"/>
                  </a:moveTo>
                  <a:lnTo>
                    <a:pt x="20827" y="0"/>
                  </a:lnTo>
                  <a:lnTo>
                    <a:pt x="12751" y="1640"/>
                  </a:lnTo>
                  <a:lnTo>
                    <a:pt x="6127" y="6113"/>
                  </a:lnTo>
                  <a:lnTo>
                    <a:pt x="1647" y="12746"/>
                  </a:lnTo>
                  <a:lnTo>
                    <a:pt x="0" y="20866"/>
                  </a:lnTo>
                  <a:lnTo>
                    <a:pt x="0" y="234480"/>
                  </a:lnTo>
                  <a:lnTo>
                    <a:pt x="1647" y="242605"/>
                  </a:lnTo>
                  <a:lnTo>
                    <a:pt x="6127" y="249237"/>
                  </a:lnTo>
                  <a:lnTo>
                    <a:pt x="12751" y="253707"/>
                  </a:lnTo>
                  <a:lnTo>
                    <a:pt x="20827" y="255346"/>
                  </a:lnTo>
                  <a:lnTo>
                    <a:pt x="1213612" y="255346"/>
                  </a:lnTo>
                  <a:lnTo>
                    <a:pt x="1221741" y="253707"/>
                  </a:lnTo>
                  <a:lnTo>
                    <a:pt x="1228359" y="249237"/>
                  </a:lnTo>
                  <a:lnTo>
                    <a:pt x="1232810" y="242605"/>
                  </a:lnTo>
                  <a:lnTo>
                    <a:pt x="1234439" y="234480"/>
                  </a:lnTo>
                  <a:lnTo>
                    <a:pt x="1234439" y="20866"/>
                  </a:lnTo>
                  <a:lnTo>
                    <a:pt x="1232810" y="12746"/>
                  </a:lnTo>
                  <a:lnTo>
                    <a:pt x="1228359" y="6113"/>
                  </a:lnTo>
                  <a:lnTo>
                    <a:pt x="1221741" y="1640"/>
                  </a:lnTo>
                  <a:lnTo>
                    <a:pt x="1213612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2813156" y="9211322"/>
              <a:ext cx="1234440" cy="255904"/>
            </a:xfrm>
            <a:custGeom>
              <a:avLst/>
              <a:gdLst/>
              <a:ahLst/>
              <a:cxnLst/>
              <a:rect l="l" t="t" r="r" b="b"/>
              <a:pathLst>
                <a:path w="1234440" h="255904">
                  <a:moveTo>
                    <a:pt x="0" y="20866"/>
                  </a:moveTo>
                  <a:lnTo>
                    <a:pt x="1647" y="12746"/>
                  </a:lnTo>
                  <a:lnTo>
                    <a:pt x="6127" y="6113"/>
                  </a:lnTo>
                  <a:lnTo>
                    <a:pt x="12751" y="1640"/>
                  </a:lnTo>
                  <a:lnTo>
                    <a:pt x="20827" y="0"/>
                  </a:lnTo>
                  <a:lnTo>
                    <a:pt x="1213612" y="0"/>
                  </a:lnTo>
                  <a:lnTo>
                    <a:pt x="1221741" y="1640"/>
                  </a:lnTo>
                  <a:lnTo>
                    <a:pt x="1228359" y="6113"/>
                  </a:lnTo>
                  <a:lnTo>
                    <a:pt x="1232810" y="12746"/>
                  </a:lnTo>
                  <a:lnTo>
                    <a:pt x="1234439" y="20866"/>
                  </a:lnTo>
                  <a:lnTo>
                    <a:pt x="1234439" y="234480"/>
                  </a:lnTo>
                  <a:lnTo>
                    <a:pt x="1232810" y="242605"/>
                  </a:lnTo>
                  <a:lnTo>
                    <a:pt x="1228359" y="249237"/>
                  </a:lnTo>
                  <a:lnTo>
                    <a:pt x="1221741" y="253707"/>
                  </a:lnTo>
                  <a:lnTo>
                    <a:pt x="1213612" y="255346"/>
                  </a:lnTo>
                  <a:lnTo>
                    <a:pt x="20827" y="255346"/>
                  </a:lnTo>
                  <a:lnTo>
                    <a:pt x="12751" y="253707"/>
                  </a:lnTo>
                  <a:lnTo>
                    <a:pt x="6127" y="249237"/>
                  </a:lnTo>
                  <a:lnTo>
                    <a:pt x="1647" y="242605"/>
                  </a:lnTo>
                  <a:lnTo>
                    <a:pt x="0" y="234480"/>
                  </a:lnTo>
                  <a:lnTo>
                    <a:pt x="0" y="20866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12837858" y="9179762"/>
            <a:ext cx="2013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685">
              <a:lnSpc>
                <a:spcPct val="100000"/>
              </a:lnSpc>
              <a:spcBef>
                <a:spcPts val="100"/>
              </a:spcBef>
            </a:pPr>
            <a:r>
              <a:rPr sz="1800" spc="295" dirty="0">
                <a:solidFill>
                  <a:srgbClr val="173360"/>
                </a:solidFill>
                <a:latin typeface="Calibri"/>
                <a:cs typeface="Calibri"/>
              </a:rPr>
              <a:t>L</a:t>
            </a:r>
            <a:r>
              <a:rPr sz="1800" spc="45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1800" spc="155" dirty="0">
                <a:solidFill>
                  <a:srgbClr val="173360"/>
                </a:solidFill>
                <a:latin typeface="Calibri"/>
                <a:cs typeface="Calibri"/>
              </a:rPr>
              <a:t>leader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12832524" y="9197047"/>
            <a:ext cx="3702685" cy="284480"/>
            <a:chOff x="12832524" y="9197047"/>
            <a:chExt cx="3702685" cy="284480"/>
          </a:xfrm>
        </p:grpSpPr>
        <p:sp>
          <p:nvSpPr>
            <p:cNvPr id="117" name="object 117"/>
            <p:cNvSpPr/>
            <p:nvPr/>
          </p:nvSpPr>
          <p:spPr>
            <a:xfrm>
              <a:off x="12846811" y="9241040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195834" y="0"/>
                  </a:moveTo>
                  <a:lnTo>
                    <a:pt x="7239" y="0"/>
                  </a:lnTo>
                  <a:lnTo>
                    <a:pt x="0" y="7175"/>
                  </a:lnTo>
                  <a:lnTo>
                    <a:pt x="0" y="16014"/>
                  </a:lnTo>
                  <a:lnTo>
                    <a:pt x="0" y="188734"/>
                  </a:lnTo>
                  <a:lnTo>
                    <a:pt x="7239" y="195910"/>
                  </a:lnTo>
                  <a:lnTo>
                    <a:pt x="195834" y="195910"/>
                  </a:lnTo>
                  <a:lnTo>
                    <a:pt x="202946" y="188734"/>
                  </a:lnTo>
                  <a:lnTo>
                    <a:pt x="202946" y="7175"/>
                  </a:lnTo>
                  <a:lnTo>
                    <a:pt x="195834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2846811" y="9241040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0" y="16014"/>
                  </a:moveTo>
                  <a:lnTo>
                    <a:pt x="0" y="7175"/>
                  </a:lnTo>
                  <a:lnTo>
                    <a:pt x="7239" y="0"/>
                  </a:lnTo>
                  <a:lnTo>
                    <a:pt x="16129" y="0"/>
                  </a:lnTo>
                  <a:lnTo>
                    <a:pt x="186944" y="0"/>
                  </a:lnTo>
                  <a:lnTo>
                    <a:pt x="195834" y="0"/>
                  </a:lnTo>
                  <a:lnTo>
                    <a:pt x="202946" y="7175"/>
                  </a:lnTo>
                  <a:lnTo>
                    <a:pt x="202946" y="16014"/>
                  </a:lnTo>
                  <a:lnTo>
                    <a:pt x="202946" y="179895"/>
                  </a:lnTo>
                  <a:lnTo>
                    <a:pt x="202946" y="188734"/>
                  </a:lnTo>
                  <a:lnTo>
                    <a:pt x="195834" y="195910"/>
                  </a:lnTo>
                  <a:lnTo>
                    <a:pt x="186944" y="195910"/>
                  </a:lnTo>
                  <a:lnTo>
                    <a:pt x="16129" y="195910"/>
                  </a:lnTo>
                  <a:lnTo>
                    <a:pt x="7239" y="195910"/>
                  </a:lnTo>
                  <a:lnTo>
                    <a:pt x="0" y="188734"/>
                  </a:lnTo>
                  <a:lnTo>
                    <a:pt x="0" y="179895"/>
                  </a:lnTo>
                  <a:lnTo>
                    <a:pt x="0" y="16014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3081380" y="9241040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1" y="0"/>
                  </a:lnTo>
                  <a:lnTo>
                    <a:pt x="0" y="7175"/>
                  </a:lnTo>
                  <a:lnTo>
                    <a:pt x="0" y="16014"/>
                  </a:lnTo>
                  <a:lnTo>
                    <a:pt x="0" y="188734"/>
                  </a:lnTo>
                  <a:lnTo>
                    <a:pt x="7111" y="195910"/>
                  </a:lnTo>
                  <a:lnTo>
                    <a:pt x="196596" y="195910"/>
                  </a:lnTo>
                  <a:lnTo>
                    <a:pt x="203707" y="188734"/>
                  </a:lnTo>
                  <a:lnTo>
                    <a:pt x="203707" y="7175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3081380" y="9241040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14"/>
                  </a:moveTo>
                  <a:lnTo>
                    <a:pt x="0" y="7175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705" y="0"/>
                  </a:lnTo>
                  <a:lnTo>
                    <a:pt x="196596" y="0"/>
                  </a:lnTo>
                  <a:lnTo>
                    <a:pt x="203707" y="7175"/>
                  </a:lnTo>
                  <a:lnTo>
                    <a:pt x="203707" y="16014"/>
                  </a:lnTo>
                  <a:lnTo>
                    <a:pt x="203707" y="179895"/>
                  </a:lnTo>
                  <a:lnTo>
                    <a:pt x="203707" y="188734"/>
                  </a:lnTo>
                  <a:lnTo>
                    <a:pt x="196596" y="195910"/>
                  </a:lnTo>
                  <a:lnTo>
                    <a:pt x="187705" y="195910"/>
                  </a:lnTo>
                  <a:lnTo>
                    <a:pt x="16001" y="195910"/>
                  </a:lnTo>
                  <a:lnTo>
                    <a:pt x="7111" y="195910"/>
                  </a:lnTo>
                  <a:lnTo>
                    <a:pt x="0" y="188734"/>
                  </a:lnTo>
                  <a:lnTo>
                    <a:pt x="0" y="179895"/>
                  </a:lnTo>
                  <a:lnTo>
                    <a:pt x="0" y="16014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1" name="object 121"/>
            <p:cNvSpPr/>
            <p:nvPr/>
          </p:nvSpPr>
          <p:spPr>
            <a:xfrm>
              <a:off x="13316711" y="9241040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1" y="0"/>
                  </a:lnTo>
                  <a:lnTo>
                    <a:pt x="0" y="7175"/>
                  </a:lnTo>
                  <a:lnTo>
                    <a:pt x="0" y="16014"/>
                  </a:lnTo>
                  <a:lnTo>
                    <a:pt x="0" y="188734"/>
                  </a:lnTo>
                  <a:lnTo>
                    <a:pt x="7111" y="195910"/>
                  </a:lnTo>
                  <a:lnTo>
                    <a:pt x="196596" y="195910"/>
                  </a:lnTo>
                  <a:lnTo>
                    <a:pt x="203707" y="188734"/>
                  </a:lnTo>
                  <a:lnTo>
                    <a:pt x="203707" y="7175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3316711" y="9241040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14"/>
                  </a:moveTo>
                  <a:lnTo>
                    <a:pt x="0" y="7175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705" y="0"/>
                  </a:lnTo>
                  <a:lnTo>
                    <a:pt x="196596" y="0"/>
                  </a:lnTo>
                  <a:lnTo>
                    <a:pt x="203707" y="7175"/>
                  </a:lnTo>
                  <a:lnTo>
                    <a:pt x="203707" y="16014"/>
                  </a:lnTo>
                  <a:lnTo>
                    <a:pt x="203707" y="179895"/>
                  </a:lnTo>
                  <a:lnTo>
                    <a:pt x="203707" y="188734"/>
                  </a:lnTo>
                  <a:lnTo>
                    <a:pt x="196596" y="195910"/>
                  </a:lnTo>
                  <a:lnTo>
                    <a:pt x="187705" y="195910"/>
                  </a:lnTo>
                  <a:lnTo>
                    <a:pt x="16001" y="195910"/>
                  </a:lnTo>
                  <a:lnTo>
                    <a:pt x="7111" y="195910"/>
                  </a:lnTo>
                  <a:lnTo>
                    <a:pt x="0" y="188734"/>
                  </a:lnTo>
                  <a:lnTo>
                    <a:pt x="0" y="179895"/>
                  </a:lnTo>
                  <a:lnTo>
                    <a:pt x="0" y="16014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5286482" y="9211335"/>
              <a:ext cx="1234440" cy="255904"/>
            </a:xfrm>
            <a:custGeom>
              <a:avLst/>
              <a:gdLst/>
              <a:ahLst/>
              <a:cxnLst/>
              <a:rect l="l" t="t" r="r" b="b"/>
              <a:pathLst>
                <a:path w="1234440" h="255904">
                  <a:moveTo>
                    <a:pt x="1213611" y="0"/>
                  </a:moveTo>
                  <a:lnTo>
                    <a:pt x="20827" y="0"/>
                  </a:lnTo>
                  <a:lnTo>
                    <a:pt x="12751" y="1638"/>
                  </a:lnTo>
                  <a:lnTo>
                    <a:pt x="6127" y="6108"/>
                  </a:lnTo>
                  <a:lnTo>
                    <a:pt x="1647" y="12740"/>
                  </a:lnTo>
                  <a:lnTo>
                    <a:pt x="0" y="20866"/>
                  </a:lnTo>
                  <a:lnTo>
                    <a:pt x="0" y="234480"/>
                  </a:lnTo>
                  <a:lnTo>
                    <a:pt x="1647" y="242599"/>
                  </a:lnTo>
                  <a:lnTo>
                    <a:pt x="6127" y="249232"/>
                  </a:lnTo>
                  <a:lnTo>
                    <a:pt x="12751" y="253705"/>
                  </a:lnTo>
                  <a:lnTo>
                    <a:pt x="20827" y="255346"/>
                  </a:lnTo>
                  <a:lnTo>
                    <a:pt x="1213611" y="255346"/>
                  </a:lnTo>
                  <a:lnTo>
                    <a:pt x="1221741" y="253705"/>
                  </a:lnTo>
                  <a:lnTo>
                    <a:pt x="1228359" y="249232"/>
                  </a:lnTo>
                  <a:lnTo>
                    <a:pt x="1232810" y="242599"/>
                  </a:lnTo>
                  <a:lnTo>
                    <a:pt x="1234439" y="234480"/>
                  </a:lnTo>
                  <a:lnTo>
                    <a:pt x="1234439" y="20866"/>
                  </a:lnTo>
                  <a:lnTo>
                    <a:pt x="1232810" y="12740"/>
                  </a:lnTo>
                  <a:lnTo>
                    <a:pt x="1228359" y="6108"/>
                  </a:lnTo>
                  <a:lnTo>
                    <a:pt x="1221741" y="1638"/>
                  </a:lnTo>
                  <a:lnTo>
                    <a:pt x="1213611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4" name="object 124"/>
            <p:cNvSpPr/>
            <p:nvPr/>
          </p:nvSpPr>
          <p:spPr>
            <a:xfrm>
              <a:off x="15286482" y="9211335"/>
              <a:ext cx="1234440" cy="255904"/>
            </a:xfrm>
            <a:custGeom>
              <a:avLst/>
              <a:gdLst/>
              <a:ahLst/>
              <a:cxnLst/>
              <a:rect l="l" t="t" r="r" b="b"/>
              <a:pathLst>
                <a:path w="1234440" h="255904">
                  <a:moveTo>
                    <a:pt x="0" y="20866"/>
                  </a:moveTo>
                  <a:lnTo>
                    <a:pt x="1647" y="12740"/>
                  </a:lnTo>
                  <a:lnTo>
                    <a:pt x="6127" y="6108"/>
                  </a:lnTo>
                  <a:lnTo>
                    <a:pt x="12751" y="1638"/>
                  </a:lnTo>
                  <a:lnTo>
                    <a:pt x="20827" y="0"/>
                  </a:lnTo>
                  <a:lnTo>
                    <a:pt x="1213611" y="0"/>
                  </a:lnTo>
                  <a:lnTo>
                    <a:pt x="1221741" y="1638"/>
                  </a:lnTo>
                  <a:lnTo>
                    <a:pt x="1228359" y="6108"/>
                  </a:lnTo>
                  <a:lnTo>
                    <a:pt x="1232810" y="12740"/>
                  </a:lnTo>
                  <a:lnTo>
                    <a:pt x="1234439" y="20866"/>
                  </a:lnTo>
                  <a:lnTo>
                    <a:pt x="1234439" y="234480"/>
                  </a:lnTo>
                  <a:lnTo>
                    <a:pt x="1232810" y="242599"/>
                  </a:lnTo>
                  <a:lnTo>
                    <a:pt x="1228359" y="249232"/>
                  </a:lnTo>
                  <a:lnTo>
                    <a:pt x="1221741" y="253705"/>
                  </a:lnTo>
                  <a:lnTo>
                    <a:pt x="1213611" y="255346"/>
                  </a:lnTo>
                  <a:lnTo>
                    <a:pt x="20827" y="255346"/>
                  </a:lnTo>
                  <a:lnTo>
                    <a:pt x="12751" y="253705"/>
                  </a:lnTo>
                  <a:lnTo>
                    <a:pt x="6127" y="249232"/>
                  </a:lnTo>
                  <a:lnTo>
                    <a:pt x="1647" y="242599"/>
                  </a:lnTo>
                  <a:lnTo>
                    <a:pt x="0" y="234480"/>
                  </a:lnTo>
                  <a:lnTo>
                    <a:pt x="0" y="20866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15311183" y="9179762"/>
            <a:ext cx="2209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24890">
              <a:lnSpc>
                <a:spcPct val="100000"/>
              </a:lnSpc>
              <a:spcBef>
                <a:spcPts val="100"/>
              </a:spcBef>
            </a:pPr>
            <a:r>
              <a:rPr sz="1800" spc="310" dirty="0">
                <a:solidFill>
                  <a:srgbClr val="173360"/>
                </a:solidFill>
                <a:latin typeface="Calibri"/>
                <a:cs typeface="Calibri"/>
              </a:rPr>
              <a:t>F</a:t>
            </a:r>
            <a:r>
              <a:rPr sz="1800" spc="459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1800" spc="125" dirty="0">
                <a:solidFill>
                  <a:srgbClr val="173360"/>
                </a:solidFill>
                <a:latin typeface="Calibri"/>
                <a:cs typeface="Calibri"/>
              </a:rPr>
              <a:t>follower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5305850" y="9226766"/>
            <a:ext cx="702310" cy="224790"/>
            <a:chOff x="15305850" y="9226766"/>
            <a:chExt cx="702310" cy="224790"/>
          </a:xfrm>
        </p:grpSpPr>
        <p:sp>
          <p:nvSpPr>
            <p:cNvPr id="127" name="object 127"/>
            <p:cNvSpPr/>
            <p:nvPr/>
          </p:nvSpPr>
          <p:spPr>
            <a:xfrm>
              <a:off x="15320137" y="9241053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195834" y="0"/>
                  </a:moveTo>
                  <a:lnTo>
                    <a:pt x="7239" y="0"/>
                  </a:lnTo>
                  <a:lnTo>
                    <a:pt x="0" y="7175"/>
                  </a:lnTo>
                  <a:lnTo>
                    <a:pt x="0" y="16014"/>
                  </a:lnTo>
                  <a:lnTo>
                    <a:pt x="0" y="188734"/>
                  </a:lnTo>
                  <a:lnTo>
                    <a:pt x="7239" y="195897"/>
                  </a:lnTo>
                  <a:lnTo>
                    <a:pt x="195834" y="195897"/>
                  </a:lnTo>
                  <a:lnTo>
                    <a:pt x="202946" y="188734"/>
                  </a:lnTo>
                  <a:lnTo>
                    <a:pt x="202946" y="7175"/>
                  </a:lnTo>
                  <a:lnTo>
                    <a:pt x="195834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5320137" y="9241053"/>
              <a:ext cx="203200" cy="196215"/>
            </a:xfrm>
            <a:custGeom>
              <a:avLst/>
              <a:gdLst/>
              <a:ahLst/>
              <a:cxnLst/>
              <a:rect l="l" t="t" r="r" b="b"/>
              <a:pathLst>
                <a:path w="203200" h="196215">
                  <a:moveTo>
                    <a:pt x="0" y="16014"/>
                  </a:moveTo>
                  <a:lnTo>
                    <a:pt x="0" y="7175"/>
                  </a:lnTo>
                  <a:lnTo>
                    <a:pt x="7239" y="0"/>
                  </a:lnTo>
                  <a:lnTo>
                    <a:pt x="16001" y="0"/>
                  </a:lnTo>
                  <a:lnTo>
                    <a:pt x="186944" y="0"/>
                  </a:lnTo>
                  <a:lnTo>
                    <a:pt x="195834" y="0"/>
                  </a:lnTo>
                  <a:lnTo>
                    <a:pt x="202946" y="7175"/>
                  </a:lnTo>
                  <a:lnTo>
                    <a:pt x="202946" y="16014"/>
                  </a:lnTo>
                  <a:lnTo>
                    <a:pt x="202946" y="179895"/>
                  </a:lnTo>
                  <a:lnTo>
                    <a:pt x="202946" y="188734"/>
                  </a:lnTo>
                  <a:lnTo>
                    <a:pt x="195834" y="195897"/>
                  </a:lnTo>
                  <a:lnTo>
                    <a:pt x="186944" y="195897"/>
                  </a:lnTo>
                  <a:lnTo>
                    <a:pt x="16001" y="195897"/>
                  </a:lnTo>
                  <a:lnTo>
                    <a:pt x="7239" y="195897"/>
                  </a:lnTo>
                  <a:lnTo>
                    <a:pt x="0" y="188734"/>
                  </a:lnTo>
                  <a:lnTo>
                    <a:pt x="0" y="179895"/>
                  </a:lnTo>
                  <a:lnTo>
                    <a:pt x="0" y="16014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5554706" y="9241053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1" y="0"/>
                  </a:lnTo>
                  <a:lnTo>
                    <a:pt x="0" y="7175"/>
                  </a:lnTo>
                  <a:lnTo>
                    <a:pt x="0" y="16014"/>
                  </a:lnTo>
                  <a:lnTo>
                    <a:pt x="0" y="188734"/>
                  </a:lnTo>
                  <a:lnTo>
                    <a:pt x="7111" y="195897"/>
                  </a:lnTo>
                  <a:lnTo>
                    <a:pt x="196596" y="195897"/>
                  </a:lnTo>
                  <a:lnTo>
                    <a:pt x="203707" y="188734"/>
                  </a:lnTo>
                  <a:lnTo>
                    <a:pt x="203707" y="7175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5554706" y="9241053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14"/>
                  </a:moveTo>
                  <a:lnTo>
                    <a:pt x="0" y="7175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705" y="0"/>
                  </a:lnTo>
                  <a:lnTo>
                    <a:pt x="196596" y="0"/>
                  </a:lnTo>
                  <a:lnTo>
                    <a:pt x="203707" y="7175"/>
                  </a:lnTo>
                  <a:lnTo>
                    <a:pt x="203707" y="16014"/>
                  </a:lnTo>
                  <a:lnTo>
                    <a:pt x="203707" y="179895"/>
                  </a:lnTo>
                  <a:lnTo>
                    <a:pt x="203707" y="188734"/>
                  </a:lnTo>
                  <a:lnTo>
                    <a:pt x="196596" y="195897"/>
                  </a:lnTo>
                  <a:lnTo>
                    <a:pt x="187705" y="195897"/>
                  </a:lnTo>
                  <a:lnTo>
                    <a:pt x="16001" y="195897"/>
                  </a:lnTo>
                  <a:lnTo>
                    <a:pt x="7111" y="195897"/>
                  </a:lnTo>
                  <a:lnTo>
                    <a:pt x="0" y="188734"/>
                  </a:lnTo>
                  <a:lnTo>
                    <a:pt x="0" y="179895"/>
                  </a:lnTo>
                  <a:lnTo>
                    <a:pt x="0" y="16014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5790037" y="9241053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196596" y="0"/>
                  </a:moveTo>
                  <a:lnTo>
                    <a:pt x="7111" y="0"/>
                  </a:lnTo>
                  <a:lnTo>
                    <a:pt x="0" y="7175"/>
                  </a:lnTo>
                  <a:lnTo>
                    <a:pt x="0" y="16014"/>
                  </a:lnTo>
                  <a:lnTo>
                    <a:pt x="0" y="188734"/>
                  </a:lnTo>
                  <a:lnTo>
                    <a:pt x="7111" y="195897"/>
                  </a:lnTo>
                  <a:lnTo>
                    <a:pt x="196596" y="195897"/>
                  </a:lnTo>
                  <a:lnTo>
                    <a:pt x="203707" y="188734"/>
                  </a:lnTo>
                  <a:lnTo>
                    <a:pt x="203707" y="7175"/>
                  </a:lnTo>
                  <a:lnTo>
                    <a:pt x="196596" y="0"/>
                  </a:lnTo>
                  <a:close/>
                </a:path>
              </a:pathLst>
            </a:custGeom>
            <a:solidFill>
              <a:srgbClr val="F160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15790037" y="9241053"/>
              <a:ext cx="203835" cy="196215"/>
            </a:xfrm>
            <a:custGeom>
              <a:avLst/>
              <a:gdLst/>
              <a:ahLst/>
              <a:cxnLst/>
              <a:rect l="l" t="t" r="r" b="b"/>
              <a:pathLst>
                <a:path w="203834" h="196215">
                  <a:moveTo>
                    <a:pt x="0" y="16014"/>
                  </a:moveTo>
                  <a:lnTo>
                    <a:pt x="0" y="7175"/>
                  </a:lnTo>
                  <a:lnTo>
                    <a:pt x="7111" y="0"/>
                  </a:lnTo>
                  <a:lnTo>
                    <a:pt x="16001" y="0"/>
                  </a:lnTo>
                  <a:lnTo>
                    <a:pt x="187705" y="0"/>
                  </a:lnTo>
                  <a:lnTo>
                    <a:pt x="196596" y="0"/>
                  </a:lnTo>
                  <a:lnTo>
                    <a:pt x="203707" y="7175"/>
                  </a:lnTo>
                  <a:lnTo>
                    <a:pt x="203707" y="16014"/>
                  </a:lnTo>
                  <a:lnTo>
                    <a:pt x="203707" y="179895"/>
                  </a:lnTo>
                  <a:lnTo>
                    <a:pt x="203707" y="188734"/>
                  </a:lnTo>
                  <a:lnTo>
                    <a:pt x="196596" y="195897"/>
                  </a:lnTo>
                  <a:lnTo>
                    <a:pt x="187705" y="195897"/>
                  </a:lnTo>
                  <a:lnTo>
                    <a:pt x="16001" y="195897"/>
                  </a:lnTo>
                  <a:lnTo>
                    <a:pt x="7111" y="195897"/>
                  </a:lnTo>
                  <a:lnTo>
                    <a:pt x="0" y="188734"/>
                  </a:lnTo>
                  <a:lnTo>
                    <a:pt x="0" y="179895"/>
                  </a:lnTo>
                  <a:lnTo>
                    <a:pt x="0" y="16014"/>
                  </a:lnTo>
                  <a:close/>
                </a:path>
              </a:pathLst>
            </a:custGeom>
            <a:ln w="28575">
              <a:solidFill>
                <a:srgbClr val="0074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8116189" y="5663971"/>
            <a:ext cx="2023110" cy="339090"/>
          </a:xfrm>
          <a:prstGeom prst="rect">
            <a:avLst/>
          </a:prstGeom>
          <a:ln w="25400">
            <a:solidFill>
              <a:srgbClr val="0074A1"/>
            </a:solidFill>
          </a:ln>
        </p:spPr>
        <p:txBody>
          <a:bodyPr vert="horz" wrap="square" lIns="0" tIns="36830" rIns="0" bIns="0" rtlCol="0">
            <a:spAutoFit/>
          </a:bodyPr>
          <a:lstStyle/>
          <a:p>
            <a:pPr marL="200025">
              <a:lnSpc>
                <a:spcPct val="100000"/>
              </a:lnSpc>
              <a:spcBef>
                <a:spcPts val="290"/>
              </a:spcBef>
            </a:pPr>
            <a:r>
              <a:rPr sz="1600" b="1" spc="180" dirty="0">
                <a:solidFill>
                  <a:srgbClr val="221F1F"/>
                </a:solidFill>
                <a:latin typeface="Calibri"/>
                <a:cs typeface="Calibri"/>
              </a:rPr>
              <a:t>Cluster</a:t>
            </a:r>
            <a:r>
              <a:rPr sz="1600" b="1" spc="150" dirty="0">
                <a:solidFill>
                  <a:srgbClr val="221F1F"/>
                </a:solidFill>
                <a:latin typeface="Calibri"/>
                <a:cs typeface="Calibri"/>
              </a:rPr>
              <a:t> </a:t>
            </a:r>
            <a:r>
              <a:rPr sz="1600" b="1" spc="215" dirty="0">
                <a:solidFill>
                  <a:srgbClr val="221F1F"/>
                </a:solidFill>
                <a:latin typeface="Calibri"/>
                <a:cs typeface="Calibri"/>
              </a:rPr>
              <a:t>Linking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59454" y="27"/>
            <a:ext cx="8226425" cy="10287000"/>
            <a:chOff x="10059454" y="27"/>
            <a:chExt cx="82264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9454" y="27"/>
              <a:ext cx="8226133" cy="102869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044671" y="757554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712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69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35" y="153924"/>
                  </a:lnTo>
                  <a:lnTo>
                    <a:pt x="286385" y="151257"/>
                  </a:lnTo>
                  <a:lnTo>
                    <a:pt x="286042" y="143243"/>
                  </a:lnTo>
                  <a:lnTo>
                    <a:pt x="285927" y="140525"/>
                  </a:lnTo>
                  <a:lnTo>
                    <a:pt x="285381" y="129857"/>
                  </a:lnTo>
                  <a:lnTo>
                    <a:pt x="284759" y="119291"/>
                  </a:lnTo>
                  <a:lnTo>
                    <a:pt x="284099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45" y="128333"/>
                  </a:lnTo>
                  <a:lnTo>
                    <a:pt x="271056" y="129857"/>
                  </a:lnTo>
                  <a:lnTo>
                    <a:pt x="270624" y="140525"/>
                  </a:lnTo>
                  <a:lnTo>
                    <a:pt x="270370" y="147764"/>
                  </a:lnTo>
                  <a:lnTo>
                    <a:pt x="270256" y="151257"/>
                  </a:lnTo>
                  <a:lnTo>
                    <a:pt x="268986" y="193675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82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59"/>
                  </a:lnTo>
                  <a:lnTo>
                    <a:pt x="214731" y="143243"/>
                  </a:lnTo>
                  <a:lnTo>
                    <a:pt x="221996" y="163322"/>
                  </a:lnTo>
                  <a:lnTo>
                    <a:pt x="237236" y="203073"/>
                  </a:lnTo>
                  <a:lnTo>
                    <a:pt x="240893" y="212369"/>
                  </a:lnTo>
                  <a:lnTo>
                    <a:pt x="248158" y="230974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38" y="217805"/>
                  </a:lnTo>
                  <a:lnTo>
                    <a:pt x="194310" y="182499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183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755" y="243636"/>
                  </a:lnTo>
                  <a:lnTo>
                    <a:pt x="235839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5501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680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1081" y="416420"/>
                  </a:lnTo>
                  <a:lnTo>
                    <a:pt x="271500" y="427113"/>
                  </a:lnTo>
                  <a:lnTo>
                    <a:pt x="272084" y="437515"/>
                  </a:lnTo>
                  <a:lnTo>
                    <a:pt x="272923" y="448310"/>
                  </a:lnTo>
                  <a:lnTo>
                    <a:pt x="284099" y="448310"/>
                  </a:lnTo>
                  <a:lnTo>
                    <a:pt x="284759" y="437794"/>
                  </a:lnTo>
                  <a:lnTo>
                    <a:pt x="285330" y="427888"/>
                  </a:lnTo>
                  <a:lnTo>
                    <a:pt x="285826" y="418338"/>
                  </a:lnTo>
                  <a:lnTo>
                    <a:pt x="285927" y="416420"/>
                  </a:lnTo>
                  <a:lnTo>
                    <a:pt x="286258" y="408800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85" y="347726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35" y="344258"/>
                  </a:lnTo>
                  <a:lnTo>
                    <a:pt x="302387" y="360680"/>
                  </a:lnTo>
                  <a:lnTo>
                    <a:pt x="319913" y="399161"/>
                  </a:lnTo>
                  <a:lnTo>
                    <a:pt x="324446" y="408800"/>
                  </a:lnTo>
                  <a:lnTo>
                    <a:pt x="328866" y="418338"/>
                  </a:lnTo>
                  <a:lnTo>
                    <a:pt x="333375" y="427888"/>
                  </a:lnTo>
                  <a:lnTo>
                    <a:pt x="338201" y="437515"/>
                  </a:lnTo>
                  <a:lnTo>
                    <a:pt x="348488" y="433578"/>
                  </a:lnTo>
                  <a:lnTo>
                    <a:pt x="344995" y="423506"/>
                  </a:lnTo>
                  <a:lnTo>
                    <a:pt x="337629" y="403402"/>
                  </a:lnTo>
                  <a:lnTo>
                    <a:pt x="334137" y="393319"/>
                  </a:lnTo>
                  <a:lnTo>
                    <a:pt x="319405" y="353568"/>
                  </a:lnTo>
                  <a:lnTo>
                    <a:pt x="316064" y="345186"/>
                  </a:lnTo>
                  <a:lnTo>
                    <a:pt x="312851" y="336981"/>
                  </a:lnTo>
                  <a:lnTo>
                    <a:pt x="309270" y="327660"/>
                  </a:lnTo>
                  <a:lnTo>
                    <a:pt x="306451" y="320040"/>
                  </a:lnTo>
                  <a:lnTo>
                    <a:pt x="312889" y="326428"/>
                  </a:lnTo>
                  <a:lnTo>
                    <a:pt x="319443" y="332803"/>
                  </a:lnTo>
                  <a:lnTo>
                    <a:pt x="332740" y="345567"/>
                  </a:lnTo>
                  <a:lnTo>
                    <a:pt x="364109" y="374650"/>
                  </a:lnTo>
                  <a:lnTo>
                    <a:pt x="395732" y="403225"/>
                  </a:lnTo>
                  <a:lnTo>
                    <a:pt x="403352" y="395097"/>
                  </a:lnTo>
                  <a:lnTo>
                    <a:pt x="375285" y="363474"/>
                  </a:lnTo>
                  <a:lnTo>
                    <a:pt x="346202" y="332105"/>
                  </a:lnTo>
                  <a:lnTo>
                    <a:pt x="334505" y="320040"/>
                  </a:lnTo>
                  <a:lnTo>
                    <a:pt x="327113" y="312445"/>
                  </a:lnTo>
                  <a:lnTo>
                    <a:pt x="320802" y="305816"/>
                  </a:lnTo>
                  <a:lnTo>
                    <a:pt x="337502" y="312445"/>
                  </a:lnTo>
                  <a:lnTo>
                    <a:pt x="345833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258"/>
                  </a:lnTo>
                  <a:lnTo>
                    <a:pt x="434213" y="347726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001" y="305816"/>
                  </a:lnTo>
                  <a:lnTo>
                    <a:pt x="360934" y="301752"/>
                  </a:lnTo>
                  <a:lnTo>
                    <a:pt x="328295" y="287528"/>
                  </a:lnTo>
                  <a:lnTo>
                    <a:pt x="337121" y="287401"/>
                  </a:lnTo>
                  <a:lnTo>
                    <a:pt x="355053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114" y="161721"/>
                  </a:lnTo>
                  <a:lnTo>
                    <a:pt x="531114" y="278384"/>
                  </a:lnTo>
                  <a:lnTo>
                    <a:pt x="527037" y="323507"/>
                  </a:lnTo>
                  <a:lnTo>
                    <a:pt x="515239" y="366331"/>
                  </a:lnTo>
                  <a:lnTo>
                    <a:pt x="496557" y="405561"/>
                  </a:lnTo>
                  <a:lnTo>
                    <a:pt x="471614" y="440804"/>
                  </a:lnTo>
                  <a:lnTo>
                    <a:pt x="441172" y="471246"/>
                  </a:lnTo>
                  <a:lnTo>
                    <a:pt x="405930" y="496189"/>
                  </a:lnTo>
                  <a:lnTo>
                    <a:pt x="366636" y="514896"/>
                  </a:lnTo>
                  <a:lnTo>
                    <a:pt x="324002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278" y="366331"/>
                  </a:lnTo>
                  <a:lnTo>
                    <a:pt x="30568" y="323900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42113" y="190766"/>
                  </a:lnTo>
                  <a:lnTo>
                    <a:pt x="60960" y="150990"/>
                  </a:lnTo>
                  <a:lnTo>
                    <a:pt x="85902" y="115773"/>
                  </a:lnTo>
                  <a:lnTo>
                    <a:pt x="116344" y="85369"/>
                  </a:lnTo>
                  <a:lnTo>
                    <a:pt x="151587" y="60477"/>
                  </a:lnTo>
                  <a:lnTo>
                    <a:pt x="190881" y="41821"/>
                  </a:lnTo>
                  <a:lnTo>
                    <a:pt x="233514" y="30099"/>
                  </a:lnTo>
                  <a:lnTo>
                    <a:pt x="278765" y="26035"/>
                  </a:lnTo>
                  <a:lnTo>
                    <a:pt x="324002" y="30099"/>
                  </a:lnTo>
                  <a:lnTo>
                    <a:pt x="366636" y="41821"/>
                  </a:lnTo>
                  <a:lnTo>
                    <a:pt x="405930" y="60477"/>
                  </a:lnTo>
                  <a:lnTo>
                    <a:pt x="441172" y="85369"/>
                  </a:lnTo>
                  <a:lnTo>
                    <a:pt x="471614" y="115773"/>
                  </a:lnTo>
                  <a:lnTo>
                    <a:pt x="496557" y="150990"/>
                  </a:lnTo>
                  <a:lnTo>
                    <a:pt x="515302" y="190423"/>
                  </a:lnTo>
                  <a:lnTo>
                    <a:pt x="527024" y="233006"/>
                  </a:lnTo>
                  <a:lnTo>
                    <a:pt x="531114" y="278384"/>
                  </a:lnTo>
                  <a:lnTo>
                    <a:pt x="531114" y="161721"/>
                  </a:lnTo>
                  <a:lnTo>
                    <a:pt x="526567" y="150990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19" y="323507"/>
                  </a:lnTo>
                  <a:lnTo>
                    <a:pt x="3644" y="323900"/>
                  </a:lnTo>
                  <a:lnTo>
                    <a:pt x="14135" y="366331"/>
                  </a:lnTo>
                  <a:lnTo>
                    <a:pt x="31165" y="406641"/>
                  </a:lnTo>
                  <a:lnTo>
                    <a:pt x="53860" y="443103"/>
                  </a:lnTo>
                  <a:lnTo>
                    <a:pt x="81749" y="475526"/>
                  </a:lnTo>
                  <a:lnTo>
                    <a:pt x="114249" y="503339"/>
                  </a:lnTo>
                  <a:lnTo>
                    <a:pt x="150774" y="525970"/>
                  </a:lnTo>
                  <a:lnTo>
                    <a:pt x="190754" y="542836"/>
                  </a:lnTo>
                  <a:lnTo>
                    <a:pt x="233616" y="553389"/>
                  </a:lnTo>
                  <a:lnTo>
                    <a:pt x="278765" y="557022"/>
                  </a:lnTo>
                  <a:lnTo>
                    <a:pt x="323735" y="553389"/>
                  </a:lnTo>
                  <a:lnTo>
                    <a:pt x="366547" y="542836"/>
                  </a:lnTo>
                  <a:lnTo>
                    <a:pt x="406488" y="525970"/>
                  </a:lnTo>
                  <a:lnTo>
                    <a:pt x="443268" y="503174"/>
                  </a:lnTo>
                  <a:lnTo>
                    <a:pt x="475767" y="475284"/>
                  </a:lnTo>
                  <a:lnTo>
                    <a:pt x="503656" y="442798"/>
                  </a:lnTo>
                  <a:lnTo>
                    <a:pt x="526351" y="406285"/>
                  </a:lnTo>
                  <a:lnTo>
                    <a:pt x="543280" y="366331"/>
                  </a:lnTo>
                  <a:lnTo>
                    <a:pt x="553770" y="323900"/>
                  </a:lnTo>
                  <a:lnTo>
                    <a:pt x="553872" y="323507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142226" y="4526819"/>
            <a:ext cx="3816350" cy="1070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850" i="1" spc="-80" dirty="0">
                <a:solidFill>
                  <a:srgbClr val="173360"/>
                </a:solidFill>
                <a:latin typeface="Malgun Gothic"/>
                <a:cs typeface="Malgun Gothic"/>
              </a:rPr>
              <a:t>Flink</a:t>
            </a:r>
            <a:r>
              <a:rPr sz="6850" i="1" spc="-50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6850" i="1" spc="-440" dirty="0">
                <a:solidFill>
                  <a:srgbClr val="173360"/>
                </a:solidFill>
                <a:latin typeface="Malgun Gothic"/>
                <a:cs typeface="Malgun Gothic"/>
              </a:rPr>
              <a:t>소개</a:t>
            </a:r>
            <a:endParaRPr sz="68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34837" y="9429698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829393"/>
                </a:solidFill>
                <a:latin typeface="Malgun Gothic"/>
                <a:cs typeface="Malgun Gothic"/>
              </a:rPr>
              <a:t>39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943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100"/>
              </a:spcBef>
            </a:pPr>
            <a:r>
              <a:rPr sz="4400" spc="535" dirty="0">
                <a:solidFill>
                  <a:srgbClr val="173360"/>
                </a:solidFill>
                <a:latin typeface="Calibri"/>
                <a:cs typeface="Calibri"/>
              </a:rPr>
              <a:t>Confluent</a:t>
            </a:r>
            <a:r>
              <a:rPr sz="4400" spc="24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20" dirty="0">
                <a:solidFill>
                  <a:srgbClr val="173360"/>
                </a:solidFill>
                <a:latin typeface="Calibri"/>
                <a:cs typeface="Calibri"/>
              </a:rPr>
              <a:t>Platform</a:t>
            </a:r>
            <a:r>
              <a:rPr sz="4400" spc="24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385" dirty="0">
                <a:solidFill>
                  <a:srgbClr val="173360"/>
                </a:solidFill>
                <a:latin typeface="Calibri"/>
                <a:cs typeface="Calibri"/>
              </a:rPr>
              <a:t>for</a:t>
            </a:r>
            <a:r>
              <a:rPr sz="4400" spc="26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635" dirty="0">
                <a:solidFill>
                  <a:srgbClr val="173360"/>
                </a:solidFill>
                <a:latin typeface="Calibri"/>
                <a:cs typeface="Calibri"/>
              </a:rPr>
              <a:t>Apache</a:t>
            </a:r>
            <a:r>
              <a:rPr sz="4400" spc="26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25" dirty="0">
                <a:solidFill>
                  <a:srgbClr val="173360"/>
                </a:solidFill>
                <a:latin typeface="Calibri"/>
                <a:cs typeface="Calibri"/>
              </a:rPr>
              <a:t>Flink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5475" y="1574174"/>
            <a:ext cx="16981170" cy="1901189"/>
            <a:chOff x="545475" y="1574174"/>
            <a:chExt cx="16981170" cy="190118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475" y="1574174"/>
              <a:ext cx="16980641" cy="18258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5716" y="1601723"/>
              <a:ext cx="16320516" cy="187312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6724" y="1604390"/>
              <a:ext cx="16556355" cy="1403350"/>
            </a:xfrm>
            <a:custGeom>
              <a:avLst/>
              <a:gdLst/>
              <a:ahLst/>
              <a:cxnLst/>
              <a:rect l="l" t="t" r="r" b="b"/>
              <a:pathLst>
                <a:path w="16556355" h="1403350">
                  <a:moveTo>
                    <a:pt x="16322268" y="0"/>
                  </a:moveTo>
                  <a:lnTo>
                    <a:pt x="233819" y="0"/>
                  </a:lnTo>
                  <a:lnTo>
                    <a:pt x="186697" y="4748"/>
                  </a:lnTo>
                  <a:lnTo>
                    <a:pt x="142807" y="18369"/>
                  </a:lnTo>
                  <a:lnTo>
                    <a:pt x="103089" y="39922"/>
                  </a:lnTo>
                  <a:lnTo>
                    <a:pt x="68484" y="68468"/>
                  </a:lnTo>
                  <a:lnTo>
                    <a:pt x="39933" y="103069"/>
                  </a:lnTo>
                  <a:lnTo>
                    <a:pt x="18374" y="142785"/>
                  </a:lnTo>
                  <a:lnTo>
                    <a:pt x="4750" y="186677"/>
                  </a:lnTo>
                  <a:lnTo>
                    <a:pt x="0" y="233806"/>
                  </a:lnTo>
                  <a:lnTo>
                    <a:pt x="0" y="1169034"/>
                  </a:lnTo>
                  <a:lnTo>
                    <a:pt x="4750" y="1216169"/>
                  </a:lnTo>
                  <a:lnTo>
                    <a:pt x="18374" y="1260076"/>
                  </a:lnTo>
                  <a:lnTo>
                    <a:pt x="39933" y="1299812"/>
                  </a:lnTo>
                  <a:lnTo>
                    <a:pt x="68484" y="1334436"/>
                  </a:lnTo>
                  <a:lnTo>
                    <a:pt x="103089" y="1363006"/>
                  </a:lnTo>
                  <a:lnTo>
                    <a:pt x="142807" y="1384579"/>
                  </a:lnTo>
                  <a:lnTo>
                    <a:pt x="186697" y="1398214"/>
                  </a:lnTo>
                  <a:lnTo>
                    <a:pt x="233819" y="1402968"/>
                  </a:lnTo>
                  <a:lnTo>
                    <a:pt x="16322268" y="1402968"/>
                  </a:lnTo>
                  <a:lnTo>
                    <a:pt x="16369397" y="1398214"/>
                  </a:lnTo>
                  <a:lnTo>
                    <a:pt x="16413289" y="1384579"/>
                  </a:lnTo>
                  <a:lnTo>
                    <a:pt x="16453005" y="1363006"/>
                  </a:lnTo>
                  <a:lnTo>
                    <a:pt x="16487606" y="1334436"/>
                  </a:lnTo>
                  <a:lnTo>
                    <a:pt x="16516153" y="1299812"/>
                  </a:lnTo>
                  <a:lnTo>
                    <a:pt x="16537706" y="1260076"/>
                  </a:lnTo>
                  <a:lnTo>
                    <a:pt x="16551326" y="1216169"/>
                  </a:lnTo>
                  <a:lnTo>
                    <a:pt x="16556075" y="1169034"/>
                  </a:lnTo>
                  <a:lnTo>
                    <a:pt x="16556075" y="233806"/>
                  </a:lnTo>
                  <a:lnTo>
                    <a:pt x="16551326" y="186677"/>
                  </a:lnTo>
                  <a:lnTo>
                    <a:pt x="16537706" y="142785"/>
                  </a:lnTo>
                  <a:lnTo>
                    <a:pt x="16516153" y="103069"/>
                  </a:lnTo>
                  <a:lnTo>
                    <a:pt x="16487606" y="68468"/>
                  </a:lnTo>
                  <a:lnTo>
                    <a:pt x="16453005" y="39922"/>
                  </a:lnTo>
                  <a:lnTo>
                    <a:pt x="16413289" y="18369"/>
                  </a:lnTo>
                  <a:lnTo>
                    <a:pt x="16369397" y="4748"/>
                  </a:lnTo>
                  <a:lnTo>
                    <a:pt x="16322268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194612" y="1619758"/>
            <a:ext cx="15502890" cy="1260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Confluent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Platform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for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Apache</a:t>
            </a:r>
            <a:r>
              <a:rPr sz="18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Flink는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Stream/Batch</a:t>
            </a:r>
            <a:r>
              <a:rPr sz="180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처리</a:t>
            </a:r>
            <a:r>
              <a:rPr sz="18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프레임워크인</a:t>
            </a:r>
            <a:r>
              <a:rPr sz="18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Apache</a:t>
            </a:r>
            <a:r>
              <a:rPr sz="18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Flink와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Real-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Time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Data</a:t>
            </a:r>
            <a:r>
              <a:rPr sz="18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Streaming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Platform인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Confluent의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시너지를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극대화해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기업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데이터</a:t>
            </a:r>
            <a:r>
              <a:rPr sz="18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활용을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혁신적으로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지원합니다.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이</a:t>
            </a:r>
            <a:r>
              <a:rPr sz="1800" b="1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플랫폼은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Apache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Kafka 기반의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데이터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파이프라인에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Flink를</a:t>
            </a:r>
            <a:r>
              <a:rPr sz="1800" b="1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결합해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데이터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분석,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ETL,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이벤트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처리,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머신러닝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등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다양한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엔터프라이즈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요구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사항을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효율적으로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지원합니다.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61108" y="6497954"/>
            <a:ext cx="3052445" cy="2609215"/>
            <a:chOff x="1761108" y="6497954"/>
            <a:chExt cx="3052445" cy="2609215"/>
          </a:xfrm>
        </p:grpSpPr>
        <p:sp>
          <p:nvSpPr>
            <p:cNvPr id="9" name="object 9"/>
            <p:cNvSpPr/>
            <p:nvPr/>
          </p:nvSpPr>
          <p:spPr>
            <a:xfrm>
              <a:off x="1761108" y="6497954"/>
              <a:ext cx="3052445" cy="2609215"/>
            </a:xfrm>
            <a:custGeom>
              <a:avLst/>
              <a:gdLst/>
              <a:ahLst/>
              <a:cxnLst/>
              <a:rect l="l" t="t" r="r" b="b"/>
              <a:pathLst>
                <a:path w="3052445" h="2609215">
                  <a:moveTo>
                    <a:pt x="3052191" y="0"/>
                  </a:moveTo>
                  <a:lnTo>
                    <a:pt x="0" y="0"/>
                  </a:lnTo>
                  <a:lnTo>
                    <a:pt x="0" y="2608707"/>
                  </a:lnTo>
                  <a:lnTo>
                    <a:pt x="3052191" y="2608707"/>
                  </a:lnTo>
                  <a:lnTo>
                    <a:pt x="30521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17444" y="7052055"/>
              <a:ext cx="792480" cy="792480"/>
            </a:xfrm>
            <a:custGeom>
              <a:avLst/>
              <a:gdLst/>
              <a:ahLst/>
              <a:cxnLst/>
              <a:rect l="l" t="t" r="r" b="b"/>
              <a:pathLst>
                <a:path w="792479" h="792479">
                  <a:moveTo>
                    <a:pt x="0" y="396113"/>
                  </a:moveTo>
                  <a:lnTo>
                    <a:pt x="2664" y="349907"/>
                  </a:lnTo>
                  <a:lnTo>
                    <a:pt x="10458" y="305270"/>
                  </a:lnTo>
                  <a:lnTo>
                    <a:pt x="23085" y="262499"/>
                  </a:lnTo>
                  <a:lnTo>
                    <a:pt x="40249" y="221888"/>
                  </a:lnTo>
                  <a:lnTo>
                    <a:pt x="61651" y="183737"/>
                  </a:lnTo>
                  <a:lnTo>
                    <a:pt x="86994" y="148341"/>
                  </a:lnTo>
                  <a:lnTo>
                    <a:pt x="115982" y="115998"/>
                  </a:lnTo>
                  <a:lnTo>
                    <a:pt x="148318" y="87004"/>
                  </a:lnTo>
                  <a:lnTo>
                    <a:pt x="183703" y="61656"/>
                  </a:lnTo>
                  <a:lnTo>
                    <a:pt x="221842" y="40251"/>
                  </a:lnTo>
                  <a:lnTo>
                    <a:pt x="262437" y="23087"/>
                  </a:lnTo>
                  <a:lnTo>
                    <a:pt x="305190" y="10458"/>
                  </a:lnTo>
                  <a:lnTo>
                    <a:pt x="349806" y="2664"/>
                  </a:lnTo>
                  <a:lnTo>
                    <a:pt x="395985" y="0"/>
                  </a:lnTo>
                  <a:lnTo>
                    <a:pt x="442165" y="2664"/>
                  </a:lnTo>
                  <a:lnTo>
                    <a:pt x="486781" y="10458"/>
                  </a:lnTo>
                  <a:lnTo>
                    <a:pt x="529534" y="23087"/>
                  </a:lnTo>
                  <a:lnTo>
                    <a:pt x="570129" y="40251"/>
                  </a:lnTo>
                  <a:lnTo>
                    <a:pt x="608268" y="61656"/>
                  </a:lnTo>
                  <a:lnTo>
                    <a:pt x="643653" y="87004"/>
                  </a:lnTo>
                  <a:lnTo>
                    <a:pt x="675989" y="115998"/>
                  </a:lnTo>
                  <a:lnTo>
                    <a:pt x="704977" y="148341"/>
                  </a:lnTo>
                  <a:lnTo>
                    <a:pt x="730320" y="183737"/>
                  </a:lnTo>
                  <a:lnTo>
                    <a:pt x="751722" y="221888"/>
                  </a:lnTo>
                  <a:lnTo>
                    <a:pt x="768886" y="262499"/>
                  </a:lnTo>
                  <a:lnTo>
                    <a:pt x="781513" y="305270"/>
                  </a:lnTo>
                  <a:lnTo>
                    <a:pt x="789307" y="349907"/>
                  </a:lnTo>
                  <a:lnTo>
                    <a:pt x="791971" y="396113"/>
                  </a:lnTo>
                  <a:lnTo>
                    <a:pt x="789307" y="442292"/>
                  </a:lnTo>
                  <a:lnTo>
                    <a:pt x="781513" y="486908"/>
                  </a:lnTo>
                  <a:lnTo>
                    <a:pt x="768886" y="529661"/>
                  </a:lnTo>
                  <a:lnTo>
                    <a:pt x="751722" y="570256"/>
                  </a:lnTo>
                  <a:lnTo>
                    <a:pt x="730320" y="608395"/>
                  </a:lnTo>
                  <a:lnTo>
                    <a:pt x="704977" y="643780"/>
                  </a:lnTo>
                  <a:lnTo>
                    <a:pt x="675989" y="676116"/>
                  </a:lnTo>
                  <a:lnTo>
                    <a:pt x="643653" y="705104"/>
                  </a:lnTo>
                  <a:lnTo>
                    <a:pt x="608268" y="730447"/>
                  </a:lnTo>
                  <a:lnTo>
                    <a:pt x="570129" y="751849"/>
                  </a:lnTo>
                  <a:lnTo>
                    <a:pt x="529534" y="769013"/>
                  </a:lnTo>
                  <a:lnTo>
                    <a:pt x="486781" y="781640"/>
                  </a:lnTo>
                  <a:lnTo>
                    <a:pt x="442165" y="789434"/>
                  </a:lnTo>
                  <a:lnTo>
                    <a:pt x="395985" y="792099"/>
                  </a:lnTo>
                  <a:lnTo>
                    <a:pt x="349806" y="789434"/>
                  </a:lnTo>
                  <a:lnTo>
                    <a:pt x="305190" y="781640"/>
                  </a:lnTo>
                  <a:lnTo>
                    <a:pt x="262437" y="769013"/>
                  </a:lnTo>
                  <a:lnTo>
                    <a:pt x="221842" y="751849"/>
                  </a:lnTo>
                  <a:lnTo>
                    <a:pt x="183703" y="730447"/>
                  </a:lnTo>
                  <a:lnTo>
                    <a:pt x="148318" y="705104"/>
                  </a:lnTo>
                  <a:lnTo>
                    <a:pt x="115982" y="676116"/>
                  </a:lnTo>
                  <a:lnTo>
                    <a:pt x="86994" y="643780"/>
                  </a:lnTo>
                  <a:lnTo>
                    <a:pt x="61651" y="608395"/>
                  </a:lnTo>
                  <a:lnTo>
                    <a:pt x="40249" y="570256"/>
                  </a:lnTo>
                  <a:lnTo>
                    <a:pt x="23085" y="529661"/>
                  </a:lnTo>
                  <a:lnTo>
                    <a:pt x="10458" y="486908"/>
                  </a:lnTo>
                  <a:lnTo>
                    <a:pt x="2664" y="442292"/>
                  </a:lnTo>
                  <a:lnTo>
                    <a:pt x="0" y="396113"/>
                  </a:lnTo>
                  <a:close/>
                </a:path>
              </a:pathLst>
            </a:custGeom>
            <a:ln w="762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65677" y="7221664"/>
              <a:ext cx="619950" cy="25406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5046979" y="6497954"/>
            <a:ext cx="3052445" cy="2609215"/>
            <a:chOff x="5046979" y="6497954"/>
            <a:chExt cx="3052445" cy="2609215"/>
          </a:xfrm>
        </p:grpSpPr>
        <p:sp>
          <p:nvSpPr>
            <p:cNvPr id="13" name="object 13"/>
            <p:cNvSpPr/>
            <p:nvPr/>
          </p:nvSpPr>
          <p:spPr>
            <a:xfrm>
              <a:off x="5046979" y="6497954"/>
              <a:ext cx="3052445" cy="2609215"/>
            </a:xfrm>
            <a:custGeom>
              <a:avLst/>
              <a:gdLst/>
              <a:ahLst/>
              <a:cxnLst/>
              <a:rect l="l" t="t" r="r" b="b"/>
              <a:pathLst>
                <a:path w="3052445" h="2609215">
                  <a:moveTo>
                    <a:pt x="3052191" y="0"/>
                  </a:moveTo>
                  <a:lnTo>
                    <a:pt x="0" y="0"/>
                  </a:lnTo>
                  <a:lnTo>
                    <a:pt x="0" y="2608707"/>
                  </a:lnTo>
                  <a:lnTo>
                    <a:pt x="3052191" y="2608707"/>
                  </a:lnTo>
                  <a:lnTo>
                    <a:pt x="30521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28409" y="6980681"/>
              <a:ext cx="655320" cy="792480"/>
            </a:xfrm>
            <a:custGeom>
              <a:avLst/>
              <a:gdLst/>
              <a:ahLst/>
              <a:cxnLst/>
              <a:rect l="l" t="t" r="r" b="b"/>
              <a:pathLst>
                <a:path w="655320" h="792479">
                  <a:moveTo>
                    <a:pt x="327660" y="0"/>
                  </a:moveTo>
                  <a:lnTo>
                    <a:pt x="261621" y="2679"/>
                  </a:lnTo>
                  <a:lnTo>
                    <a:pt x="200114" y="10366"/>
                  </a:lnTo>
                  <a:lnTo>
                    <a:pt x="144456" y="22529"/>
                  </a:lnTo>
                  <a:lnTo>
                    <a:pt x="95964" y="38639"/>
                  </a:lnTo>
                  <a:lnTo>
                    <a:pt x="55955" y="58166"/>
                  </a:lnTo>
                  <a:lnTo>
                    <a:pt x="6656" y="105353"/>
                  </a:lnTo>
                  <a:lnTo>
                    <a:pt x="0" y="131952"/>
                  </a:lnTo>
                  <a:lnTo>
                    <a:pt x="0" y="659891"/>
                  </a:lnTo>
                  <a:lnTo>
                    <a:pt x="25747" y="711283"/>
                  </a:lnTo>
                  <a:lnTo>
                    <a:pt x="95964" y="753268"/>
                  </a:lnTo>
                  <a:lnTo>
                    <a:pt x="144456" y="769402"/>
                  </a:lnTo>
                  <a:lnTo>
                    <a:pt x="200114" y="781585"/>
                  </a:lnTo>
                  <a:lnTo>
                    <a:pt x="261621" y="789286"/>
                  </a:lnTo>
                  <a:lnTo>
                    <a:pt x="327660" y="791971"/>
                  </a:lnTo>
                  <a:lnTo>
                    <a:pt x="393698" y="789286"/>
                  </a:lnTo>
                  <a:lnTo>
                    <a:pt x="455205" y="781585"/>
                  </a:lnTo>
                  <a:lnTo>
                    <a:pt x="510863" y="769402"/>
                  </a:lnTo>
                  <a:lnTo>
                    <a:pt x="559355" y="753268"/>
                  </a:lnTo>
                  <a:lnTo>
                    <a:pt x="599364" y="733718"/>
                  </a:lnTo>
                  <a:lnTo>
                    <a:pt x="648663" y="686497"/>
                  </a:lnTo>
                  <a:lnTo>
                    <a:pt x="655319" y="659891"/>
                  </a:lnTo>
                  <a:lnTo>
                    <a:pt x="655319" y="131952"/>
                  </a:lnTo>
                  <a:lnTo>
                    <a:pt x="629572" y="80581"/>
                  </a:lnTo>
                  <a:lnTo>
                    <a:pt x="559355" y="38639"/>
                  </a:lnTo>
                  <a:lnTo>
                    <a:pt x="510863" y="22529"/>
                  </a:lnTo>
                  <a:lnTo>
                    <a:pt x="455205" y="10366"/>
                  </a:lnTo>
                  <a:lnTo>
                    <a:pt x="393698" y="2679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28409" y="6980681"/>
              <a:ext cx="655320" cy="792480"/>
            </a:xfrm>
            <a:custGeom>
              <a:avLst/>
              <a:gdLst/>
              <a:ahLst/>
              <a:cxnLst/>
              <a:rect l="l" t="t" r="r" b="b"/>
              <a:pathLst>
                <a:path w="655320" h="792479">
                  <a:moveTo>
                    <a:pt x="655319" y="131952"/>
                  </a:moveTo>
                  <a:lnTo>
                    <a:pt x="629572" y="183324"/>
                  </a:lnTo>
                  <a:lnTo>
                    <a:pt x="559355" y="225266"/>
                  </a:lnTo>
                  <a:lnTo>
                    <a:pt x="510863" y="241376"/>
                  </a:lnTo>
                  <a:lnTo>
                    <a:pt x="455205" y="253539"/>
                  </a:lnTo>
                  <a:lnTo>
                    <a:pt x="393698" y="261226"/>
                  </a:lnTo>
                  <a:lnTo>
                    <a:pt x="327660" y="263905"/>
                  </a:lnTo>
                  <a:lnTo>
                    <a:pt x="261621" y="261226"/>
                  </a:lnTo>
                  <a:lnTo>
                    <a:pt x="200114" y="253539"/>
                  </a:lnTo>
                  <a:lnTo>
                    <a:pt x="144456" y="241376"/>
                  </a:lnTo>
                  <a:lnTo>
                    <a:pt x="95964" y="225266"/>
                  </a:lnTo>
                  <a:lnTo>
                    <a:pt x="55955" y="205739"/>
                  </a:lnTo>
                  <a:lnTo>
                    <a:pt x="6656" y="158552"/>
                  </a:lnTo>
                  <a:lnTo>
                    <a:pt x="0" y="131952"/>
                  </a:lnTo>
                </a:path>
                <a:path w="655320" h="792479">
                  <a:moveTo>
                    <a:pt x="0" y="131952"/>
                  </a:moveTo>
                  <a:lnTo>
                    <a:pt x="25747" y="80581"/>
                  </a:lnTo>
                  <a:lnTo>
                    <a:pt x="95964" y="38639"/>
                  </a:lnTo>
                  <a:lnTo>
                    <a:pt x="144456" y="22529"/>
                  </a:lnTo>
                  <a:lnTo>
                    <a:pt x="200114" y="10366"/>
                  </a:lnTo>
                  <a:lnTo>
                    <a:pt x="261621" y="2679"/>
                  </a:lnTo>
                  <a:lnTo>
                    <a:pt x="327660" y="0"/>
                  </a:lnTo>
                  <a:lnTo>
                    <a:pt x="393698" y="2679"/>
                  </a:lnTo>
                  <a:lnTo>
                    <a:pt x="455205" y="10366"/>
                  </a:lnTo>
                  <a:lnTo>
                    <a:pt x="510863" y="22529"/>
                  </a:lnTo>
                  <a:lnTo>
                    <a:pt x="559355" y="38639"/>
                  </a:lnTo>
                  <a:lnTo>
                    <a:pt x="599364" y="58166"/>
                  </a:lnTo>
                  <a:lnTo>
                    <a:pt x="648663" y="105353"/>
                  </a:lnTo>
                  <a:lnTo>
                    <a:pt x="655319" y="131952"/>
                  </a:lnTo>
                  <a:lnTo>
                    <a:pt x="655319" y="659891"/>
                  </a:lnTo>
                  <a:lnTo>
                    <a:pt x="629572" y="711283"/>
                  </a:lnTo>
                  <a:lnTo>
                    <a:pt x="559355" y="753268"/>
                  </a:lnTo>
                  <a:lnTo>
                    <a:pt x="510863" y="769402"/>
                  </a:lnTo>
                  <a:lnTo>
                    <a:pt x="455205" y="781585"/>
                  </a:lnTo>
                  <a:lnTo>
                    <a:pt x="393698" y="789286"/>
                  </a:lnTo>
                  <a:lnTo>
                    <a:pt x="327660" y="791971"/>
                  </a:lnTo>
                  <a:lnTo>
                    <a:pt x="261621" y="789286"/>
                  </a:lnTo>
                  <a:lnTo>
                    <a:pt x="200114" y="781585"/>
                  </a:lnTo>
                  <a:lnTo>
                    <a:pt x="144456" y="769402"/>
                  </a:lnTo>
                  <a:lnTo>
                    <a:pt x="95964" y="753268"/>
                  </a:lnTo>
                  <a:lnTo>
                    <a:pt x="55955" y="733718"/>
                  </a:lnTo>
                  <a:lnTo>
                    <a:pt x="6656" y="686497"/>
                  </a:lnTo>
                  <a:lnTo>
                    <a:pt x="0" y="659891"/>
                  </a:lnTo>
                  <a:lnTo>
                    <a:pt x="0" y="131952"/>
                  </a:lnTo>
                  <a:close/>
                </a:path>
              </a:pathLst>
            </a:custGeom>
            <a:ln w="571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148196" y="7073391"/>
              <a:ext cx="655320" cy="792480"/>
            </a:xfrm>
            <a:custGeom>
              <a:avLst/>
              <a:gdLst/>
              <a:ahLst/>
              <a:cxnLst/>
              <a:rect l="l" t="t" r="r" b="b"/>
              <a:pathLst>
                <a:path w="655320" h="792479">
                  <a:moveTo>
                    <a:pt x="327660" y="0"/>
                  </a:moveTo>
                  <a:lnTo>
                    <a:pt x="261621" y="2679"/>
                  </a:lnTo>
                  <a:lnTo>
                    <a:pt x="200114" y="10366"/>
                  </a:lnTo>
                  <a:lnTo>
                    <a:pt x="144456" y="22529"/>
                  </a:lnTo>
                  <a:lnTo>
                    <a:pt x="95964" y="38639"/>
                  </a:lnTo>
                  <a:lnTo>
                    <a:pt x="55955" y="58166"/>
                  </a:lnTo>
                  <a:lnTo>
                    <a:pt x="6656" y="105353"/>
                  </a:lnTo>
                  <a:lnTo>
                    <a:pt x="0" y="131952"/>
                  </a:lnTo>
                  <a:lnTo>
                    <a:pt x="0" y="660018"/>
                  </a:lnTo>
                  <a:lnTo>
                    <a:pt x="25747" y="711390"/>
                  </a:lnTo>
                  <a:lnTo>
                    <a:pt x="95964" y="753332"/>
                  </a:lnTo>
                  <a:lnTo>
                    <a:pt x="144456" y="769442"/>
                  </a:lnTo>
                  <a:lnTo>
                    <a:pt x="200114" y="781605"/>
                  </a:lnTo>
                  <a:lnTo>
                    <a:pt x="261621" y="789292"/>
                  </a:lnTo>
                  <a:lnTo>
                    <a:pt x="327660" y="791971"/>
                  </a:lnTo>
                  <a:lnTo>
                    <a:pt x="393662" y="789292"/>
                  </a:lnTo>
                  <a:lnTo>
                    <a:pt x="455152" y="781605"/>
                  </a:lnTo>
                  <a:lnTo>
                    <a:pt x="510807" y="769442"/>
                  </a:lnTo>
                  <a:lnTo>
                    <a:pt x="559308" y="753332"/>
                  </a:lnTo>
                  <a:lnTo>
                    <a:pt x="599330" y="733805"/>
                  </a:lnTo>
                  <a:lnTo>
                    <a:pt x="648658" y="686618"/>
                  </a:lnTo>
                  <a:lnTo>
                    <a:pt x="655320" y="660018"/>
                  </a:lnTo>
                  <a:lnTo>
                    <a:pt x="655320" y="131952"/>
                  </a:lnTo>
                  <a:lnTo>
                    <a:pt x="629554" y="80581"/>
                  </a:lnTo>
                  <a:lnTo>
                    <a:pt x="559308" y="38639"/>
                  </a:lnTo>
                  <a:lnTo>
                    <a:pt x="510807" y="22529"/>
                  </a:lnTo>
                  <a:lnTo>
                    <a:pt x="455152" y="10366"/>
                  </a:lnTo>
                  <a:lnTo>
                    <a:pt x="393662" y="2679"/>
                  </a:lnTo>
                  <a:lnTo>
                    <a:pt x="3276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148196" y="7073391"/>
              <a:ext cx="655320" cy="792480"/>
            </a:xfrm>
            <a:custGeom>
              <a:avLst/>
              <a:gdLst/>
              <a:ahLst/>
              <a:cxnLst/>
              <a:rect l="l" t="t" r="r" b="b"/>
              <a:pathLst>
                <a:path w="655320" h="792479">
                  <a:moveTo>
                    <a:pt x="655320" y="131952"/>
                  </a:moveTo>
                  <a:lnTo>
                    <a:pt x="629554" y="183344"/>
                  </a:lnTo>
                  <a:lnTo>
                    <a:pt x="559308" y="225329"/>
                  </a:lnTo>
                  <a:lnTo>
                    <a:pt x="510807" y="241463"/>
                  </a:lnTo>
                  <a:lnTo>
                    <a:pt x="455152" y="253646"/>
                  </a:lnTo>
                  <a:lnTo>
                    <a:pt x="393662" y="261347"/>
                  </a:lnTo>
                  <a:lnTo>
                    <a:pt x="327660" y="264032"/>
                  </a:lnTo>
                  <a:lnTo>
                    <a:pt x="261621" y="261347"/>
                  </a:lnTo>
                  <a:lnTo>
                    <a:pt x="200114" y="253646"/>
                  </a:lnTo>
                  <a:lnTo>
                    <a:pt x="144456" y="241463"/>
                  </a:lnTo>
                  <a:lnTo>
                    <a:pt x="95964" y="225329"/>
                  </a:lnTo>
                  <a:lnTo>
                    <a:pt x="55955" y="205779"/>
                  </a:lnTo>
                  <a:lnTo>
                    <a:pt x="6656" y="158558"/>
                  </a:lnTo>
                  <a:lnTo>
                    <a:pt x="0" y="131952"/>
                  </a:lnTo>
                </a:path>
                <a:path w="655320" h="792479">
                  <a:moveTo>
                    <a:pt x="0" y="131952"/>
                  </a:moveTo>
                  <a:lnTo>
                    <a:pt x="25747" y="80581"/>
                  </a:lnTo>
                  <a:lnTo>
                    <a:pt x="95964" y="38639"/>
                  </a:lnTo>
                  <a:lnTo>
                    <a:pt x="144456" y="22529"/>
                  </a:lnTo>
                  <a:lnTo>
                    <a:pt x="200114" y="10366"/>
                  </a:lnTo>
                  <a:lnTo>
                    <a:pt x="261621" y="2679"/>
                  </a:lnTo>
                  <a:lnTo>
                    <a:pt x="327660" y="0"/>
                  </a:lnTo>
                  <a:lnTo>
                    <a:pt x="393662" y="2679"/>
                  </a:lnTo>
                  <a:lnTo>
                    <a:pt x="455152" y="10366"/>
                  </a:lnTo>
                  <a:lnTo>
                    <a:pt x="510807" y="22529"/>
                  </a:lnTo>
                  <a:lnTo>
                    <a:pt x="559308" y="38639"/>
                  </a:lnTo>
                  <a:lnTo>
                    <a:pt x="599330" y="58166"/>
                  </a:lnTo>
                  <a:lnTo>
                    <a:pt x="648658" y="105353"/>
                  </a:lnTo>
                  <a:lnTo>
                    <a:pt x="655320" y="131952"/>
                  </a:lnTo>
                  <a:lnTo>
                    <a:pt x="655320" y="660018"/>
                  </a:lnTo>
                  <a:lnTo>
                    <a:pt x="629554" y="711390"/>
                  </a:lnTo>
                  <a:lnTo>
                    <a:pt x="559308" y="753332"/>
                  </a:lnTo>
                  <a:lnTo>
                    <a:pt x="510807" y="769442"/>
                  </a:lnTo>
                  <a:lnTo>
                    <a:pt x="455152" y="781605"/>
                  </a:lnTo>
                  <a:lnTo>
                    <a:pt x="393662" y="789292"/>
                  </a:lnTo>
                  <a:lnTo>
                    <a:pt x="327660" y="791971"/>
                  </a:lnTo>
                  <a:lnTo>
                    <a:pt x="261621" y="789292"/>
                  </a:lnTo>
                  <a:lnTo>
                    <a:pt x="200114" y="781605"/>
                  </a:lnTo>
                  <a:lnTo>
                    <a:pt x="144456" y="769442"/>
                  </a:lnTo>
                  <a:lnTo>
                    <a:pt x="95964" y="753332"/>
                  </a:lnTo>
                  <a:lnTo>
                    <a:pt x="55955" y="733805"/>
                  </a:lnTo>
                  <a:lnTo>
                    <a:pt x="6656" y="686618"/>
                  </a:lnTo>
                  <a:lnTo>
                    <a:pt x="0" y="660018"/>
                  </a:lnTo>
                  <a:lnTo>
                    <a:pt x="0" y="131952"/>
                  </a:lnTo>
                  <a:close/>
                </a:path>
              </a:pathLst>
            </a:custGeom>
            <a:ln w="571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75856" y="7414060"/>
              <a:ext cx="572198" cy="105355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1761108" y="3689477"/>
            <a:ext cx="3052445" cy="2609215"/>
            <a:chOff x="1761108" y="3689477"/>
            <a:chExt cx="3052445" cy="2609215"/>
          </a:xfrm>
        </p:grpSpPr>
        <p:sp>
          <p:nvSpPr>
            <p:cNvPr id="20" name="object 20"/>
            <p:cNvSpPr/>
            <p:nvPr/>
          </p:nvSpPr>
          <p:spPr>
            <a:xfrm>
              <a:off x="1761108" y="3689477"/>
              <a:ext cx="3052445" cy="2609215"/>
            </a:xfrm>
            <a:custGeom>
              <a:avLst/>
              <a:gdLst/>
              <a:ahLst/>
              <a:cxnLst/>
              <a:rect l="l" t="t" r="r" b="b"/>
              <a:pathLst>
                <a:path w="3052445" h="2609215">
                  <a:moveTo>
                    <a:pt x="3052191" y="0"/>
                  </a:moveTo>
                  <a:lnTo>
                    <a:pt x="0" y="0"/>
                  </a:lnTo>
                  <a:lnTo>
                    <a:pt x="0" y="2608707"/>
                  </a:lnTo>
                  <a:lnTo>
                    <a:pt x="3052191" y="2608707"/>
                  </a:lnTo>
                  <a:lnTo>
                    <a:pt x="30521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01416" y="4435157"/>
              <a:ext cx="242150" cy="1478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71291" y="4718748"/>
              <a:ext cx="242150" cy="147891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471291" y="4144327"/>
              <a:ext cx="242150" cy="14789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89047" y="4201160"/>
              <a:ext cx="818515" cy="608330"/>
            </a:xfrm>
            <a:custGeom>
              <a:avLst/>
              <a:gdLst/>
              <a:ahLst/>
              <a:cxnLst/>
              <a:rect l="l" t="t" r="r" b="b"/>
              <a:pathLst>
                <a:path w="818514" h="608329">
                  <a:moveTo>
                    <a:pt x="0" y="304164"/>
                  </a:moveTo>
                  <a:lnTo>
                    <a:pt x="393826" y="304164"/>
                  </a:lnTo>
                </a:path>
                <a:path w="818514" h="608329">
                  <a:moveTo>
                    <a:pt x="393826" y="304164"/>
                  </a:moveTo>
                  <a:lnTo>
                    <a:pt x="650366" y="0"/>
                  </a:lnTo>
                </a:path>
                <a:path w="818514" h="608329">
                  <a:moveTo>
                    <a:pt x="650366" y="608329"/>
                  </a:moveTo>
                  <a:lnTo>
                    <a:pt x="393826" y="304164"/>
                  </a:lnTo>
                </a:path>
                <a:path w="818514" h="608329">
                  <a:moveTo>
                    <a:pt x="627506" y="591565"/>
                  </a:moveTo>
                  <a:lnTo>
                    <a:pt x="818514" y="591565"/>
                  </a:lnTo>
                </a:path>
                <a:path w="818514" h="608329">
                  <a:moveTo>
                    <a:pt x="627506" y="19176"/>
                  </a:moveTo>
                  <a:lnTo>
                    <a:pt x="818514" y="19176"/>
                  </a:lnTo>
                </a:path>
              </a:pathLst>
            </a:custGeom>
            <a:ln w="762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61108" y="3689477"/>
            <a:ext cx="3052445" cy="2609215"/>
          </a:xfrm>
          <a:prstGeom prst="rect">
            <a:avLst/>
          </a:prstGeom>
          <a:ln w="25400">
            <a:solidFill>
              <a:srgbClr val="BEBE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950"/>
              </a:spcBef>
            </a:pPr>
            <a:endParaRPr sz="3200">
              <a:latin typeface="Times New Roman"/>
              <a:cs typeface="Times New Roman"/>
            </a:endParaRPr>
          </a:p>
          <a:p>
            <a:pPr marL="472440">
              <a:lnSpc>
                <a:spcPct val="100000"/>
              </a:lnSpc>
            </a:pPr>
            <a:r>
              <a:rPr sz="3200" b="1" spc="430" dirty="0">
                <a:latin typeface="Calibri"/>
                <a:cs typeface="Calibri"/>
              </a:rPr>
              <a:t>Streaming</a:t>
            </a:r>
            <a:endParaRPr sz="32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046979" y="3689477"/>
            <a:ext cx="3052445" cy="2609215"/>
            <a:chOff x="5046979" y="3689477"/>
            <a:chExt cx="3052445" cy="2609215"/>
          </a:xfrm>
        </p:grpSpPr>
        <p:sp>
          <p:nvSpPr>
            <p:cNvPr id="27" name="object 27"/>
            <p:cNvSpPr/>
            <p:nvPr/>
          </p:nvSpPr>
          <p:spPr>
            <a:xfrm>
              <a:off x="5046979" y="3689477"/>
              <a:ext cx="3052445" cy="2609215"/>
            </a:xfrm>
            <a:custGeom>
              <a:avLst/>
              <a:gdLst/>
              <a:ahLst/>
              <a:cxnLst/>
              <a:rect l="l" t="t" r="r" b="b"/>
              <a:pathLst>
                <a:path w="3052445" h="2609215">
                  <a:moveTo>
                    <a:pt x="3052191" y="0"/>
                  </a:moveTo>
                  <a:lnTo>
                    <a:pt x="0" y="0"/>
                  </a:lnTo>
                  <a:lnTo>
                    <a:pt x="0" y="2608707"/>
                  </a:lnTo>
                  <a:lnTo>
                    <a:pt x="3052191" y="2608707"/>
                  </a:lnTo>
                  <a:lnTo>
                    <a:pt x="3052191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148196" y="4680585"/>
              <a:ext cx="750570" cy="313690"/>
            </a:xfrm>
            <a:custGeom>
              <a:avLst/>
              <a:gdLst/>
              <a:ahLst/>
              <a:cxnLst/>
              <a:rect l="l" t="t" r="r" b="b"/>
              <a:pathLst>
                <a:path w="750570" h="313689">
                  <a:moveTo>
                    <a:pt x="375284" y="0"/>
                  </a:moveTo>
                  <a:lnTo>
                    <a:pt x="299652" y="1060"/>
                  </a:lnTo>
                  <a:lnTo>
                    <a:pt x="229207" y="4101"/>
                  </a:lnTo>
                  <a:lnTo>
                    <a:pt x="165459" y="8914"/>
                  </a:lnTo>
                  <a:lnTo>
                    <a:pt x="109918" y="15287"/>
                  </a:lnTo>
                  <a:lnTo>
                    <a:pt x="64092" y="23012"/>
                  </a:lnTo>
                  <a:lnTo>
                    <a:pt x="7624" y="41677"/>
                  </a:lnTo>
                  <a:lnTo>
                    <a:pt x="0" y="52197"/>
                  </a:lnTo>
                  <a:lnTo>
                    <a:pt x="0" y="260985"/>
                  </a:lnTo>
                  <a:lnTo>
                    <a:pt x="64092" y="290169"/>
                  </a:lnTo>
                  <a:lnTo>
                    <a:pt x="109918" y="297894"/>
                  </a:lnTo>
                  <a:lnTo>
                    <a:pt x="165459" y="304267"/>
                  </a:lnTo>
                  <a:lnTo>
                    <a:pt x="229207" y="309080"/>
                  </a:lnTo>
                  <a:lnTo>
                    <a:pt x="299652" y="312121"/>
                  </a:lnTo>
                  <a:lnTo>
                    <a:pt x="375284" y="313181"/>
                  </a:lnTo>
                  <a:lnTo>
                    <a:pt x="450917" y="312121"/>
                  </a:lnTo>
                  <a:lnTo>
                    <a:pt x="521362" y="309080"/>
                  </a:lnTo>
                  <a:lnTo>
                    <a:pt x="585110" y="304267"/>
                  </a:lnTo>
                  <a:lnTo>
                    <a:pt x="640651" y="297894"/>
                  </a:lnTo>
                  <a:lnTo>
                    <a:pt x="686477" y="290169"/>
                  </a:lnTo>
                  <a:lnTo>
                    <a:pt x="742945" y="271504"/>
                  </a:lnTo>
                  <a:lnTo>
                    <a:pt x="750570" y="260985"/>
                  </a:lnTo>
                  <a:lnTo>
                    <a:pt x="750570" y="52197"/>
                  </a:lnTo>
                  <a:lnTo>
                    <a:pt x="686477" y="23012"/>
                  </a:lnTo>
                  <a:lnTo>
                    <a:pt x="640651" y="15287"/>
                  </a:lnTo>
                  <a:lnTo>
                    <a:pt x="585110" y="8914"/>
                  </a:lnTo>
                  <a:lnTo>
                    <a:pt x="521362" y="4101"/>
                  </a:lnTo>
                  <a:lnTo>
                    <a:pt x="450917" y="1060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48196" y="4680585"/>
              <a:ext cx="750570" cy="313690"/>
            </a:xfrm>
            <a:custGeom>
              <a:avLst/>
              <a:gdLst/>
              <a:ahLst/>
              <a:cxnLst/>
              <a:rect l="l" t="t" r="r" b="b"/>
              <a:pathLst>
                <a:path w="750570" h="313689">
                  <a:moveTo>
                    <a:pt x="750570" y="52197"/>
                  </a:moveTo>
                  <a:lnTo>
                    <a:pt x="686477" y="81381"/>
                  </a:lnTo>
                  <a:lnTo>
                    <a:pt x="640651" y="89106"/>
                  </a:lnTo>
                  <a:lnTo>
                    <a:pt x="585110" y="95479"/>
                  </a:lnTo>
                  <a:lnTo>
                    <a:pt x="521362" y="100292"/>
                  </a:lnTo>
                  <a:lnTo>
                    <a:pt x="450917" y="103333"/>
                  </a:lnTo>
                  <a:lnTo>
                    <a:pt x="375284" y="104393"/>
                  </a:lnTo>
                  <a:lnTo>
                    <a:pt x="299652" y="103333"/>
                  </a:lnTo>
                  <a:lnTo>
                    <a:pt x="229207" y="100292"/>
                  </a:lnTo>
                  <a:lnTo>
                    <a:pt x="165459" y="95479"/>
                  </a:lnTo>
                  <a:lnTo>
                    <a:pt x="109918" y="89106"/>
                  </a:lnTo>
                  <a:lnTo>
                    <a:pt x="64092" y="81381"/>
                  </a:lnTo>
                  <a:lnTo>
                    <a:pt x="7624" y="62716"/>
                  </a:lnTo>
                  <a:lnTo>
                    <a:pt x="0" y="52197"/>
                  </a:lnTo>
                </a:path>
                <a:path w="750570" h="313689">
                  <a:moveTo>
                    <a:pt x="0" y="52197"/>
                  </a:moveTo>
                  <a:lnTo>
                    <a:pt x="64092" y="23012"/>
                  </a:lnTo>
                  <a:lnTo>
                    <a:pt x="109918" y="15287"/>
                  </a:lnTo>
                  <a:lnTo>
                    <a:pt x="165459" y="8914"/>
                  </a:lnTo>
                  <a:lnTo>
                    <a:pt x="229207" y="4101"/>
                  </a:lnTo>
                  <a:lnTo>
                    <a:pt x="299652" y="1060"/>
                  </a:lnTo>
                  <a:lnTo>
                    <a:pt x="375284" y="0"/>
                  </a:lnTo>
                  <a:lnTo>
                    <a:pt x="450917" y="1060"/>
                  </a:lnTo>
                  <a:lnTo>
                    <a:pt x="521362" y="4101"/>
                  </a:lnTo>
                  <a:lnTo>
                    <a:pt x="585110" y="8914"/>
                  </a:lnTo>
                  <a:lnTo>
                    <a:pt x="640651" y="15287"/>
                  </a:lnTo>
                  <a:lnTo>
                    <a:pt x="686477" y="23012"/>
                  </a:lnTo>
                  <a:lnTo>
                    <a:pt x="742945" y="41677"/>
                  </a:lnTo>
                  <a:lnTo>
                    <a:pt x="750570" y="52197"/>
                  </a:lnTo>
                  <a:lnTo>
                    <a:pt x="750570" y="260985"/>
                  </a:lnTo>
                  <a:lnTo>
                    <a:pt x="686477" y="290169"/>
                  </a:lnTo>
                  <a:lnTo>
                    <a:pt x="640651" y="297894"/>
                  </a:lnTo>
                  <a:lnTo>
                    <a:pt x="585110" y="304267"/>
                  </a:lnTo>
                  <a:lnTo>
                    <a:pt x="521362" y="309080"/>
                  </a:lnTo>
                  <a:lnTo>
                    <a:pt x="450917" y="312121"/>
                  </a:lnTo>
                  <a:lnTo>
                    <a:pt x="375284" y="313181"/>
                  </a:lnTo>
                  <a:lnTo>
                    <a:pt x="299652" y="312121"/>
                  </a:lnTo>
                  <a:lnTo>
                    <a:pt x="229207" y="309080"/>
                  </a:lnTo>
                  <a:lnTo>
                    <a:pt x="165459" y="304267"/>
                  </a:lnTo>
                  <a:lnTo>
                    <a:pt x="109918" y="297894"/>
                  </a:lnTo>
                  <a:lnTo>
                    <a:pt x="64092" y="290169"/>
                  </a:lnTo>
                  <a:lnTo>
                    <a:pt x="7624" y="271504"/>
                  </a:lnTo>
                  <a:lnTo>
                    <a:pt x="0" y="260985"/>
                  </a:lnTo>
                  <a:lnTo>
                    <a:pt x="0" y="52197"/>
                  </a:lnTo>
                  <a:close/>
                </a:path>
              </a:pathLst>
            </a:custGeom>
            <a:ln w="571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48196" y="4475480"/>
              <a:ext cx="750570" cy="313690"/>
            </a:xfrm>
            <a:custGeom>
              <a:avLst/>
              <a:gdLst/>
              <a:ahLst/>
              <a:cxnLst/>
              <a:rect l="l" t="t" r="r" b="b"/>
              <a:pathLst>
                <a:path w="750570" h="313689">
                  <a:moveTo>
                    <a:pt x="375284" y="0"/>
                  </a:moveTo>
                  <a:lnTo>
                    <a:pt x="299652" y="1060"/>
                  </a:lnTo>
                  <a:lnTo>
                    <a:pt x="229207" y="4101"/>
                  </a:lnTo>
                  <a:lnTo>
                    <a:pt x="165459" y="8914"/>
                  </a:lnTo>
                  <a:lnTo>
                    <a:pt x="109918" y="15287"/>
                  </a:lnTo>
                  <a:lnTo>
                    <a:pt x="64092" y="23012"/>
                  </a:lnTo>
                  <a:lnTo>
                    <a:pt x="7624" y="41677"/>
                  </a:lnTo>
                  <a:lnTo>
                    <a:pt x="0" y="52197"/>
                  </a:lnTo>
                  <a:lnTo>
                    <a:pt x="0" y="260985"/>
                  </a:lnTo>
                  <a:lnTo>
                    <a:pt x="64092" y="290169"/>
                  </a:lnTo>
                  <a:lnTo>
                    <a:pt x="109918" y="297894"/>
                  </a:lnTo>
                  <a:lnTo>
                    <a:pt x="165459" y="304267"/>
                  </a:lnTo>
                  <a:lnTo>
                    <a:pt x="229207" y="309080"/>
                  </a:lnTo>
                  <a:lnTo>
                    <a:pt x="299652" y="312121"/>
                  </a:lnTo>
                  <a:lnTo>
                    <a:pt x="375284" y="313182"/>
                  </a:lnTo>
                  <a:lnTo>
                    <a:pt x="450917" y="312121"/>
                  </a:lnTo>
                  <a:lnTo>
                    <a:pt x="521362" y="309080"/>
                  </a:lnTo>
                  <a:lnTo>
                    <a:pt x="585110" y="304267"/>
                  </a:lnTo>
                  <a:lnTo>
                    <a:pt x="640651" y="297894"/>
                  </a:lnTo>
                  <a:lnTo>
                    <a:pt x="686477" y="290169"/>
                  </a:lnTo>
                  <a:lnTo>
                    <a:pt x="742945" y="271504"/>
                  </a:lnTo>
                  <a:lnTo>
                    <a:pt x="750570" y="260985"/>
                  </a:lnTo>
                  <a:lnTo>
                    <a:pt x="750570" y="52197"/>
                  </a:lnTo>
                  <a:lnTo>
                    <a:pt x="686477" y="23012"/>
                  </a:lnTo>
                  <a:lnTo>
                    <a:pt x="640651" y="15287"/>
                  </a:lnTo>
                  <a:lnTo>
                    <a:pt x="585110" y="8914"/>
                  </a:lnTo>
                  <a:lnTo>
                    <a:pt x="521362" y="4101"/>
                  </a:lnTo>
                  <a:lnTo>
                    <a:pt x="450917" y="1060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148196" y="4475480"/>
              <a:ext cx="750570" cy="313690"/>
            </a:xfrm>
            <a:custGeom>
              <a:avLst/>
              <a:gdLst/>
              <a:ahLst/>
              <a:cxnLst/>
              <a:rect l="l" t="t" r="r" b="b"/>
              <a:pathLst>
                <a:path w="750570" h="313689">
                  <a:moveTo>
                    <a:pt x="750570" y="52197"/>
                  </a:moveTo>
                  <a:lnTo>
                    <a:pt x="686477" y="81381"/>
                  </a:lnTo>
                  <a:lnTo>
                    <a:pt x="640651" y="89106"/>
                  </a:lnTo>
                  <a:lnTo>
                    <a:pt x="585110" y="95479"/>
                  </a:lnTo>
                  <a:lnTo>
                    <a:pt x="521362" y="100292"/>
                  </a:lnTo>
                  <a:lnTo>
                    <a:pt x="450917" y="103333"/>
                  </a:lnTo>
                  <a:lnTo>
                    <a:pt x="375284" y="104394"/>
                  </a:lnTo>
                  <a:lnTo>
                    <a:pt x="299652" y="103333"/>
                  </a:lnTo>
                  <a:lnTo>
                    <a:pt x="229207" y="100292"/>
                  </a:lnTo>
                  <a:lnTo>
                    <a:pt x="165459" y="95479"/>
                  </a:lnTo>
                  <a:lnTo>
                    <a:pt x="109918" y="89106"/>
                  </a:lnTo>
                  <a:lnTo>
                    <a:pt x="64092" y="81381"/>
                  </a:lnTo>
                  <a:lnTo>
                    <a:pt x="7624" y="62716"/>
                  </a:lnTo>
                  <a:lnTo>
                    <a:pt x="0" y="52197"/>
                  </a:lnTo>
                </a:path>
                <a:path w="750570" h="313689">
                  <a:moveTo>
                    <a:pt x="0" y="52197"/>
                  </a:moveTo>
                  <a:lnTo>
                    <a:pt x="64092" y="23012"/>
                  </a:lnTo>
                  <a:lnTo>
                    <a:pt x="109918" y="15287"/>
                  </a:lnTo>
                  <a:lnTo>
                    <a:pt x="165459" y="8914"/>
                  </a:lnTo>
                  <a:lnTo>
                    <a:pt x="229207" y="4101"/>
                  </a:lnTo>
                  <a:lnTo>
                    <a:pt x="299652" y="1060"/>
                  </a:lnTo>
                  <a:lnTo>
                    <a:pt x="375284" y="0"/>
                  </a:lnTo>
                  <a:lnTo>
                    <a:pt x="450917" y="1060"/>
                  </a:lnTo>
                  <a:lnTo>
                    <a:pt x="521362" y="4101"/>
                  </a:lnTo>
                  <a:lnTo>
                    <a:pt x="585110" y="8914"/>
                  </a:lnTo>
                  <a:lnTo>
                    <a:pt x="640651" y="15287"/>
                  </a:lnTo>
                  <a:lnTo>
                    <a:pt x="686477" y="23012"/>
                  </a:lnTo>
                  <a:lnTo>
                    <a:pt x="742945" y="41677"/>
                  </a:lnTo>
                  <a:lnTo>
                    <a:pt x="750570" y="52197"/>
                  </a:lnTo>
                  <a:lnTo>
                    <a:pt x="750570" y="260985"/>
                  </a:lnTo>
                  <a:lnTo>
                    <a:pt x="686477" y="290169"/>
                  </a:lnTo>
                  <a:lnTo>
                    <a:pt x="640651" y="297894"/>
                  </a:lnTo>
                  <a:lnTo>
                    <a:pt x="585110" y="304267"/>
                  </a:lnTo>
                  <a:lnTo>
                    <a:pt x="521362" y="309080"/>
                  </a:lnTo>
                  <a:lnTo>
                    <a:pt x="450917" y="312121"/>
                  </a:lnTo>
                  <a:lnTo>
                    <a:pt x="375284" y="313182"/>
                  </a:lnTo>
                  <a:lnTo>
                    <a:pt x="299652" y="312121"/>
                  </a:lnTo>
                  <a:lnTo>
                    <a:pt x="229207" y="309080"/>
                  </a:lnTo>
                  <a:lnTo>
                    <a:pt x="165459" y="304267"/>
                  </a:lnTo>
                  <a:lnTo>
                    <a:pt x="109918" y="297894"/>
                  </a:lnTo>
                  <a:lnTo>
                    <a:pt x="64092" y="290169"/>
                  </a:lnTo>
                  <a:lnTo>
                    <a:pt x="7624" y="271504"/>
                  </a:lnTo>
                  <a:lnTo>
                    <a:pt x="0" y="260985"/>
                  </a:lnTo>
                  <a:lnTo>
                    <a:pt x="0" y="52197"/>
                  </a:lnTo>
                  <a:close/>
                </a:path>
              </a:pathLst>
            </a:custGeom>
            <a:ln w="571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148196" y="4268343"/>
              <a:ext cx="750570" cy="313690"/>
            </a:xfrm>
            <a:custGeom>
              <a:avLst/>
              <a:gdLst/>
              <a:ahLst/>
              <a:cxnLst/>
              <a:rect l="l" t="t" r="r" b="b"/>
              <a:pathLst>
                <a:path w="750570" h="313689">
                  <a:moveTo>
                    <a:pt x="375284" y="0"/>
                  </a:moveTo>
                  <a:lnTo>
                    <a:pt x="299652" y="1060"/>
                  </a:lnTo>
                  <a:lnTo>
                    <a:pt x="229207" y="4101"/>
                  </a:lnTo>
                  <a:lnTo>
                    <a:pt x="165459" y="8914"/>
                  </a:lnTo>
                  <a:lnTo>
                    <a:pt x="109918" y="15287"/>
                  </a:lnTo>
                  <a:lnTo>
                    <a:pt x="64092" y="23012"/>
                  </a:lnTo>
                  <a:lnTo>
                    <a:pt x="7624" y="41677"/>
                  </a:lnTo>
                  <a:lnTo>
                    <a:pt x="0" y="52197"/>
                  </a:lnTo>
                  <a:lnTo>
                    <a:pt x="0" y="260985"/>
                  </a:lnTo>
                  <a:lnTo>
                    <a:pt x="64092" y="290169"/>
                  </a:lnTo>
                  <a:lnTo>
                    <a:pt x="109918" y="297894"/>
                  </a:lnTo>
                  <a:lnTo>
                    <a:pt x="165459" y="304267"/>
                  </a:lnTo>
                  <a:lnTo>
                    <a:pt x="229207" y="309080"/>
                  </a:lnTo>
                  <a:lnTo>
                    <a:pt x="299652" y="312121"/>
                  </a:lnTo>
                  <a:lnTo>
                    <a:pt x="375284" y="313182"/>
                  </a:lnTo>
                  <a:lnTo>
                    <a:pt x="450917" y="312121"/>
                  </a:lnTo>
                  <a:lnTo>
                    <a:pt x="521362" y="309080"/>
                  </a:lnTo>
                  <a:lnTo>
                    <a:pt x="585110" y="304267"/>
                  </a:lnTo>
                  <a:lnTo>
                    <a:pt x="640651" y="297894"/>
                  </a:lnTo>
                  <a:lnTo>
                    <a:pt x="686477" y="290169"/>
                  </a:lnTo>
                  <a:lnTo>
                    <a:pt x="742945" y="271504"/>
                  </a:lnTo>
                  <a:lnTo>
                    <a:pt x="750570" y="260985"/>
                  </a:lnTo>
                  <a:lnTo>
                    <a:pt x="750570" y="52197"/>
                  </a:lnTo>
                  <a:lnTo>
                    <a:pt x="686477" y="23012"/>
                  </a:lnTo>
                  <a:lnTo>
                    <a:pt x="640651" y="15287"/>
                  </a:lnTo>
                  <a:lnTo>
                    <a:pt x="585110" y="8914"/>
                  </a:lnTo>
                  <a:lnTo>
                    <a:pt x="521362" y="4101"/>
                  </a:lnTo>
                  <a:lnTo>
                    <a:pt x="450917" y="1060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148196" y="4268343"/>
              <a:ext cx="750570" cy="313690"/>
            </a:xfrm>
            <a:custGeom>
              <a:avLst/>
              <a:gdLst/>
              <a:ahLst/>
              <a:cxnLst/>
              <a:rect l="l" t="t" r="r" b="b"/>
              <a:pathLst>
                <a:path w="750570" h="313689">
                  <a:moveTo>
                    <a:pt x="750570" y="52197"/>
                  </a:moveTo>
                  <a:lnTo>
                    <a:pt x="686477" y="81381"/>
                  </a:lnTo>
                  <a:lnTo>
                    <a:pt x="640651" y="89106"/>
                  </a:lnTo>
                  <a:lnTo>
                    <a:pt x="585110" y="95479"/>
                  </a:lnTo>
                  <a:lnTo>
                    <a:pt x="521362" y="100292"/>
                  </a:lnTo>
                  <a:lnTo>
                    <a:pt x="450917" y="103333"/>
                  </a:lnTo>
                  <a:lnTo>
                    <a:pt x="375284" y="104394"/>
                  </a:lnTo>
                  <a:lnTo>
                    <a:pt x="299652" y="103333"/>
                  </a:lnTo>
                  <a:lnTo>
                    <a:pt x="229207" y="100292"/>
                  </a:lnTo>
                  <a:lnTo>
                    <a:pt x="165459" y="95479"/>
                  </a:lnTo>
                  <a:lnTo>
                    <a:pt x="109918" y="89106"/>
                  </a:lnTo>
                  <a:lnTo>
                    <a:pt x="64092" y="81381"/>
                  </a:lnTo>
                  <a:lnTo>
                    <a:pt x="7624" y="62716"/>
                  </a:lnTo>
                  <a:lnTo>
                    <a:pt x="0" y="52197"/>
                  </a:lnTo>
                </a:path>
                <a:path w="750570" h="313689">
                  <a:moveTo>
                    <a:pt x="0" y="52197"/>
                  </a:moveTo>
                  <a:lnTo>
                    <a:pt x="64092" y="23012"/>
                  </a:lnTo>
                  <a:lnTo>
                    <a:pt x="109918" y="15287"/>
                  </a:lnTo>
                  <a:lnTo>
                    <a:pt x="165459" y="8914"/>
                  </a:lnTo>
                  <a:lnTo>
                    <a:pt x="229207" y="4101"/>
                  </a:lnTo>
                  <a:lnTo>
                    <a:pt x="299652" y="1060"/>
                  </a:lnTo>
                  <a:lnTo>
                    <a:pt x="375284" y="0"/>
                  </a:lnTo>
                  <a:lnTo>
                    <a:pt x="450917" y="1060"/>
                  </a:lnTo>
                  <a:lnTo>
                    <a:pt x="521362" y="4101"/>
                  </a:lnTo>
                  <a:lnTo>
                    <a:pt x="585110" y="8914"/>
                  </a:lnTo>
                  <a:lnTo>
                    <a:pt x="640651" y="15287"/>
                  </a:lnTo>
                  <a:lnTo>
                    <a:pt x="686477" y="23012"/>
                  </a:lnTo>
                  <a:lnTo>
                    <a:pt x="742945" y="41677"/>
                  </a:lnTo>
                  <a:lnTo>
                    <a:pt x="750570" y="52197"/>
                  </a:lnTo>
                  <a:lnTo>
                    <a:pt x="750570" y="260985"/>
                  </a:lnTo>
                  <a:lnTo>
                    <a:pt x="686477" y="290169"/>
                  </a:lnTo>
                  <a:lnTo>
                    <a:pt x="640651" y="297894"/>
                  </a:lnTo>
                  <a:lnTo>
                    <a:pt x="585110" y="304267"/>
                  </a:lnTo>
                  <a:lnTo>
                    <a:pt x="521362" y="309080"/>
                  </a:lnTo>
                  <a:lnTo>
                    <a:pt x="450917" y="312121"/>
                  </a:lnTo>
                  <a:lnTo>
                    <a:pt x="375284" y="313182"/>
                  </a:lnTo>
                  <a:lnTo>
                    <a:pt x="299652" y="312121"/>
                  </a:lnTo>
                  <a:lnTo>
                    <a:pt x="229207" y="309080"/>
                  </a:lnTo>
                  <a:lnTo>
                    <a:pt x="165459" y="304267"/>
                  </a:lnTo>
                  <a:lnTo>
                    <a:pt x="109918" y="297894"/>
                  </a:lnTo>
                  <a:lnTo>
                    <a:pt x="64092" y="290169"/>
                  </a:lnTo>
                  <a:lnTo>
                    <a:pt x="7624" y="271504"/>
                  </a:lnTo>
                  <a:lnTo>
                    <a:pt x="0" y="260985"/>
                  </a:lnTo>
                  <a:lnTo>
                    <a:pt x="0" y="52197"/>
                  </a:lnTo>
                  <a:close/>
                </a:path>
              </a:pathLst>
            </a:custGeom>
            <a:ln w="571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148196" y="4063238"/>
              <a:ext cx="750570" cy="313690"/>
            </a:xfrm>
            <a:custGeom>
              <a:avLst/>
              <a:gdLst/>
              <a:ahLst/>
              <a:cxnLst/>
              <a:rect l="l" t="t" r="r" b="b"/>
              <a:pathLst>
                <a:path w="750570" h="313689">
                  <a:moveTo>
                    <a:pt x="375284" y="0"/>
                  </a:moveTo>
                  <a:lnTo>
                    <a:pt x="299652" y="1060"/>
                  </a:lnTo>
                  <a:lnTo>
                    <a:pt x="229207" y="4101"/>
                  </a:lnTo>
                  <a:lnTo>
                    <a:pt x="165459" y="8914"/>
                  </a:lnTo>
                  <a:lnTo>
                    <a:pt x="109918" y="15287"/>
                  </a:lnTo>
                  <a:lnTo>
                    <a:pt x="64092" y="23012"/>
                  </a:lnTo>
                  <a:lnTo>
                    <a:pt x="7624" y="41677"/>
                  </a:lnTo>
                  <a:lnTo>
                    <a:pt x="0" y="52197"/>
                  </a:lnTo>
                  <a:lnTo>
                    <a:pt x="0" y="260985"/>
                  </a:lnTo>
                  <a:lnTo>
                    <a:pt x="64092" y="290169"/>
                  </a:lnTo>
                  <a:lnTo>
                    <a:pt x="109918" y="297894"/>
                  </a:lnTo>
                  <a:lnTo>
                    <a:pt x="165459" y="304267"/>
                  </a:lnTo>
                  <a:lnTo>
                    <a:pt x="229207" y="309080"/>
                  </a:lnTo>
                  <a:lnTo>
                    <a:pt x="299652" y="312121"/>
                  </a:lnTo>
                  <a:lnTo>
                    <a:pt x="375284" y="313182"/>
                  </a:lnTo>
                  <a:lnTo>
                    <a:pt x="450917" y="312121"/>
                  </a:lnTo>
                  <a:lnTo>
                    <a:pt x="521362" y="309080"/>
                  </a:lnTo>
                  <a:lnTo>
                    <a:pt x="585110" y="304267"/>
                  </a:lnTo>
                  <a:lnTo>
                    <a:pt x="640651" y="297894"/>
                  </a:lnTo>
                  <a:lnTo>
                    <a:pt x="686477" y="290169"/>
                  </a:lnTo>
                  <a:lnTo>
                    <a:pt x="742945" y="271504"/>
                  </a:lnTo>
                  <a:lnTo>
                    <a:pt x="750570" y="260985"/>
                  </a:lnTo>
                  <a:lnTo>
                    <a:pt x="750570" y="52197"/>
                  </a:lnTo>
                  <a:lnTo>
                    <a:pt x="686477" y="23012"/>
                  </a:lnTo>
                  <a:lnTo>
                    <a:pt x="640651" y="15287"/>
                  </a:lnTo>
                  <a:lnTo>
                    <a:pt x="585110" y="8914"/>
                  </a:lnTo>
                  <a:lnTo>
                    <a:pt x="521362" y="4101"/>
                  </a:lnTo>
                  <a:lnTo>
                    <a:pt x="450917" y="1060"/>
                  </a:lnTo>
                  <a:lnTo>
                    <a:pt x="37528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148196" y="4063238"/>
              <a:ext cx="750570" cy="313690"/>
            </a:xfrm>
            <a:custGeom>
              <a:avLst/>
              <a:gdLst/>
              <a:ahLst/>
              <a:cxnLst/>
              <a:rect l="l" t="t" r="r" b="b"/>
              <a:pathLst>
                <a:path w="750570" h="313689">
                  <a:moveTo>
                    <a:pt x="750570" y="52197"/>
                  </a:moveTo>
                  <a:lnTo>
                    <a:pt x="686477" y="81381"/>
                  </a:lnTo>
                  <a:lnTo>
                    <a:pt x="640651" y="89106"/>
                  </a:lnTo>
                  <a:lnTo>
                    <a:pt x="585110" y="95479"/>
                  </a:lnTo>
                  <a:lnTo>
                    <a:pt x="521362" y="100292"/>
                  </a:lnTo>
                  <a:lnTo>
                    <a:pt x="450917" y="103333"/>
                  </a:lnTo>
                  <a:lnTo>
                    <a:pt x="375284" y="104394"/>
                  </a:lnTo>
                  <a:lnTo>
                    <a:pt x="299652" y="103333"/>
                  </a:lnTo>
                  <a:lnTo>
                    <a:pt x="229207" y="100292"/>
                  </a:lnTo>
                  <a:lnTo>
                    <a:pt x="165459" y="95479"/>
                  </a:lnTo>
                  <a:lnTo>
                    <a:pt x="109918" y="89106"/>
                  </a:lnTo>
                  <a:lnTo>
                    <a:pt x="64092" y="81381"/>
                  </a:lnTo>
                  <a:lnTo>
                    <a:pt x="7624" y="62716"/>
                  </a:lnTo>
                  <a:lnTo>
                    <a:pt x="0" y="52197"/>
                  </a:lnTo>
                </a:path>
                <a:path w="750570" h="313689">
                  <a:moveTo>
                    <a:pt x="0" y="52197"/>
                  </a:moveTo>
                  <a:lnTo>
                    <a:pt x="64092" y="23012"/>
                  </a:lnTo>
                  <a:lnTo>
                    <a:pt x="109918" y="15287"/>
                  </a:lnTo>
                  <a:lnTo>
                    <a:pt x="165459" y="8914"/>
                  </a:lnTo>
                  <a:lnTo>
                    <a:pt x="229207" y="4101"/>
                  </a:lnTo>
                  <a:lnTo>
                    <a:pt x="299652" y="1060"/>
                  </a:lnTo>
                  <a:lnTo>
                    <a:pt x="375284" y="0"/>
                  </a:lnTo>
                  <a:lnTo>
                    <a:pt x="450917" y="1060"/>
                  </a:lnTo>
                  <a:lnTo>
                    <a:pt x="521362" y="4101"/>
                  </a:lnTo>
                  <a:lnTo>
                    <a:pt x="585110" y="8914"/>
                  </a:lnTo>
                  <a:lnTo>
                    <a:pt x="640651" y="15287"/>
                  </a:lnTo>
                  <a:lnTo>
                    <a:pt x="686477" y="23012"/>
                  </a:lnTo>
                  <a:lnTo>
                    <a:pt x="742945" y="41677"/>
                  </a:lnTo>
                  <a:lnTo>
                    <a:pt x="750570" y="52197"/>
                  </a:lnTo>
                  <a:lnTo>
                    <a:pt x="750570" y="260985"/>
                  </a:lnTo>
                  <a:lnTo>
                    <a:pt x="686477" y="290169"/>
                  </a:lnTo>
                  <a:lnTo>
                    <a:pt x="640651" y="297894"/>
                  </a:lnTo>
                  <a:lnTo>
                    <a:pt x="585110" y="304267"/>
                  </a:lnTo>
                  <a:lnTo>
                    <a:pt x="521362" y="309080"/>
                  </a:lnTo>
                  <a:lnTo>
                    <a:pt x="450917" y="312121"/>
                  </a:lnTo>
                  <a:lnTo>
                    <a:pt x="375284" y="313182"/>
                  </a:lnTo>
                  <a:lnTo>
                    <a:pt x="299652" y="312121"/>
                  </a:lnTo>
                  <a:lnTo>
                    <a:pt x="229207" y="309080"/>
                  </a:lnTo>
                  <a:lnTo>
                    <a:pt x="165459" y="304267"/>
                  </a:lnTo>
                  <a:lnTo>
                    <a:pt x="109918" y="297894"/>
                  </a:lnTo>
                  <a:lnTo>
                    <a:pt x="64092" y="290169"/>
                  </a:lnTo>
                  <a:lnTo>
                    <a:pt x="7624" y="271504"/>
                  </a:lnTo>
                  <a:lnTo>
                    <a:pt x="0" y="260985"/>
                  </a:lnTo>
                  <a:lnTo>
                    <a:pt x="0" y="52197"/>
                  </a:lnTo>
                  <a:close/>
                </a:path>
              </a:pathLst>
            </a:custGeom>
            <a:ln w="5715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750811" y="3971226"/>
              <a:ext cx="105355" cy="572198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5046979" y="3689477"/>
            <a:ext cx="3052445" cy="2609215"/>
          </a:xfrm>
          <a:prstGeom prst="rect">
            <a:avLst/>
          </a:prstGeom>
          <a:ln w="25400">
            <a:solidFill>
              <a:srgbClr val="BEBE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60"/>
              </a:spcBef>
            </a:pPr>
            <a:endParaRPr sz="3200">
              <a:latin typeface="Times New Roman"/>
              <a:cs typeface="Times New Roman"/>
            </a:endParaRPr>
          </a:p>
          <a:p>
            <a:pPr marL="862965">
              <a:lnSpc>
                <a:spcPct val="100000"/>
              </a:lnSpc>
            </a:pPr>
            <a:r>
              <a:rPr sz="3200" b="1" spc="360" dirty="0">
                <a:latin typeface="Calibri"/>
                <a:cs typeface="Calibri"/>
              </a:rPr>
              <a:t>State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761108" y="6497954"/>
            <a:ext cx="3052445" cy="2609215"/>
          </a:xfrm>
          <a:prstGeom prst="rect">
            <a:avLst/>
          </a:prstGeom>
          <a:ln w="25400">
            <a:solidFill>
              <a:srgbClr val="BEBE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445"/>
              </a:spcBef>
            </a:pPr>
            <a:endParaRPr sz="3200">
              <a:latin typeface="Times New Roman"/>
              <a:cs typeface="Times New Roman"/>
            </a:endParaRPr>
          </a:p>
          <a:p>
            <a:pPr marL="1031875">
              <a:lnSpc>
                <a:spcPct val="100000"/>
              </a:lnSpc>
            </a:pPr>
            <a:r>
              <a:rPr sz="3200" b="1" spc="405" dirty="0">
                <a:latin typeface="Calibri"/>
                <a:cs typeface="Calibri"/>
              </a:rPr>
              <a:t>Time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046979" y="6497954"/>
            <a:ext cx="3052445" cy="2609215"/>
          </a:xfrm>
          <a:prstGeom prst="rect">
            <a:avLst/>
          </a:prstGeom>
          <a:ln w="25400">
            <a:solidFill>
              <a:srgbClr val="BEBE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30"/>
              </a:spcBef>
            </a:pPr>
            <a:endParaRPr sz="3200">
              <a:latin typeface="Times New Roman"/>
              <a:cs typeface="Times New Roman"/>
            </a:endParaRPr>
          </a:p>
          <a:p>
            <a:pPr marL="398780">
              <a:lnSpc>
                <a:spcPct val="100000"/>
              </a:lnSpc>
            </a:pPr>
            <a:r>
              <a:rPr sz="3200" b="1" spc="425" dirty="0">
                <a:latin typeface="Calibri"/>
                <a:cs typeface="Calibri"/>
              </a:rPr>
              <a:t>Snapshots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266301" y="3689350"/>
            <a:ext cx="8336280" cy="5911850"/>
          </a:xfrm>
          <a:prstGeom prst="rect">
            <a:avLst/>
          </a:prstGeom>
          <a:solidFill>
            <a:srgbClr val="F1F1F1"/>
          </a:solidFill>
          <a:ln w="25400">
            <a:solidFill>
              <a:srgbClr val="BEBEBE"/>
            </a:solidFill>
          </a:ln>
        </p:spPr>
        <p:txBody>
          <a:bodyPr vert="horz" wrap="square" lIns="0" tIns="112395" rIns="0" bIns="0" rtlCol="0">
            <a:spAutoFit/>
          </a:bodyPr>
          <a:lstStyle/>
          <a:p>
            <a:pPr marL="257175" marR="416559" algn="just">
              <a:lnSpc>
                <a:spcPct val="100000"/>
              </a:lnSpc>
              <a:spcBef>
                <a:spcPts val="885"/>
              </a:spcBef>
            </a:pPr>
            <a:r>
              <a:rPr sz="1800" dirty="0">
                <a:latin typeface="Malgun Gothic"/>
                <a:cs typeface="Malgun Gothic"/>
              </a:rPr>
              <a:t>Flink에</a:t>
            </a:r>
            <a:r>
              <a:rPr sz="1800" spc="-3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내장된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b="1" dirty="0">
                <a:latin typeface="Malgun Gothic"/>
                <a:cs typeface="Malgun Gothic"/>
              </a:rPr>
              <a:t>Streaming,</a:t>
            </a:r>
            <a:r>
              <a:rPr sz="1800" b="1" spc="-20" dirty="0">
                <a:latin typeface="Malgun Gothic"/>
                <a:cs typeface="Malgun Gothic"/>
              </a:rPr>
              <a:t> </a:t>
            </a:r>
            <a:r>
              <a:rPr sz="1800" b="1" dirty="0">
                <a:latin typeface="Malgun Gothic"/>
                <a:cs typeface="Malgun Gothic"/>
              </a:rPr>
              <a:t>State,</a:t>
            </a:r>
            <a:r>
              <a:rPr sz="1800" b="1" spc="-35" dirty="0">
                <a:latin typeface="Malgun Gothic"/>
                <a:cs typeface="Malgun Gothic"/>
              </a:rPr>
              <a:t> </a:t>
            </a:r>
            <a:r>
              <a:rPr sz="1800" b="1" dirty="0">
                <a:latin typeface="Malgun Gothic"/>
                <a:cs typeface="Malgun Gothic"/>
              </a:rPr>
              <a:t>Time,</a:t>
            </a:r>
            <a:r>
              <a:rPr sz="1800" b="1" spc="-5" dirty="0">
                <a:latin typeface="Malgun Gothic"/>
                <a:cs typeface="Malgun Gothic"/>
              </a:rPr>
              <a:t> </a:t>
            </a:r>
            <a:r>
              <a:rPr sz="1800" b="1" dirty="0">
                <a:latin typeface="Malgun Gothic"/>
                <a:cs typeface="Malgun Gothic"/>
              </a:rPr>
              <a:t>Snapshots</a:t>
            </a:r>
            <a:r>
              <a:rPr sz="1800" dirty="0">
                <a:latin typeface="Malgun Gothic"/>
                <a:cs typeface="Malgun Gothic"/>
              </a:rPr>
              <a:t>이라는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네</a:t>
            </a:r>
            <a:r>
              <a:rPr sz="1800" spc="-2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가지</a:t>
            </a:r>
            <a:r>
              <a:rPr sz="1800" spc="-25" dirty="0">
                <a:latin typeface="Malgun Gothic"/>
                <a:cs typeface="Malgun Gothic"/>
              </a:rPr>
              <a:t> 개념은 </a:t>
            </a:r>
            <a:r>
              <a:rPr sz="1800" dirty="0">
                <a:latin typeface="Malgun Gothic"/>
                <a:cs typeface="Malgun Gothic"/>
              </a:rPr>
              <a:t>Flink의</a:t>
            </a:r>
            <a:r>
              <a:rPr sz="1800" spc="-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기반이 되는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가장 큰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아이디어이며,</a:t>
            </a:r>
            <a:r>
              <a:rPr sz="1800" spc="1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이들이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어떻게 조화를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spc="-20" dirty="0">
                <a:latin typeface="Malgun Gothic"/>
                <a:cs typeface="Malgun Gothic"/>
              </a:rPr>
              <a:t>이루는지 </a:t>
            </a:r>
            <a:r>
              <a:rPr sz="1800" dirty="0">
                <a:latin typeface="Malgun Gothic"/>
                <a:cs typeface="Malgun Gothic"/>
              </a:rPr>
              <a:t>이해하는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것이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Flink의</a:t>
            </a:r>
            <a:r>
              <a:rPr sz="1800" spc="-2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작동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방식을</a:t>
            </a:r>
            <a:r>
              <a:rPr sz="1800" spc="-10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이해하는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dirty="0">
                <a:latin typeface="Malgun Gothic"/>
                <a:cs typeface="Malgun Gothic"/>
              </a:rPr>
              <a:t>데</a:t>
            </a:r>
            <a:r>
              <a:rPr sz="1800" spc="-5" dirty="0">
                <a:latin typeface="Malgun Gothic"/>
                <a:cs typeface="Malgun Gothic"/>
              </a:rPr>
              <a:t> </a:t>
            </a:r>
            <a:r>
              <a:rPr sz="1800" spc="-10" dirty="0">
                <a:latin typeface="Malgun Gothic"/>
                <a:cs typeface="Malgun Gothic"/>
              </a:rPr>
              <a:t>핵심입니다.</a:t>
            </a:r>
            <a:endParaRPr sz="1800">
              <a:latin typeface="Malgun Gothic"/>
              <a:cs typeface="Malgun Gothic"/>
            </a:endParaRPr>
          </a:p>
          <a:p>
            <a:pPr marL="542925" indent="-285750">
              <a:lnSpc>
                <a:spcPct val="100000"/>
              </a:lnSpc>
              <a:spcBef>
                <a:spcPts val="1265"/>
              </a:spcBef>
              <a:buFont typeface="Wingdings"/>
              <a:buChar char=""/>
              <a:tabLst>
                <a:tab pos="542925" algn="l"/>
              </a:tabLst>
            </a:pPr>
            <a:r>
              <a:rPr sz="2000" spc="-10" dirty="0">
                <a:latin typeface="Malgun Gothic"/>
                <a:cs typeface="Malgun Gothic"/>
              </a:rPr>
              <a:t>Streaming</a:t>
            </a:r>
            <a:endParaRPr sz="2000">
              <a:latin typeface="Malgun Gothic"/>
              <a:cs typeface="Malgun Gothic"/>
            </a:endParaRPr>
          </a:p>
          <a:p>
            <a:pPr marL="25717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Malgun Gothic"/>
                <a:cs typeface="Malgun Gothic"/>
              </a:rPr>
              <a:t>무한한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스트림을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실시간으로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지속적으로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할</a:t>
            </a:r>
            <a:r>
              <a:rPr sz="1600" spc="-6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있음을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의미하며,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이를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통해</a:t>
            </a:r>
            <a:endParaRPr sz="1600">
              <a:latin typeface="Malgun Gothic"/>
              <a:cs typeface="Malgun Gothic"/>
            </a:endParaRPr>
          </a:p>
          <a:p>
            <a:pPr marL="25717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Malgun Gothic"/>
                <a:cs typeface="Malgun Gothic"/>
              </a:rPr>
              <a:t>필요한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실시간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분석,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이상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탐지,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연속적인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ETL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프로세스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등에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적합합니다.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Malgun Gothic"/>
              <a:cs typeface="Malgun Gothic"/>
            </a:endParaRPr>
          </a:p>
          <a:p>
            <a:pPr marL="542925" indent="-285750">
              <a:lnSpc>
                <a:spcPct val="100000"/>
              </a:lnSpc>
              <a:buFont typeface="Wingdings"/>
              <a:buChar char=""/>
              <a:tabLst>
                <a:tab pos="542925" algn="l"/>
              </a:tabLst>
            </a:pPr>
            <a:r>
              <a:rPr sz="2000" spc="-10" dirty="0">
                <a:latin typeface="Malgun Gothic"/>
                <a:cs typeface="Malgun Gothic"/>
              </a:rPr>
              <a:t>State</a:t>
            </a:r>
            <a:endParaRPr sz="2000">
              <a:latin typeface="Malgun Gothic"/>
              <a:cs typeface="Malgun Gothic"/>
            </a:endParaRPr>
          </a:p>
          <a:p>
            <a:pPr marL="257175" marR="130175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Malgun Gothic"/>
                <a:cs typeface="Malgun Gothic"/>
              </a:rPr>
              <a:t>상태를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가진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처리를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지원하므로,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이전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이벤트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정보를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저장하고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활용할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있음을 </a:t>
            </a:r>
            <a:r>
              <a:rPr sz="1600" dirty="0">
                <a:latin typeface="Malgun Gothic"/>
                <a:cs typeface="Malgun Gothic"/>
              </a:rPr>
              <a:t>의미하며,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상태는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집계,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윈도우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연산,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복잡한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이벤트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처리(CEP)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등에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필수적입니다.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00">
              <a:latin typeface="Malgun Gothic"/>
              <a:cs typeface="Malgun Gothic"/>
            </a:endParaRPr>
          </a:p>
          <a:p>
            <a:pPr marL="542925" indent="-285750">
              <a:lnSpc>
                <a:spcPct val="100000"/>
              </a:lnSpc>
              <a:buFont typeface="Wingdings"/>
              <a:buChar char=""/>
              <a:tabLst>
                <a:tab pos="542925" algn="l"/>
              </a:tabLst>
            </a:pPr>
            <a:r>
              <a:rPr sz="2000" spc="-20" dirty="0">
                <a:latin typeface="Malgun Gothic"/>
                <a:cs typeface="Malgun Gothic"/>
              </a:rPr>
              <a:t>Time</a:t>
            </a:r>
            <a:endParaRPr sz="2000">
              <a:latin typeface="Malgun Gothic"/>
              <a:cs typeface="Malgun Gothic"/>
            </a:endParaRPr>
          </a:p>
          <a:p>
            <a:pPr marL="257175" marR="15748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Malgun Gothic"/>
                <a:cs typeface="Malgun Gothic"/>
              </a:rPr>
              <a:t>이벤트(Event)</a:t>
            </a:r>
            <a:r>
              <a:rPr sz="1600" spc="-6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시간,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수집(Ingestion)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시간,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처리(Processing)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시간등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다양한</a:t>
            </a:r>
            <a:r>
              <a:rPr sz="1600" spc="-5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시간</a:t>
            </a:r>
            <a:r>
              <a:rPr sz="1600" spc="-6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개념을 </a:t>
            </a:r>
            <a:r>
              <a:rPr sz="1600" dirty="0">
                <a:latin typeface="Malgun Gothic"/>
                <a:cs typeface="Malgun Gothic"/>
              </a:rPr>
              <a:t>지원합니다.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이벤트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시간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처리를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통해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데이터가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생성된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실제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시간을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기준으로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연산하고, </a:t>
            </a:r>
            <a:r>
              <a:rPr sz="1600" dirty="0">
                <a:latin typeface="Malgun Gothic"/>
                <a:cs typeface="Malgun Gothic"/>
              </a:rPr>
              <a:t>데이터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순서가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뒤바뀐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데이터도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정확하게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할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있습니다.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Malgun Gothic"/>
              <a:cs typeface="Malgun Gothic"/>
            </a:endParaRPr>
          </a:p>
          <a:p>
            <a:pPr marL="542925" indent="-285750">
              <a:lnSpc>
                <a:spcPct val="100000"/>
              </a:lnSpc>
              <a:buFont typeface="Wingdings"/>
              <a:buChar char=""/>
              <a:tabLst>
                <a:tab pos="542925" algn="l"/>
              </a:tabLst>
            </a:pPr>
            <a:r>
              <a:rPr sz="2000" spc="-10" dirty="0">
                <a:latin typeface="Malgun Gothic"/>
                <a:cs typeface="Malgun Gothic"/>
              </a:rPr>
              <a:t>Snapshots</a:t>
            </a:r>
            <a:endParaRPr sz="2000">
              <a:latin typeface="Malgun Gothic"/>
              <a:cs typeface="Malgun Gothic"/>
            </a:endParaRPr>
          </a:p>
          <a:p>
            <a:pPr marL="257175" marR="331470">
              <a:lnSpc>
                <a:spcPct val="100000"/>
              </a:lnSpc>
              <a:spcBef>
                <a:spcPts val="5"/>
              </a:spcBef>
            </a:pPr>
            <a:r>
              <a:rPr sz="1600" dirty="0">
                <a:latin typeface="Malgun Gothic"/>
                <a:cs typeface="Malgun Gothic"/>
              </a:rPr>
              <a:t>분산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스탭샷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메커니즘을</a:t>
            </a:r>
            <a:r>
              <a:rPr sz="1600" spc="-1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통해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장애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복구와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정확히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한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번(Exactly-</a:t>
            </a:r>
            <a:r>
              <a:rPr sz="1600" dirty="0">
                <a:latin typeface="Malgun Gothic"/>
                <a:cs typeface="Malgun Gothic"/>
              </a:rPr>
              <a:t>Once) </a:t>
            </a:r>
            <a:r>
              <a:rPr sz="1600" spc="-25" dirty="0">
                <a:latin typeface="Malgun Gothic"/>
                <a:cs typeface="Malgun Gothic"/>
              </a:rPr>
              <a:t>처리를 </a:t>
            </a:r>
            <a:r>
              <a:rPr sz="1600" dirty="0">
                <a:latin typeface="Malgun Gothic"/>
                <a:cs typeface="Malgun Gothic"/>
              </a:rPr>
              <a:t>보장합니다.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주기적으로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전체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시스템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상태를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저장하여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가장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최근의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정보로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복구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할</a:t>
            </a:r>
            <a:r>
              <a:rPr sz="1600" spc="-50" dirty="0">
                <a:latin typeface="Malgun Gothic"/>
                <a:cs typeface="Malgun Gothic"/>
              </a:rPr>
              <a:t> 수 </a:t>
            </a:r>
            <a:r>
              <a:rPr sz="1600" dirty="0">
                <a:latin typeface="Malgun Gothic"/>
                <a:cs typeface="Malgun Gothic"/>
              </a:rPr>
              <a:t>있으므로,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대규모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분산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환경에서도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손실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없이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정확한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결과를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보장합니다.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73100" y="635635"/>
            <a:ext cx="136829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spc="475" dirty="0">
                <a:solidFill>
                  <a:srgbClr val="173360"/>
                </a:solidFill>
                <a:latin typeface="Calibri"/>
                <a:cs typeface="Calibri"/>
              </a:rPr>
              <a:t>Real-</a:t>
            </a:r>
            <a:r>
              <a:rPr sz="4400" spc="585" dirty="0">
                <a:solidFill>
                  <a:srgbClr val="173360"/>
                </a:solidFill>
                <a:latin typeface="Calibri"/>
                <a:cs typeface="Calibri"/>
              </a:rPr>
              <a:t>Time</a:t>
            </a:r>
            <a:r>
              <a:rPr sz="4400" spc="24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35" dirty="0">
                <a:solidFill>
                  <a:srgbClr val="173360"/>
                </a:solidFill>
                <a:latin typeface="Calibri"/>
                <a:cs typeface="Calibri"/>
              </a:rPr>
              <a:t>Services</a:t>
            </a:r>
            <a:r>
              <a:rPr sz="4400" spc="26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25" dirty="0">
                <a:solidFill>
                  <a:srgbClr val="173360"/>
                </a:solidFill>
                <a:latin typeface="Calibri"/>
                <a:cs typeface="Calibri"/>
              </a:rPr>
              <a:t>Rely</a:t>
            </a:r>
            <a:r>
              <a:rPr sz="4400" spc="24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690" dirty="0">
                <a:solidFill>
                  <a:srgbClr val="173360"/>
                </a:solidFill>
                <a:latin typeface="Calibri"/>
                <a:cs typeface="Calibri"/>
              </a:rPr>
              <a:t>On</a:t>
            </a:r>
            <a:r>
              <a:rPr sz="4400" spc="265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90" dirty="0">
                <a:solidFill>
                  <a:srgbClr val="173360"/>
                </a:solidFill>
                <a:latin typeface="Calibri"/>
                <a:cs typeface="Calibri"/>
              </a:rPr>
              <a:t>Stream</a:t>
            </a:r>
            <a:r>
              <a:rPr sz="4400" spc="240" dirty="0">
                <a:solidFill>
                  <a:srgbClr val="173360"/>
                </a:solidFill>
                <a:latin typeface="Calibri"/>
                <a:cs typeface="Calibri"/>
              </a:rPr>
              <a:t> </a:t>
            </a:r>
            <a:r>
              <a:rPr sz="4400" spc="585" dirty="0">
                <a:solidFill>
                  <a:srgbClr val="173360"/>
                </a:solidFill>
                <a:latin typeface="Calibri"/>
                <a:cs typeface="Calibri"/>
              </a:rPr>
              <a:t>Processing</a:t>
            </a:r>
            <a:endParaRPr sz="4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45475" y="1490472"/>
            <a:ext cx="16981170" cy="2284730"/>
            <a:chOff x="545475" y="1490472"/>
            <a:chExt cx="16981170" cy="22847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475" y="1573178"/>
              <a:ext cx="16980641" cy="201708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84860" y="1490472"/>
              <a:ext cx="16192500" cy="228447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766724" y="1604391"/>
              <a:ext cx="16556355" cy="1592580"/>
            </a:xfrm>
            <a:custGeom>
              <a:avLst/>
              <a:gdLst/>
              <a:ahLst/>
              <a:cxnLst/>
              <a:rect l="l" t="t" r="r" b="b"/>
              <a:pathLst>
                <a:path w="16556355" h="1592580">
                  <a:moveTo>
                    <a:pt x="16290772" y="0"/>
                  </a:moveTo>
                  <a:lnTo>
                    <a:pt x="265341" y="0"/>
                  </a:lnTo>
                  <a:lnTo>
                    <a:pt x="217645" y="4273"/>
                  </a:lnTo>
                  <a:lnTo>
                    <a:pt x="172754" y="16593"/>
                  </a:lnTo>
                  <a:lnTo>
                    <a:pt x="131417" y="36213"/>
                  </a:lnTo>
                  <a:lnTo>
                    <a:pt x="94384" y="62384"/>
                  </a:lnTo>
                  <a:lnTo>
                    <a:pt x="62404" y="94357"/>
                  </a:lnTo>
                  <a:lnTo>
                    <a:pt x="36226" y="131383"/>
                  </a:lnTo>
                  <a:lnTo>
                    <a:pt x="16600" y="172715"/>
                  </a:lnTo>
                  <a:lnTo>
                    <a:pt x="4274" y="217605"/>
                  </a:lnTo>
                  <a:lnTo>
                    <a:pt x="0" y="265302"/>
                  </a:lnTo>
                  <a:lnTo>
                    <a:pt x="0" y="1326641"/>
                  </a:lnTo>
                  <a:lnTo>
                    <a:pt x="4274" y="1374344"/>
                  </a:lnTo>
                  <a:lnTo>
                    <a:pt x="16600" y="1419245"/>
                  </a:lnTo>
                  <a:lnTo>
                    <a:pt x="36226" y="1460594"/>
                  </a:lnTo>
                  <a:lnTo>
                    <a:pt x="62404" y="1497640"/>
                  </a:lnTo>
                  <a:lnTo>
                    <a:pt x="94384" y="1529634"/>
                  </a:lnTo>
                  <a:lnTo>
                    <a:pt x="131417" y="1555825"/>
                  </a:lnTo>
                  <a:lnTo>
                    <a:pt x="172754" y="1575462"/>
                  </a:lnTo>
                  <a:lnTo>
                    <a:pt x="217645" y="1587794"/>
                  </a:lnTo>
                  <a:lnTo>
                    <a:pt x="265341" y="1592072"/>
                  </a:lnTo>
                  <a:lnTo>
                    <a:pt x="16290772" y="1592072"/>
                  </a:lnTo>
                  <a:lnTo>
                    <a:pt x="16338470" y="1587794"/>
                  </a:lnTo>
                  <a:lnTo>
                    <a:pt x="16383359" y="1575462"/>
                  </a:lnTo>
                  <a:lnTo>
                    <a:pt x="16424691" y="1555825"/>
                  </a:lnTo>
                  <a:lnTo>
                    <a:pt x="16461718" y="1529634"/>
                  </a:lnTo>
                  <a:lnTo>
                    <a:pt x="16493691" y="1497640"/>
                  </a:lnTo>
                  <a:lnTo>
                    <a:pt x="16519861" y="1460594"/>
                  </a:lnTo>
                  <a:lnTo>
                    <a:pt x="16539481" y="1419245"/>
                  </a:lnTo>
                  <a:lnTo>
                    <a:pt x="16551802" y="1374344"/>
                  </a:lnTo>
                  <a:lnTo>
                    <a:pt x="16556075" y="1326641"/>
                  </a:lnTo>
                  <a:lnTo>
                    <a:pt x="16556075" y="265302"/>
                  </a:lnTo>
                  <a:lnTo>
                    <a:pt x="16551802" y="217605"/>
                  </a:lnTo>
                  <a:lnTo>
                    <a:pt x="16539481" y="172715"/>
                  </a:lnTo>
                  <a:lnTo>
                    <a:pt x="16519861" y="131383"/>
                  </a:lnTo>
                  <a:lnTo>
                    <a:pt x="16493691" y="94357"/>
                  </a:lnTo>
                  <a:lnTo>
                    <a:pt x="16461718" y="62384"/>
                  </a:lnTo>
                  <a:lnTo>
                    <a:pt x="16424691" y="36213"/>
                  </a:lnTo>
                  <a:lnTo>
                    <a:pt x="16383359" y="16593"/>
                  </a:lnTo>
                  <a:lnTo>
                    <a:pt x="16338470" y="4273"/>
                  </a:lnTo>
                  <a:lnTo>
                    <a:pt x="16290772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03756" y="1508993"/>
            <a:ext cx="15375255" cy="1671320"/>
          </a:xfrm>
          <a:prstGeom prst="rect">
            <a:avLst/>
          </a:prstGeom>
        </p:spPr>
        <p:txBody>
          <a:bodyPr vert="horz" wrap="square" lIns="0" tIns="149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Flink와</a:t>
            </a:r>
            <a:r>
              <a:rPr sz="1800" b="1" spc="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같은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이벤트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스트리밍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플랫폼이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등장하기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전에는 이와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같은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비즈니스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운영이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불가능했습니다.</a:t>
            </a:r>
            <a:endParaRPr sz="18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Flink는</a:t>
            </a:r>
            <a:r>
              <a:rPr sz="1800" b="1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실시간으로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데이터를</a:t>
            </a:r>
            <a:r>
              <a:rPr sz="1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연결,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강화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처리할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수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있는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강력한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프레임워크로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오늘날의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비즈니스는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점점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더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소프트웨어로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정의되고</a:t>
            </a:r>
            <a:r>
              <a:rPr sz="18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비즈니스</a:t>
            </a:r>
            <a:endParaRPr sz="1800">
              <a:latin typeface="Malgun Gothic"/>
              <a:cs typeface="Malgun Gothic"/>
            </a:endParaRPr>
          </a:p>
          <a:p>
            <a:pPr marL="12700" marR="5080">
              <a:lnSpc>
                <a:spcPct val="150000"/>
              </a:lnSpc>
              <a:spcBef>
                <a:spcPts val="5"/>
              </a:spcBef>
            </a:pP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프로세스가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자동화되고 있으며,</a:t>
            </a:r>
            <a:r>
              <a:rPr sz="1800" b="1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은행,</a:t>
            </a:r>
            <a:r>
              <a:rPr sz="1800" b="1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통신,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소매</a:t>
            </a:r>
            <a:r>
              <a:rPr sz="1800" b="1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등 다양한 전통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산업에 큰 영향을 미치고,</a:t>
            </a:r>
            <a:r>
              <a:rPr sz="18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이벤트</a:t>
            </a:r>
            <a:r>
              <a:rPr sz="18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스트림은 차량 공유와</a:t>
            </a:r>
            <a:r>
              <a:rPr sz="18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같은</a:t>
            </a:r>
            <a:r>
              <a:rPr sz="1800" b="1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새로운</a:t>
            </a:r>
            <a:r>
              <a:rPr sz="18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비즈니스 </a:t>
            </a:r>
            <a:r>
              <a:rPr sz="1800" b="1" spc="-30" dirty="0">
                <a:solidFill>
                  <a:srgbClr val="FFFFFF"/>
                </a:solidFill>
                <a:latin typeface="Malgun Gothic"/>
                <a:cs typeface="Malgun Gothic"/>
              </a:rPr>
              <a:t>모델도 </a:t>
            </a:r>
            <a:r>
              <a:rPr sz="1800" b="1" dirty="0">
                <a:solidFill>
                  <a:srgbClr val="FFFFFF"/>
                </a:solidFill>
                <a:latin typeface="Malgun Gothic"/>
                <a:cs typeface="Malgun Gothic"/>
              </a:rPr>
              <a:t>가능하게 </a:t>
            </a:r>
            <a:r>
              <a:rPr sz="1800" b="1" spc="-20" dirty="0">
                <a:solidFill>
                  <a:srgbClr val="FFFFFF"/>
                </a:solidFill>
                <a:latin typeface="Malgun Gothic"/>
                <a:cs typeface="Malgun Gothic"/>
              </a:rPr>
              <a:t>합니다.</a:t>
            </a:r>
            <a:endParaRPr sz="180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85800" y="3285363"/>
            <a:ext cx="8020050" cy="3005455"/>
            <a:chOff x="685800" y="3285363"/>
            <a:chExt cx="8020050" cy="300545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5800" y="3285363"/>
              <a:ext cx="8020050" cy="300507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8740" y="4597908"/>
              <a:ext cx="1017270" cy="454913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62000" y="6571754"/>
            <a:ext cx="8067675" cy="2828925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9266301" y="3411473"/>
            <a:ext cx="8336280" cy="2828925"/>
          </a:xfrm>
          <a:prstGeom prst="rect">
            <a:avLst/>
          </a:prstGeom>
          <a:solidFill>
            <a:srgbClr val="F1F1F1"/>
          </a:solidFill>
          <a:ln w="25400">
            <a:solidFill>
              <a:srgbClr val="BEBEBE"/>
            </a:solidFill>
          </a:ln>
        </p:spPr>
        <p:txBody>
          <a:bodyPr vert="horz" wrap="square" lIns="0" tIns="226695" rIns="0" bIns="0" rtlCol="0">
            <a:spAutoFit/>
          </a:bodyPr>
          <a:lstStyle/>
          <a:p>
            <a:pPr marL="515620" marR="266700" indent="-285750">
              <a:lnSpc>
                <a:spcPct val="150000"/>
              </a:lnSpc>
              <a:spcBef>
                <a:spcPts val="1785"/>
              </a:spcBef>
              <a:buFont typeface="Wingdings"/>
              <a:buChar char=""/>
              <a:tabLst>
                <a:tab pos="516890" algn="l"/>
              </a:tabLst>
            </a:pPr>
            <a:r>
              <a:rPr sz="2000" dirty="0">
                <a:latin typeface="Malgun Gothic"/>
                <a:cs typeface="Malgun Gothic"/>
              </a:rPr>
              <a:t>Flink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애플리케이션은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하나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이상의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이벤트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소스에서</a:t>
            </a:r>
            <a:r>
              <a:rPr sz="2000" spc="-20" dirty="0">
                <a:latin typeface="Malgun Gothic"/>
                <a:cs typeface="Malgun Gothic"/>
              </a:rPr>
              <a:t> 데이터를 	</a:t>
            </a:r>
            <a:r>
              <a:rPr sz="2000" dirty="0">
                <a:latin typeface="Malgun Gothic"/>
                <a:cs typeface="Malgun Gothic"/>
              </a:rPr>
              <a:t>소비하고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하나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이상의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동기화에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대한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데이터를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생성합니다.</a:t>
            </a:r>
            <a:r>
              <a:rPr sz="2000" spc="-3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이러한 	</a:t>
            </a:r>
            <a:r>
              <a:rPr sz="2000" dirty="0">
                <a:latin typeface="Malgun Gothic"/>
                <a:cs typeface="Malgun Gothic"/>
              </a:rPr>
              <a:t>소스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및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동기화는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Kafka와</a:t>
            </a:r>
            <a:r>
              <a:rPr sz="2000" spc="-3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같은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메시징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시스템,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파일,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10" dirty="0">
                <a:latin typeface="Malgun Gothic"/>
                <a:cs typeface="Malgun Gothic"/>
              </a:rPr>
              <a:t>데이터베이스 	</a:t>
            </a:r>
            <a:r>
              <a:rPr sz="2000" dirty="0">
                <a:latin typeface="Malgun Gothic"/>
                <a:cs typeface="Malgun Gothic"/>
              </a:rPr>
              <a:t>또는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데이터를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생성하고</a:t>
            </a:r>
            <a:r>
              <a:rPr sz="2000" spc="-2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소비하는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모든</a:t>
            </a:r>
            <a:r>
              <a:rPr sz="2000" spc="-20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서비스</a:t>
            </a:r>
            <a:r>
              <a:rPr sz="2000" spc="-10" dirty="0">
                <a:latin typeface="Malgun Gothic"/>
                <a:cs typeface="Malgun Gothic"/>
              </a:rPr>
              <a:t> </a:t>
            </a:r>
            <a:r>
              <a:rPr sz="2000" spc="-25" dirty="0">
                <a:latin typeface="Malgun Gothic"/>
                <a:cs typeface="Malgun Gothic"/>
              </a:rPr>
              <a:t>또는 	</a:t>
            </a:r>
            <a:r>
              <a:rPr sz="2000" dirty="0">
                <a:latin typeface="Malgun Gothic"/>
                <a:cs typeface="Malgun Gothic"/>
              </a:rPr>
              <a:t>애플리케이션일</a:t>
            </a:r>
            <a:r>
              <a:rPr sz="2000" spc="-45" dirty="0">
                <a:latin typeface="Malgun Gothic"/>
                <a:cs typeface="Malgun Gothic"/>
              </a:rPr>
              <a:t> </a:t>
            </a:r>
            <a:r>
              <a:rPr sz="2000" dirty="0">
                <a:latin typeface="Malgun Gothic"/>
                <a:cs typeface="Malgun Gothic"/>
              </a:rPr>
              <a:t>수</a:t>
            </a:r>
            <a:r>
              <a:rPr sz="2000" spc="-10" dirty="0">
                <a:latin typeface="Malgun Gothic"/>
                <a:cs typeface="Malgun Gothic"/>
              </a:rPr>
              <a:t> 있습니다.</a:t>
            </a:r>
            <a:endParaRPr sz="20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3166" y="4649216"/>
            <a:ext cx="7721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AFEF"/>
                </a:solidFill>
                <a:latin typeface="Malgun Gothic"/>
                <a:cs typeface="Malgun Gothic"/>
              </a:rPr>
              <a:t>Sources</a:t>
            </a:r>
            <a:endParaRPr sz="1600">
              <a:latin typeface="Malgun Gothic"/>
              <a:cs typeface="Malgun Gothic"/>
            </a:endParaRPr>
          </a:p>
        </p:txBody>
      </p:sp>
      <p:pic>
        <p:nvPicPr>
          <p:cNvPr id="14" name="object 1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181088" y="4619244"/>
            <a:ext cx="770381" cy="454913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7297039" y="4670298"/>
            <a:ext cx="52451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0AFEF"/>
                </a:solidFill>
                <a:latin typeface="Malgun Gothic"/>
                <a:cs typeface="Malgun Gothic"/>
              </a:rPr>
              <a:t>Sinks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290050" y="6571754"/>
            <a:ext cx="8336280" cy="2828925"/>
          </a:xfrm>
          <a:prstGeom prst="rect">
            <a:avLst/>
          </a:prstGeom>
          <a:solidFill>
            <a:srgbClr val="F1F1F1"/>
          </a:solidFill>
          <a:ln w="25400">
            <a:solidFill>
              <a:srgbClr val="BEBEBE"/>
            </a:solidFill>
          </a:ln>
        </p:spPr>
        <p:txBody>
          <a:bodyPr vert="horz" wrap="square" lIns="0" tIns="57785" rIns="0" bIns="0" rtlCol="0">
            <a:spAutoFit/>
          </a:bodyPr>
          <a:lstStyle/>
          <a:p>
            <a:pPr marL="492125" indent="-285750">
              <a:lnSpc>
                <a:spcPct val="100000"/>
              </a:lnSpc>
              <a:spcBef>
                <a:spcPts val="455"/>
              </a:spcBef>
              <a:buFont typeface="Wingdings"/>
              <a:buChar char=""/>
              <a:tabLst>
                <a:tab pos="492125" algn="l"/>
              </a:tabLst>
            </a:pPr>
            <a:r>
              <a:rPr sz="2000" dirty="0">
                <a:latin typeface="Malgun Gothic"/>
                <a:cs typeface="Malgun Gothic"/>
              </a:rPr>
              <a:t>Batch</a:t>
            </a:r>
            <a:r>
              <a:rPr sz="2000" spc="-15" dirty="0">
                <a:latin typeface="Malgun Gothic"/>
                <a:cs typeface="Malgun Gothic"/>
              </a:rPr>
              <a:t> </a:t>
            </a:r>
            <a:r>
              <a:rPr sz="2000" spc="-10" dirty="0">
                <a:latin typeface="Malgun Gothic"/>
                <a:cs typeface="Malgun Gothic"/>
              </a:rPr>
              <a:t>processing</a:t>
            </a:r>
            <a:endParaRPr sz="2000">
              <a:latin typeface="Malgun Gothic"/>
              <a:cs typeface="Malgun Gothic"/>
            </a:endParaRPr>
          </a:p>
          <a:p>
            <a:pPr marL="206375" marR="383540">
              <a:lnSpc>
                <a:spcPct val="100000"/>
              </a:lnSpc>
              <a:spcBef>
                <a:spcPts val="475"/>
              </a:spcBef>
            </a:pPr>
            <a:r>
              <a:rPr sz="1600" dirty="0">
                <a:latin typeface="Malgun Gothic"/>
                <a:cs typeface="Malgun Gothic"/>
              </a:rPr>
              <a:t>일괄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처리는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제한된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스트림을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처리하는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것을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의미합니다.</a:t>
            </a:r>
            <a:r>
              <a:rPr sz="1600" spc="-2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작업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모드에서는 </a:t>
            </a:r>
            <a:r>
              <a:rPr sz="1600" dirty="0">
                <a:latin typeface="Malgun Gothic"/>
                <a:cs typeface="Malgun Gothic"/>
              </a:rPr>
              <a:t>결과를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생성하기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전에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전체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세트를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수집하도록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선택할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있습니다.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이를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통해 </a:t>
            </a:r>
            <a:r>
              <a:rPr sz="1600" dirty="0">
                <a:latin typeface="Malgun Gothic"/>
                <a:cs typeface="Malgun Gothic"/>
              </a:rPr>
              <a:t>예를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들어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정렬,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전역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통계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계산,</a:t>
            </a:r>
            <a:r>
              <a:rPr sz="1600" spc="-4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모든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입력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내용을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요약한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최종</a:t>
            </a:r>
            <a:r>
              <a:rPr sz="1600" spc="-2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보고서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생성 </a:t>
            </a:r>
            <a:r>
              <a:rPr sz="1600" dirty="0">
                <a:latin typeface="Malgun Gothic"/>
                <a:cs typeface="Malgun Gothic"/>
              </a:rPr>
              <a:t>등이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spc="-10" dirty="0">
                <a:latin typeface="Malgun Gothic"/>
                <a:cs typeface="Malgun Gothic"/>
              </a:rPr>
              <a:t>가능합니다.</a:t>
            </a:r>
            <a:endParaRPr sz="1600">
              <a:latin typeface="Malgun Gothic"/>
              <a:cs typeface="Malgun Gothic"/>
            </a:endParaRPr>
          </a:p>
          <a:p>
            <a:pPr marL="492125" indent="-285750">
              <a:lnSpc>
                <a:spcPct val="100000"/>
              </a:lnSpc>
              <a:spcBef>
                <a:spcPts val="1555"/>
              </a:spcBef>
              <a:buFont typeface="Wingdings"/>
              <a:buChar char=""/>
              <a:tabLst>
                <a:tab pos="492125" algn="l"/>
              </a:tabLst>
            </a:pPr>
            <a:r>
              <a:rPr sz="2000" dirty="0">
                <a:latin typeface="Malgun Gothic"/>
                <a:cs typeface="Malgun Gothic"/>
              </a:rPr>
              <a:t>Stream</a:t>
            </a:r>
            <a:r>
              <a:rPr sz="2000" spc="-45" dirty="0">
                <a:latin typeface="Malgun Gothic"/>
                <a:cs typeface="Malgun Gothic"/>
              </a:rPr>
              <a:t> </a:t>
            </a:r>
            <a:r>
              <a:rPr sz="2000" spc="-10" dirty="0">
                <a:latin typeface="Malgun Gothic"/>
                <a:cs typeface="Malgun Gothic"/>
              </a:rPr>
              <a:t>processing</a:t>
            </a:r>
            <a:endParaRPr sz="2000">
              <a:latin typeface="Malgun Gothic"/>
              <a:cs typeface="Malgun Gothic"/>
            </a:endParaRPr>
          </a:p>
          <a:p>
            <a:pPr marL="206375" marR="322580">
              <a:lnSpc>
                <a:spcPct val="100000"/>
              </a:lnSpc>
              <a:spcBef>
                <a:spcPts val="475"/>
              </a:spcBef>
            </a:pPr>
            <a:r>
              <a:rPr sz="1600" dirty="0">
                <a:latin typeface="Malgun Gothic"/>
                <a:cs typeface="Malgun Gothic"/>
              </a:rPr>
              <a:t>스트림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처리는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무제한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스트림을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포함합니다.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개념적으로는</a:t>
            </a:r>
            <a:r>
              <a:rPr sz="1600" spc="-3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입력이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끝나지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않을 </a:t>
            </a:r>
            <a:r>
              <a:rPr sz="1600" dirty="0">
                <a:latin typeface="Malgun Gothic"/>
                <a:cs typeface="Malgun Gothic"/>
              </a:rPr>
              <a:t>수</a:t>
            </a:r>
            <a:r>
              <a:rPr sz="1600" spc="-5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있으므로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데이터가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도착하는</a:t>
            </a:r>
            <a:r>
              <a:rPr sz="1600" spc="-5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대로</a:t>
            </a:r>
            <a:r>
              <a:rPr sz="1600" spc="-55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지속적으로</a:t>
            </a:r>
            <a:r>
              <a:rPr sz="1600" spc="-3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처리해야</a:t>
            </a:r>
            <a:r>
              <a:rPr sz="1600" spc="-45" dirty="0">
                <a:latin typeface="Malgun Gothic"/>
                <a:cs typeface="Malgun Gothic"/>
              </a:rPr>
              <a:t> </a:t>
            </a:r>
            <a:r>
              <a:rPr sz="1600" spc="-20" dirty="0">
                <a:latin typeface="Malgun Gothic"/>
                <a:cs typeface="Malgun Gothic"/>
              </a:rPr>
              <a:t>합니다.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59454" y="27"/>
            <a:ext cx="8226425" cy="10287000"/>
            <a:chOff x="10059454" y="27"/>
            <a:chExt cx="82264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9454" y="27"/>
              <a:ext cx="8226133" cy="102869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044671" y="757554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712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69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35" y="153924"/>
                  </a:lnTo>
                  <a:lnTo>
                    <a:pt x="286385" y="151257"/>
                  </a:lnTo>
                  <a:lnTo>
                    <a:pt x="286042" y="143243"/>
                  </a:lnTo>
                  <a:lnTo>
                    <a:pt x="285927" y="140525"/>
                  </a:lnTo>
                  <a:lnTo>
                    <a:pt x="285381" y="129857"/>
                  </a:lnTo>
                  <a:lnTo>
                    <a:pt x="284759" y="119291"/>
                  </a:lnTo>
                  <a:lnTo>
                    <a:pt x="284099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45" y="128333"/>
                  </a:lnTo>
                  <a:lnTo>
                    <a:pt x="271056" y="129857"/>
                  </a:lnTo>
                  <a:lnTo>
                    <a:pt x="270624" y="140525"/>
                  </a:lnTo>
                  <a:lnTo>
                    <a:pt x="270370" y="147764"/>
                  </a:lnTo>
                  <a:lnTo>
                    <a:pt x="270256" y="151257"/>
                  </a:lnTo>
                  <a:lnTo>
                    <a:pt x="268986" y="193675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82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59"/>
                  </a:lnTo>
                  <a:lnTo>
                    <a:pt x="214731" y="143243"/>
                  </a:lnTo>
                  <a:lnTo>
                    <a:pt x="221996" y="163322"/>
                  </a:lnTo>
                  <a:lnTo>
                    <a:pt x="237236" y="203073"/>
                  </a:lnTo>
                  <a:lnTo>
                    <a:pt x="240893" y="212369"/>
                  </a:lnTo>
                  <a:lnTo>
                    <a:pt x="248158" y="230974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38" y="217805"/>
                  </a:lnTo>
                  <a:lnTo>
                    <a:pt x="194310" y="182499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183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755" y="243636"/>
                  </a:lnTo>
                  <a:lnTo>
                    <a:pt x="235839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5501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680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1081" y="416420"/>
                  </a:lnTo>
                  <a:lnTo>
                    <a:pt x="271500" y="427113"/>
                  </a:lnTo>
                  <a:lnTo>
                    <a:pt x="272084" y="437515"/>
                  </a:lnTo>
                  <a:lnTo>
                    <a:pt x="272923" y="448310"/>
                  </a:lnTo>
                  <a:lnTo>
                    <a:pt x="284099" y="448310"/>
                  </a:lnTo>
                  <a:lnTo>
                    <a:pt x="284759" y="437794"/>
                  </a:lnTo>
                  <a:lnTo>
                    <a:pt x="285330" y="427888"/>
                  </a:lnTo>
                  <a:lnTo>
                    <a:pt x="285826" y="418338"/>
                  </a:lnTo>
                  <a:lnTo>
                    <a:pt x="285927" y="416420"/>
                  </a:lnTo>
                  <a:lnTo>
                    <a:pt x="286258" y="408800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85" y="347726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35" y="344258"/>
                  </a:lnTo>
                  <a:lnTo>
                    <a:pt x="302387" y="360680"/>
                  </a:lnTo>
                  <a:lnTo>
                    <a:pt x="319913" y="399161"/>
                  </a:lnTo>
                  <a:lnTo>
                    <a:pt x="324446" y="408800"/>
                  </a:lnTo>
                  <a:lnTo>
                    <a:pt x="328866" y="418338"/>
                  </a:lnTo>
                  <a:lnTo>
                    <a:pt x="333375" y="427888"/>
                  </a:lnTo>
                  <a:lnTo>
                    <a:pt x="338201" y="437515"/>
                  </a:lnTo>
                  <a:lnTo>
                    <a:pt x="348488" y="433578"/>
                  </a:lnTo>
                  <a:lnTo>
                    <a:pt x="344995" y="423506"/>
                  </a:lnTo>
                  <a:lnTo>
                    <a:pt x="337629" y="403402"/>
                  </a:lnTo>
                  <a:lnTo>
                    <a:pt x="334137" y="393319"/>
                  </a:lnTo>
                  <a:lnTo>
                    <a:pt x="319405" y="353568"/>
                  </a:lnTo>
                  <a:lnTo>
                    <a:pt x="316064" y="345186"/>
                  </a:lnTo>
                  <a:lnTo>
                    <a:pt x="312851" y="336981"/>
                  </a:lnTo>
                  <a:lnTo>
                    <a:pt x="309270" y="327660"/>
                  </a:lnTo>
                  <a:lnTo>
                    <a:pt x="306451" y="320040"/>
                  </a:lnTo>
                  <a:lnTo>
                    <a:pt x="312889" y="326428"/>
                  </a:lnTo>
                  <a:lnTo>
                    <a:pt x="319443" y="332803"/>
                  </a:lnTo>
                  <a:lnTo>
                    <a:pt x="332740" y="345567"/>
                  </a:lnTo>
                  <a:lnTo>
                    <a:pt x="364109" y="374650"/>
                  </a:lnTo>
                  <a:lnTo>
                    <a:pt x="395732" y="403225"/>
                  </a:lnTo>
                  <a:lnTo>
                    <a:pt x="403352" y="395097"/>
                  </a:lnTo>
                  <a:lnTo>
                    <a:pt x="375285" y="363474"/>
                  </a:lnTo>
                  <a:lnTo>
                    <a:pt x="346202" y="332105"/>
                  </a:lnTo>
                  <a:lnTo>
                    <a:pt x="334505" y="320040"/>
                  </a:lnTo>
                  <a:lnTo>
                    <a:pt x="327113" y="312445"/>
                  </a:lnTo>
                  <a:lnTo>
                    <a:pt x="320802" y="305816"/>
                  </a:lnTo>
                  <a:lnTo>
                    <a:pt x="337502" y="312445"/>
                  </a:lnTo>
                  <a:lnTo>
                    <a:pt x="345833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258"/>
                  </a:lnTo>
                  <a:lnTo>
                    <a:pt x="434213" y="347726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001" y="305816"/>
                  </a:lnTo>
                  <a:lnTo>
                    <a:pt x="360934" y="301752"/>
                  </a:lnTo>
                  <a:lnTo>
                    <a:pt x="328295" y="287528"/>
                  </a:lnTo>
                  <a:lnTo>
                    <a:pt x="337121" y="287401"/>
                  </a:lnTo>
                  <a:lnTo>
                    <a:pt x="355053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114" y="161721"/>
                  </a:lnTo>
                  <a:lnTo>
                    <a:pt x="531114" y="278384"/>
                  </a:lnTo>
                  <a:lnTo>
                    <a:pt x="527037" y="323507"/>
                  </a:lnTo>
                  <a:lnTo>
                    <a:pt x="515239" y="366331"/>
                  </a:lnTo>
                  <a:lnTo>
                    <a:pt x="496557" y="405561"/>
                  </a:lnTo>
                  <a:lnTo>
                    <a:pt x="471614" y="440804"/>
                  </a:lnTo>
                  <a:lnTo>
                    <a:pt x="441172" y="471246"/>
                  </a:lnTo>
                  <a:lnTo>
                    <a:pt x="405930" y="496189"/>
                  </a:lnTo>
                  <a:lnTo>
                    <a:pt x="366636" y="514896"/>
                  </a:lnTo>
                  <a:lnTo>
                    <a:pt x="324002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278" y="366331"/>
                  </a:lnTo>
                  <a:lnTo>
                    <a:pt x="30568" y="323900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42113" y="190766"/>
                  </a:lnTo>
                  <a:lnTo>
                    <a:pt x="60960" y="150990"/>
                  </a:lnTo>
                  <a:lnTo>
                    <a:pt x="85902" y="115773"/>
                  </a:lnTo>
                  <a:lnTo>
                    <a:pt x="116344" y="85369"/>
                  </a:lnTo>
                  <a:lnTo>
                    <a:pt x="151587" y="60477"/>
                  </a:lnTo>
                  <a:lnTo>
                    <a:pt x="190881" y="41821"/>
                  </a:lnTo>
                  <a:lnTo>
                    <a:pt x="233514" y="30099"/>
                  </a:lnTo>
                  <a:lnTo>
                    <a:pt x="278765" y="26035"/>
                  </a:lnTo>
                  <a:lnTo>
                    <a:pt x="324002" y="30099"/>
                  </a:lnTo>
                  <a:lnTo>
                    <a:pt x="366636" y="41821"/>
                  </a:lnTo>
                  <a:lnTo>
                    <a:pt x="405930" y="60477"/>
                  </a:lnTo>
                  <a:lnTo>
                    <a:pt x="441172" y="85369"/>
                  </a:lnTo>
                  <a:lnTo>
                    <a:pt x="471614" y="115773"/>
                  </a:lnTo>
                  <a:lnTo>
                    <a:pt x="496557" y="150990"/>
                  </a:lnTo>
                  <a:lnTo>
                    <a:pt x="515302" y="190423"/>
                  </a:lnTo>
                  <a:lnTo>
                    <a:pt x="527024" y="233006"/>
                  </a:lnTo>
                  <a:lnTo>
                    <a:pt x="531114" y="278384"/>
                  </a:lnTo>
                  <a:lnTo>
                    <a:pt x="531114" y="161721"/>
                  </a:lnTo>
                  <a:lnTo>
                    <a:pt x="526567" y="150990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19" y="323507"/>
                  </a:lnTo>
                  <a:lnTo>
                    <a:pt x="3644" y="323900"/>
                  </a:lnTo>
                  <a:lnTo>
                    <a:pt x="14135" y="366331"/>
                  </a:lnTo>
                  <a:lnTo>
                    <a:pt x="31165" y="406641"/>
                  </a:lnTo>
                  <a:lnTo>
                    <a:pt x="53860" y="443103"/>
                  </a:lnTo>
                  <a:lnTo>
                    <a:pt x="81749" y="475526"/>
                  </a:lnTo>
                  <a:lnTo>
                    <a:pt x="114249" y="503339"/>
                  </a:lnTo>
                  <a:lnTo>
                    <a:pt x="150774" y="525970"/>
                  </a:lnTo>
                  <a:lnTo>
                    <a:pt x="190754" y="542836"/>
                  </a:lnTo>
                  <a:lnTo>
                    <a:pt x="233616" y="553389"/>
                  </a:lnTo>
                  <a:lnTo>
                    <a:pt x="278765" y="557022"/>
                  </a:lnTo>
                  <a:lnTo>
                    <a:pt x="323735" y="553389"/>
                  </a:lnTo>
                  <a:lnTo>
                    <a:pt x="366547" y="542836"/>
                  </a:lnTo>
                  <a:lnTo>
                    <a:pt x="406488" y="525970"/>
                  </a:lnTo>
                  <a:lnTo>
                    <a:pt x="443268" y="503174"/>
                  </a:lnTo>
                  <a:lnTo>
                    <a:pt x="475767" y="475284"/>
                  </a:lnTo>
                  <a:lnTo>
                    <a:pt x="503656" y="442798"/>
                  </a:lnTo>
                  <a:lnTo>
                    <a:pt x="526351" y="406285"/>
                  </a:lnTo>
                  <a:lnTo>
                    <a:pt x="543280" y="366331"/>
                  </a:lnTo>
                  <a:lnTo>
                    <a:pt x="553770" y="323900"/>
                  </a:lnTo>
                  <a:lnTo>
                    <a:pt x="553872" y="323507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89270" y="4526819"/>
            <a:ext cx="6922134" cy="1070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850" i="1" spc="-415" dirty="0">
                <a:solidFill>
                  <a:srgbClr val="173360"/>
                </a:solidFill>
                <a:latin typeface="Malgun Gothic"/>
                <a:cs typeface="Malgun Gothic"/>
              </a:rPr>
              <a:t>산업군별</a:t>
            </a:r>
            <a:r>
              <a:rPr sz="6850" i="1" spc="-12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6850" i="1" spc="-434" dirty="0">
                <a:solidFill>
                  <a:srgbClr val="173360"/>
                </a:solidFill>
                <a:latin typeface="Malgun Gothic"/>
                <a:cs typeface="Malgun Gothic"/>
              </a:rPr>
              <a:t>활용방법</a:t>
            </a:r>
            <a:endParaRPr sz="68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34837" y="9429698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829393"/>
                </a:solidFill>
                <a:latin typeface="Malgun Gothic"/>
                <a:cs typeface="Malgun Gothic"/>
              </a:rPr>
              <a:t>42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0164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95"/>
              </a:spcBef>
            </a:pPr>
            <a:r>
              <a:rPr sz="4000" spc="610" dirty="0">
                <a:latin typeface="Calibri"/>
                <a:cs typeface="Calibri"/>
              </a:rPr>
              <a:t>New</a:t>
            </a:r>
            <a:r>
              <a:rPr sz="4000" spc="245" dirty="0">
                <a:latin typeface="Calibri"/>
                <a:cs typeface="Calibri"/>
              </a:rPr>
              <a:t> </a:t>
            </a:r>
            <a:r>
              <a:rPr sz="4000" spc="550" dirty="0">
                <a:latin typeface="Calibri"/>
                <a:cs typeface="Calibri"/>
              </a:rPr>
              <a:t>paradigm</a:t>
            </a:r>
            <a:r>
              <a:rPr sz="4000" spc="245" dirty="0">
                <a:latin typeface="Calibri"/>
                <a:cs typeface="Calibri"/>
              </a:rPr>
              <a:t> </a:t>
            </a:r>
            <a:r>
              <a:rPr sz="4000" spc="335" dirty="0">
                <a:latin typeface="Calibri"/>
                <a:cs typeface="Calibri"/>
              </a:rPr>
              <a:t>for</a:t>
            </a:r>
            <a:r>
              <a:rPr sz="4000" spc="254" dirty="0">
                <a:latin typeface="Calibri"/>
                <a:cs typeface="Calibri"/>
              </a:rPr>
              <a:t> </a:t>
            </a:r>
            <a:r>
              <a:rPr sz="4000" spc="509" dirty="0">
                <a:latin typeface="Calibri"/>
                <a:cs typeface="Calibri"/>
              </a:rPr>
              <a:t>Data</a:t>
            </a:r>
            <a:r>
              <a:rPr sz="4000" spc="235" dirty="0">
                <a:latin typeface="Calibri"/>
                <a:cs typeface="Calibri"/>
              </a:rPr>
              <a:t> </a:t>
            </a:r>
            <a:r>
              <a:rPr sz="4000" spc="405" dirty="0">
                <a:latin typeface="Calibri"/>
                <a:cs typeface="Calibri"/>
              </a:rPr>
              <a:t>in</a:t>
            </a:r>
            <a:r>
              <a:rPr sz="4000" spc="235" dirty="0">
                <a:latin typeface="Calibri"/>
                <a:cs typeface="Calibri"/>
              </a:rPr>
              <a:t> </a:t>
            </a:r>
            <a:r>
              <a:rPr sz="4000" spc="390" dirty="0">
                <a:latin typeface="Calibri"/>
                <a:cs typeface="Calibri"/>
              </a:rPr>
              <a:t>Motion</a:t>
            </a:r>
            <a:r>
              <a:rPr sz="4000" spc="27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–</a:t>
            </a:r>
            <a:r>
              <a:rPr sz="4000" spc="235" dirty="0">
                <a:latin typeface="Calibri"/>
                <a:cs typeface="Calibri"/>
              </a:rPr>
              <a:t> </a:t>
            </a:r>
            <a:r>
              <a:rPr sz="3200" spc="420" dirty="0">
                <a:solidFill>
                  <a:srgbClr val="00AFEF"/>
                </a:solidFill>
                <a:latin typeface="Calibri"/>
                <a:cs typeface="Calibri"/>
              </a:rPr>
              <a:t>Data</a:t>
            </a:r>
            <a:r>
              <a:rPr sz="3200" spc="160" dirty="0">
                <a:solidFill>
                  <a:srgbClr val="00AFEF"/>
                </a:solidFill>
                <a:latin typeface="Calibri"/>
                <a:cs typeface="Calibri"/>
              </a:rPr>
              <a:t> </a:t>
            </a:r>
            <a:r>
              <a:rPr sz="3200" spc="430" dirty="0">
                <a:solidFill>
                  <a:srgbClr val="00AFEF"/>
                </a:solidFill>
                <a:latin typeface="Calibri"/>
                <a:cs typeface="Calibri"/>
              </a:rPr>
              <a:t>Streaming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6620" y="2082472"/>
            <a:ext cx="1075034" cy="123514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1419478" y="3512946"/>
            <a:ext cx="2052320" cy="1020444"/>
            <a:chOff x="1419478" y="3512946"/>
            <a:chExt cx="2052320" cy="1020444"/>
          </a:xfrm>
        </p:grpSpPr>
        <p:sp>
          <p:nvSpPr>
            <p:cNvPr id="6" name="object 6"/>
            <p:cNvSpPr/>
            <p:nvPr/>
          </p:nvSpPr>
          <p:spPr>
            <a:xfrm>
              <a:off x="1425828" y="3519296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8021" y="0"/>
                  </a:lnTo>
                  <a:lnTo>
                    <a:pt x="123339" y="5998"/>
                  </a:lnTo>
                  <a:lnTo>
                    <a:pt x="83199" y="22925"/>
                  </a:lnTo>
                  <a:lnTo>
                    <a:pt x="49196" y="49180"/>
                  </a:lnTo>
                  <a:lnTo>
                    <a:pt x="22930" y="83161"/>
                  </a:lnTo>
                  <a:lnTo>
                    <a:pt x="5998" y="123266"/>
                  </a:lnTo>
                  <a:lnTo>
                    <a:pt x="0" y="167894"/>
                  </a:lnTo>
                  <a:lnTo>
                    <a:pt x="0" y="839724"/>
                  </a:lnTo>
                  <a:lnTo>
                    <a:pt x="5998" y="884351"/>
                  </a:lnTo>
                  <a:lnTo>
                    <a:pt x="22930" y="924456"/>
                  </a:lnTo>
                  <a:lnTo>
                    <a:pt x="49196" y="958437"/>
                  </a:lnTo>
                  <a:lnTo>
                    <a:pt x="83199" y="984692"/>
                  </a:lnTo>
                  <a:lnTo>
                    <a:pt x="123339" y="1001619"/>
                  </a:lnTo>
                  <a:lnTo>
                    <a:pt x="168021" y="1007617"/>
                  </a:lnTo>
                  <a:lnTo>
                    <a:pt x="1871472" y="1007617"/>
                  </a:lnTo>
                  <a:lnTo>
                    <a:pt x="1916153" y="1001619"/>
                  </a:lnTo>
                  <a:lnTo>
                    <a:pt x="1956293" y="984692"/>
                  </a:lnTo>
                  <a:lnTo>
                    <a:pt x="1990296" y="958437"/>
                  </a:lnTo>
                  <a:lnTo>
                    <a:pt x="2016562" y="924456"/>
                  </a:lnTo>
                  <a:lnTo>
                    <a:pt x="2033494" y="884351"/>
                  </a:lnTo>
                  <a:lnTo>
                    <a:pt x="2039493" y="839724"/>
                  </a:lnTo>
                  <a:lnTo>
                    <a:pt x="2039493" y="167894"/>
                  </a:lnTo>
                  <a:lnTo>
                    <a:pt x="2033494" y="123266"/>
                  </a:lnTo>
                  <a:lnTo>
                    <a:pt x="2016562" y="83161"/>
                  </a:lnTo>
                  <a:lnTo>
                    <a:pt x="1990296" y="49180"/>
                  </a:lnTo>
                  <a:lnTo>
                    <a:pt x="1956293" y="22925"/>
                  </a:lnTo>
                  <a:lnTo>
                    <a:pt x="1916153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425828" y="3519296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4"/>
                  </a:moveTo>
                  <a:lnTo>
                    <a:pt x="5998" y="123266"/>
                  </a:lnTo>
                  <a:lnTo>
                    <a:pt x="22930" y="83161"/>
                  </a:lnTo>
                  <a:lnTo>
                    <a:pt x="49196" y="49180"/>
                  </a:lnTo>
                  <a:lnTo>
                    <a:pt x="83199" y="22925"/>
                  </a:lnTo>
                  <a:lnTo>
                    <a:pt x="123339" y="5998"/>
                  </a:lnTo>
                  <a:lnTo>
                    <a:pt x="168021" y="0"/>
                  </a:lnTo>
                  <a:lnTo>
                    <a:pt x="1871472" y="0"/>
                  </a:lnTo>
                  <a:lnTo>
                    <a:pt x="1916153" y="5998"/>
                  </a:lnTo>
                  <a:lnTo>
                    <a:pt x="1956293" y="22925"/>
                  </a:lnTo>
                  <a:lnTo>
                    <a:pt x="1990296" y="49180"/>
                  </a:lnTo>
                  <a:lnTo>
                    <a:pt x="2016562" y="83161"/>
                  </a:lnTo>
                  <a:lnTo>
                    <a:pt x="2033494" y="123266"/>
                  </a:lnTo>
                  <a:lnTo>
                    <a:pt x="2039493" y="167894"/>
                  </a:lnTo>
                  <a:lnTo>
                    <a:pt x="2039493" y="839724"/>
                  </a:lnTo>
                  <a:lnTo>
                    <a:pt x="2033494" y="884351"/>
                  </a:lnTo>
                  <a:lnTo>
                    <a:pt x="2016562" y="924456"/>
                  </a:lnTo>
                  <a:lnTo>
                    <a:pt x="1990296" y="958437"/>
                  </a:lnTo>
                  <a:lnTo>
                    <a:pt x="1956293" y="984692"/>
                  </a:lnTo>
                  <a:lnTo>
                    <a:pt x="1916153" y="1001619"/>
                  </a:lnTo>
                  <a:lnTo>
                    <a:pt x="1871472" y="1007617"/>
                  </a:lnTo>
                  <a:lnTo>
                    <a:pt x="168021" y="1007617"/>
                  </a:lnTo>
                  <a:lnTo>
                    <a:pt x="123339" y="1001619"/>
                  </a:lnTo>
                  <a:lnTo>
                    <a:pt x="83199" y="984692"/>
                  </a:lnTo>
                  <a:lnTo>
                    <a:pt x="49196" y="958437"/>
                  </a:lnTo>
                  <a:lnTo>
                    <a:pt x="22930" y="924456"/>
                  </a:lnTo>
                  <a:lnTo>
                    <a:pt x="5998" y="884351"/>
                  </a:lnTo>
                  <a:lnTo>
                    <a:pt x="0" y="839724"/>
                  </a:lnTo>
                  <a:lnTo>
                    <a:pt x="0" y="167894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663954" y="3716274"/>
            <a:ext cx="156210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2570" marR="5080" indent="-230504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실시간</a:t>
            </a: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데이터 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수집/분석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419478" y="4704841"/>
            <a:ext cx="2052320" cy="1020444"/>
            <a:chOff x="1419478" y="4704841"/>
            <a:chExt cx="2052320" cy="1020444"/>
          </a:xfrm>
        </p:grpSpPr>
        <p:sp>
          <p:nvSpPr>
            <p:cNvPr id="10" name="object 10"/>
            <p:cNvSpPr/>
            <p:nvPr/>
          </p:nvSpPr>
          <p:spPr>
            <a:xfrm>
              <a:off x="1425828" y="4711191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8021" y="0"/>
                  </a:lnTo>
                  <a:lnTo>
                    <a:pt x="123339" y="5998"/>
                  </a:lnTo>
                  <a:lnTo>
                    <a:pt x="83199" y="22925"/>
                  </a:lnTo>
                  <a:lnTo>
                    <a:pt x="49196" y="49180"/>
                  </a:lnTo>
                  <a:lnTo>
                    <a:pt x="22930" y="83161"/>
                  </a:lnTo>
                  <a:lnTo>
                    <a:pt x="5998" y="123266"/>
                  </a:lnTo>
                  <a:lnTo>
                    <a:pt x="0" y="167894"/>
                  </a:lnTo>
                  <a:lnTo>
                    <a:pt x="0" y="839724"/>
                  </a:lnTo>
                  <a:lnTo>
                    <a:pt x="5998" y="884351"/>
                  </a:lnTo>
                  <a:lnTo>
                    <a:pt x="22930" y="924456"/>
                  </a:lnTo>
                  <a:lnTo>
                    <a:pt x="49196" y="958437"/>
                  </a:lnTo>
                  <a:lnTo>
                    <a:pt x="83199" y="984692"/>
                  </a:lnTo>
                  <a:lnTo>
                    <a:pt x="123339" y="1001619"/>
                  </a:lnTo>
                  <a:lnTo>
                    <a:pt x="168021" y="1007618"/>
                  </a:lnTo>
                  <a:lnTo>
                    <a:pt x="1871472" y="1007618"/>
                  </a:lnTo>
                  <a:lnTo>
                    <a:pt x="1916153" y="1001619"/>
                  </a:lnTo>
                  <a:lnTo>
                    <a:pt x="1956293" y="984692"/>
                  </a:lnTo>
                  <a:lnTo>
                    <a:pt x="1990296" y="958437"/>
                  </a:lnTo>
                  <a:lnTo>
                    <a:pt x="2016562" y="924456"/>
                  </a:lnTo>
                  <a:lnTo>
                    <a:pt x="2033494" y="884351"/>
                  </a:lnTo>
                  <a:lnTo>
                    <a:pt x="2039493" y="839724"/>
                  </a:lnTo>
                  <a:lnTo>
                    <a:pt x="2039493" y="167894"/>
                  </a:lnTo>
                  <a:lnTo>
                    <a:pt x="2033494" y="123266"/>
                  </a:lnTo>
                  <a:lnTo>
                    <a:pt x="2016562" y="83161"/>
                  </a:lnTo>
                  <a:lnTo>
                    <a:pt x="1990296" y="49180"/>
                  </a:lnTo>
                  <a:lnTo>
                    <a:pt x="1956293" y="22925"/>
                  </a:lnTo>
                  <a:lnTo>
                    <a:pt x="1916153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25828" y="4711191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4"/>
                  </a:moveTo>
                  <a:lnTo>
                    <a:pt x="5998" y="123266"/>
                  </a:lnTo>
                  <a:lnTo>
                    <a:pt x="22930" y="83161"/>
                  </a:lnTo>
                  <a:lnTo>
                    <a:pt x="49196" y="49180"/>
                  </a:lnTo>
                  <a:lnTo>
                    <a:pt x="83199" y="22925"/>
                  </a:lnTo>
                  <a:lnTo>
                    <a:pt x="123339" y="5998"/>
                  </a:lnTo>
                  <a:lnTo>
                    <a:pt x="168021" y="0"/>
                  </a:lnTo>
                  <a:lnTo>
                    <a:pt x="1871472" y="0"/>
                  </a:lnTo>
                  <a:lnTo>
                    <a:pt x="1916153" y="5998"/>
                  </a:lnTo>
                  <a:lnTo>
                    <a:pt x="1956293" y="22925"/>
                  </a:lnTo>
                  <a:lnTo>
                    <a:pt x="1990296" y="49180"/>
                  </a:lnTo>
                  <a:lnTo>
                    <a:pt x="2016562" y="83161"/>
                  </a:lnTo>
                  <a:lnTo>
                    <a:pt x="2033494" y="123266"/>
                  </a:lnTo>
                  <a:lnTo>
                    <a:pt x="2039493" y="167894"/>
                  </a:lnTo>
                  <a:lnTo>
                    <a:pt x="2039493" y="839724"/>
                  </a:lnTo>
                  <a:lnTo>
                    <a:pt x="2033494" y="884351"/>
                  </a:lnTo>
                  <a:lnTo>
                    <a:pt x="2016562" y="924456"/>
                  </a:lnTo>
                  <a:lnTo>
                    <a:pt x="1990296" y="958437"/>
                  </a:lnTo>
                  <a:lnTo>
                    <a:pt x="1956293" y="984692"/>
                  </a:lnTo>
                  <a:lnTo>
                    <a:pt x="1916153" y="1001619"/>
                  </a:lnTo>
                  <a:lnTo>
                    <a:pt x="1871472" y="1007618"/>
                  </a:lnTo>
                  <a:lnTo>
                    <a:pt x="168021" y="1007618"/>
                  </a:lnTo>
                  <a:lnTo>
                    <a:pt x="123339" y="1001619"/>
                  </a:lnTo>
                  <a:lnTo>
                    <a:pt x="83199" y="984692"/>
                  </a:lnTo>
                  <a:lnTo>
                    <a:pt x="49196" y="958437"/>
                  </a:lnTo>
                  <a:lnTo>
                    <a:pt x="22930" y="924456"/>
                  </a:lnTo>
                  <a:lnTo>
                    <a:pt x="5998" y="884351"/>
                  </a:lnTo>
                  <a:lnTo>
                    <a:pt x="0" y="839724"/>
                  </a:lnTo>
                  <a:lnTo>
                    <a:pt x="0" y="167894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27022" y="4908296"/>
            <a:ext cx="123698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41935">
              <a:lnSpc>
                <a:spcPct val="100000"/>
              </a:lnSpc>
              <a:spcBef>
                <a:spcPts val="105"/>
              </a:spcBef>
            </a:pP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데이터 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파이프라인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419478" y="5896736"/>
            <a:ext cx="2052320" cy="1020444"/>
            <a:chOff x="1419478" y="5896736"/>
            <a:chExt cx="2052320" cy="1020444"/>
          </a:xfrm>
        </p:grpSpPr>
        <p:sp>
          <p:nvSpPr>
            <p:cNvPr id="14" name="object 14"/>
            <p:cNvSpPr/>
            <p:nvPr/>
          </p:nvSpPr>
          <p:spPr>
            <a:xfrm>
              <a:off x="1425828" y="5903086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8021" y="0"/>
                  </a:lnTo>
                  <a:lnTo>
                    <a:pt x="123339" y="5998"/>
                  </a:lnTo>
                  <a:lnTo>
                    <a:pt x="83199" y="22925"/>
                  </a:lnTo>
                  <a:lnTo>
                    <a:pt x="49196" y="49180"/>
                  </a:lnTo>
                  <a:lnTo>
                    <a:pt x="22930" y="83161"/>
                  </a:lnTo>
                  <a:lnTo>
                    <a:pt x="5998" y="123266"/>
                  </a:lnTo>
                  <a:lnTo>
                    <a:pt x="0" y="167893"/>
                  </a:lnTo>
                  <a:lnTo>
                    <a:pt x="0" y="839724"/>
                  </a:lnTo>
                  <a:lnTo>
                    <a:pt x="5998" y="884351"/>
                  </a:lnTo>
                  <a:lnTo>
                    <a:pt x="22930" y="924456"/>
                  </a:lnTo>
                  <a:lnTo>
                    <a:pt x="49196" y="958437"/>
                  </a:lnTo>
                  <a:lnTo>
                    <a:pt x="83199" y="984692"/>
                  </a:lnTo>
                  <a:lnTo>
                    <a:pt x="123339" y="1001619"/>
                  </a:lnTo>
                  <a:lnTo>
                    <a:pt x="168021" y="1007617"/>
                  </a:lnTo>
                  <a:lnTo>
                    <a:pt x="1871472" y="1007617"/>
                  </a:lnTo>
                  <a:lnTo>
                    <a:pt x="1916153" y="1001619"/>
                  </a:lnTo>
                  <a:lnTo>
                    <a:pt x="1956293" y="984692"/>
                  </a:lnTo>
                  <a:lnTo>
                    <a:pt x="1990296" y="958437"/>
                  </a:lnTo>
                  <a:lnTo>
                    <a:pt x="2016562" y="924456"/>
                  </a:lnTo>
                  <a:lnTo>
                    <a:pt x="2033494" y="884351"/>
                  </a:lnTo>
                  <a:lnTo>
                    <a:pt x="2039493" y="839724"/>
                  </a:lnTo>
                  <a:lnTo>
                    <a:pt x="2039493" y="167893"/>
                  </a:lnTo>
                  <a:lnTo>
                    <a:pt x="2033494" y="123266"/>
                  </a:lnTo>
                  <a:lnTo>
                    <a:pt x="2016562" y="83161"/>
                  </a:lnTo>
                  <a:lnTo>
                    <a:pt x="1990296" y="49180"/>
                  </a:lnTo>
                  <a:lnTo>
                    <a:pt x="1956293" y="22925"/>
                  </a:lnTo>
                  <a:lnTo>
                    <a:pt x="1916153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25828" y="5903086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3"/>
                  </a:moveTo>
                  <a:lnTo>
                    <a:pt x="5998" y="123266"/>
                  </a:lnTo>
                  <a:lnTo>
                    <a:pt x="22930" y="83161"/>
                  </a:lnTo>
                  <a:lnTo>
                    <a:pt x="49196" y="49180"/>
                  </a:lnTo>
                  <a:lnTo>
                    <a:pt x="83199" y="22925"/>
                  </a:lnTo>
                  <a:lnTo>
                    <a:pt x="123339" y="5998"/>
                  </a:lnTo>
                  <a:lnTo>
                    <a:pt x="168021" y="0"/>
                  </a:lnTo>
                  <a:lnTo>
                    <a:pt x="1871472" y="0"/>
                  </a:lnTo>
                  <a:lnTo>
                    <a:pt x="1916153" y="5998"/>
                  </a:lnTo>
                  <a:lnTo>
                    <a:pt x="1956293" y="22925"/>
                  </a:lnTo>
                  <a:lnTo>
                    <a:pt x="1990296" y="49180"/>
                  </a:lnTo>
                  <a:lnTo>
                    <a:pt x="2016562" y="83161"/>
                  </a:lnTo>
                  <a:lnTo>
                    <a:pt x="2033494" y="123266"/>
                  </a:lnTo>
                  <a:lnTo>
                    <a:pt x="2039493" y="167893"/>
                  </a:lnTo>
                  <a:lnTo>
                    <a:pt x="2039493" y="839724"/>
                  </a:lnTo>
                  <a:lnTo>
                    <a:pt x="2033494" y="884351"/>
                  </a:lnTo>
                  <a:lnTo>
                    <a:pt x="2016562" y="924456"/>
                  </a:lnTo>
                  <a:lnTo>
                    <a:pt x="1990296" y="958437"/>
                  </a:lnTo>
                  <a:lnTo>
                    <a:pt x="1956293" y="984692"/>
                  </a:lnTo>
                  <a:lnTo>
                    <a:pt x="1916153" y="1001619"/>
                  </a:lnTo>
                  <a:lnTo>
                    <a:pt x="1871472" y="1007617"/>
                  </a:lnTo>
                  <a:lnTo>
                    <a:pt x="168021" y="1007617"/>
                  </a:lnTo>
                  <a:lnTo>
                    <a:pt x="123339" y="1001619"/>
                  </a:lnTo>
                  <a:lnTo>
                    <a:pt x="83199" y="984692"/>
                  </a:lnTo>
                  <a:lnTo>
                    <a:pt x="49196" y="958437"/>
                  </a:lnTo>
                  <a:lnTo>
                    <a:pt x="22930" y="924456"/>
                  </a:lnTo>
                  <a:lnTo>
                    <a:pt x="5998" y="884351"/>
                  </a:lnTo>
                  <a:lnTo>
                    <a:pt x="0" y="839724"/>
                  </a:lnTo>
                  <a:lnTo>
                    <a:pt x="0" y="167893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784350" y="6100318"/>
            <a:ext cx="132080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5725" marR="5080" indent="-7366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변경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데이터 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캡처(CDC)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19478" y="7088505"/>
            <a:ext cx="2052320" cy="1020444"/>
            <a:chOff x="1419478" y="7088505"/>
            <a:chExt cx="2052320" cy="1020444"/>
          </a:xfrm>
        </p:grpSpPr>
        <p:sp>
          <p:nvSpPr>
            <p:cNvPr id="18" name="object 18"/>
            <p:cNvSpPr/>
            <p:nvPr/>
          </p:nvSpPr>
          <p:spPr>
            <a:xfrm>
              <a:off x="1425828" y="7094855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851"/>
                  </a:lnTo>
                  <a:lnTo>
                    <a:pt x="5998" y="884478"/>
                  </a:lnTo>
                  <a:lnTo>
                    <a:pt x="22930" y="924583"/>
                  </a:lnTo>
                  <a:lnTo>
                    <a:pt x="49196" y="958564"/>
                  </a:lnTo>
                  <a:lnTo>
                    <a:pt x="83199" y="984819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871472" y="1007745"/>
                  </a:lnTo>
                  <a:lnTo>
                    <a:pt x="1916153" y="1001746"/>
                  </a:lnTo>
                  <a:lnTo>
                    <a:pt x="1956293" y="984819"/>
                  </a:lnTo>
                  <a:lnTo>
                    <a:pt x="1990296" y="958564"/>
                  </a:lnTo>
                  <a:lnTo>
                    <a:pt x="2016562" y="924583"/>
                  </a:lnTo>
                  <a:lnTo>
                    <a:pt x="2033494" y="884478"/>
                  </a:lnTo>
                  <a:lnTo>
                    <a:pt x="2039493" y="839851"/>
                  </a:lnTo>
                  <a:lnTo>
                    <a:pt x="2039493" y="168021"/>
                  </a:lnTo>
                  <a:lnTo>
                    <a:pt x="2033494" y="123384"/>
                  </a:lnTo>
                  <a:lnTo>
                    <a:pt x="2016562" y="83255"/>
                  </a:lnTo>
                  <a:lnTo>
                    <a:pt x="1990296" y="49244"/>
                  </a:lnTo>
                  <a:lnTo>
                    <a:pt x="1956293" y="22958"/>
                  </a:lnTo>
                  <a:lnTo>
                    <a:pt x="1916153" y="6007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25828" y="7094855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871472" y="0"/>
                  </a:lnTo>
                  <a:lnTo>
                    <a:pt x="1916153" y="6007"/>
                  </a:lnTo>
                  <a:lnTo>
                    <a:pt x="1956293" y="22958"/>
                  </a:lnTo>
                  <a:lnTo>
                    <a:pt x="1990296" y="49244"/>
                  </a:lnTo>
                  <a:lnTo>
                    <a:pt x="2016562" y="83255"/>
                  </a:lnTo>
                  <a:lnTo>
                    <a:pt x="2033494" y="123384"/>
                  </a:lnTo>
                  <a:lnTo>
                    <a:pt x="2039493" y="168021"/>
                  </a:lnTo>
                  <a:lnTo>
                    <a:pt x="2039493" y="839851"/>
                  </a:lnTo>
                  <a:lnTo>
                    <a:pt x="2033494" y="884478"/>
                  </a:lnTo>
                  <a:lnTo>
                    <a:pt x="2016562" y="924583"/>
                  </a:lnTo>
                  <a:lnTo>
                    <a:pt x="1990296" y="958564"/>
                  </a:lnTo>
                  <a:lnTo>
                    <a:pt x="1956293" y="984819"/>
                  </a:lnTo>
                  <a:lnTo>
                    <a:pt x="1916153" y="1001746"/>
                  </a:lnTo>
                  <a:lnTo>
                    <a:pt x="1871472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9"/>
                  </a:lnTo>
                  <a:lnTo>
                    <a:pt x="49196" y="958564"/>
                  </a:lnTo>
                  <a:lnTo>
                    <a:pt x="22930" y="924583"/>
                  </a:lnTo>
                  <a:lnTo>
                    <a:pt x="5998" y="884478"/>
                  </a:lnTo>
                  <a:lnTo>
                    <a:pt x="0" y="839851"/>
                  </a:lnTo>
                  <a:lnTo>
                    <a:pt x="0" y="16802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712722" y="7292467"/>
            <a:ext cx="146367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Click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Stream</a:t>
            </a:r>
            <a:endParaRPr sz="1900">
              <a:latin typeface="Malgun Gothic"/>
              <a:cs typeface="Malgun Gothic"/>
            </a:endParaRPr>
          </a:p>
          <a:p>
            <a:pPr marL="635" algn="ctr">
              <a:lnSpc>
                <a:spcPct val="100000"/>
              </a:lnSpc>
            </a:pP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수집/분석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19478" y="8334756"/>
            <a:ext cx="2052320" cy="1020444"/>
            <a:chOff x="1419478" y="8334756"/>
            <a:chExt cx="2052320" cy="1020444"/>
          </a:xfrm>
        </p:grpSpPr>
        <p:sp>
          <p:nvSpPr>
            <p:cNvPr id="22" name="object 22"/>
            <p:cNvSpPr/>
            <p:nvPr/>
          </p:nvSpPr>
          <p:spPr>
            <a:xfrm>
              <a:off x="1425828" y="8341106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8021" y="0"/>
                  </a:lnTo>
                  <a:lnTo>
                    <a:pt x="123339" y="5998"/>
                  </a:lnTo>
                  <a:lnTo>
                    <a:pt x="83199" y="22925"/>
                  </a:lnTo>
                  <a:lnTo>
                    <a:pt x="49196" y="49180"/>
                  </a:lnTo>
                  <a:lnTo>
                    <a:pt x="22930" y="83161"/>
                  </a:lnTo>
                  <a:lnTo>
                    <a:pt x="5998" y="123266"/>
                  </a:lnTo>
                  <a:lnTo>
                    <a:pt x="0" y="167894"/>
                  </a:lnTo>
                  <a:lnTo>
                    <a:pt x="0" y="839736"/>
                  </a:lnTo>
                  <a:lnTo>
                    <a:pt x="5998" y="884381"/>
                  </a:lnTo>
                  <a:lnTo>
                    <a:pt x="22930" y="924499"/>
                  </a:lnTo>
                  <a:lnTo>
                    <a:pt x="49196" y="958489"/>
                  </a:lnTo>
                  <a:lnTo>
                    <a:pt x="83199" y="984750"/>
                  </a:lnTo>
                  <a:lnTo>
                    <a:pt x="123339" y="1001681"/>
                  </a:lnTo>
                  <a:lnTo>
                    <a:pt x="168021" y="1007681"/>
                  </a:lnTo>
                  <a:lnTo>
                    <a:pt x="1871472" y="1007681"/>
                  </a:lnTo>
                  <a:lnTo>
                    <a:pt x="1916153" y="1001681"/>
                  </a:lnTo>
                  <a:lnTo>
                    <a:pt x="1956293" y="984750"/>
                  </a:lnTo>
                  <a:lnTo>
                    <a:pt x="1990296" y="958489"/>
                  </a:lnTo>
                  <a:lnTo>
                    <a:pt x="2016562" y="924499"/>
                  </a:lnTo>
                  <a:lnTo>
                    <a:pt x="2033494" y="884381"/>
                  </a:lnTo>
                  <a:lnTo>
                    <a:pt x="2039493" y="839736"/>
                  </a:lnTo>
                  <a:lnTo>
                    <a:pt x="2039493" y="167894"/>
                  </a:lnTo>
                  <a:lnTo>
                    <a:pt x="2033494" y="123266"/>
                  </a:lnTo>
                  <a:lnTo>
                    <a:pt x="2016562" y="83161"/>
                  </a:lnTo>
                  <a:lnTo>
                    <a:pt x="1990296" y="49180"/>
                  </a:lnTo>
                  <a:lnTo>
                    <a:pt x="1956293" y="22925"/>
                  </a:lnTo>
                  <a:lnTo>
                    <a:pt x="1916153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425828" y="8341106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4"/>
                  </a:moveTo>
                  <a:lnTo>
                    <a:pt x="5998" y="123266"/>
                  </a:lnTo>
                  <a:lnTo>
                    <a:pt x="22930" y="83161"/>
                  </a:lnTo>
                  <a:lnTo>
                    <a:pt x="49196" y="49180"/>
                  </a:lnTo>
                  <a:lnTo>
                    <a:pt x="83199" y="22925"/>
                  </a:lnTo>
                  <a:lnTo>
                    <a:pt x="123339" y="5998"/>
                  </a:lnTo>
                  <a:lnTo>
                    <a:pt x="168021" y="0"/>
                  </a:lnTo>
                  <a:lnTo>
                    <a:pt x="1871472" y="0"/>
                  </a:lnTo>
                  <a:lnTo>
                    <a:pt x="1916153" y="5998"/>
                  </a:lnTo>
                  <a:lnTo>
                    <a:pt x="1956293" y="22925"/>
                  </a:lnTo>
                  <a:lnTo>
                    <a:pt x="1990296" y="49180"/>
                  </a:lnTo>
                  <a:lnTo>
                    <a:pt x="2016562" y="83161"/>
                  </a:lnTo>
                  <a:lnTo>
                    <a:pt x="2033494" y="123266"/>
                  </a:lnTo>
                  <a:lnTo>
                    <a:pt x="2039493" y="167894"/>
                  </a:lnTo>
                  <a:lnTo>
                    <a:pt x="2039493" y="839736"/>
                  </a:lnTo>
                  <a:lnTo>
                    <a:pt x="2033494" y="884381"/>
                  </a:lnTo>
                  <a:lnTo>
                    <a:pt x="2016562" y="924499"/>
                  </a:lnTo>
                  <a:lnTo>
                    <a:pt x="1990296" y="958489"/>
                  </a:lnTo>
                  <a:lnTo>
                    <a:pt x="1956293" y="984750"/>
                  </a:lnTo>
                  <a:lnTo>
                    <a:pt x="1916153" y="1001681"/>
                  </a:lnTo>
                  <a:lnTo>
                    <a:pt x="1871472" y="1007681"/>
                  </a:lnTo>
                  <a:lnTo>
                    <a:pt x="168021" y="1007681"/>
                  </a:lnTo>
                  <a:lnTo>
                    <a:pt x="123339" y="1001681"/>
                  </a:lnTo>
                  <a:lnTo>
                    <a:pt x="83199" y="984750"/>
                  </a:lnTo>
                  <a:lnTo>
                    <a:pt x="49196" y="958489"/>
                  </a:lnTo>
                  <a:lnTo>
                    <a:pt x="22930" y="924499"/>
                  </a:lnTo>
                  <a:lnTo>
                    <a:pt x="5998" y="884381"/>
                  </a:lnTo>
                  <a:lnTo>
                    <a:pt x="0" y="839736"/>
                  </a:lnTo>
                  <a:lnTo>
                    <a:pt x="0" y="167894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894077" y="8538718"/>
            <a:ext cx="1101725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95275">
              <a:lnSpc>
                <a:spcPct val="100000"/>
              </a:lnSpc>
              <a:spcBef>
                <a:spcPts val="105"/>
              </a:spcBef>
            </a:pP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로그 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수집/집계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33877" y="2541777"/>
            <a:ext cx="64770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25" dirty="0">
                <a:latin typeface="Malgun Gothic"/>
                <a:cs typeface="Malgun Gothic"/>
              </a:rPr>
              <a:t>수집</a:t>
            </a:r>
            <a:endParaRPr sz="2450">
              <a:latin typeface="Malgun Gothic"/>
              <a:cs typeface="Malgun Gothic"/>
            </a:endParaRPr>
          </a:p>
        </p:txBody>
      </p:sp>
      <p:pic>
        <p:nvPicPr>
          <p:cNvPr id="26" name="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43386" y="2200279"/>
            <a:ext cx="1020139" cy="960669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5566283" y="3532378"/>
            <a:ext cx="2052320" cy="1020444"/>
            <a:chOff x="5566283" y="3532378"/>
            <a:chExt cx="2052320" cy="1020444"/>
          </a:xfrm>
        </p:grpSpPr>
        <p:sp>
          <p:nvSpPr>
            <p:cNvPr id="28" name="object 28"/>
            <p:cNvSpPr/>
            <p:nvPr/>
          </p:nvSpPr>
          <p:spPr>
            <a:xfrm>
              <a:off x="5572633" y="3538728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1" y="0"/>
                  </a:moveTo>
                  <a:lnTo>
                    <a:pt x="167893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4"/>
                  </a:lnTo>
                  <a:lnTo>
                    <a:pt x="0" y="839724"/>
                  </a:lnTo>
                  <a:lnTo>
                    <a:pt x="5998" y="884351"/>
                  </a:lnTo>
                  <a:lnTo>
                    <a:pt x="22925" y="924456"/>
                  </a:lnTo>
                  <a:lnTo>
                    <a:pt x="49180" y="958437"/>
                  </a:lnTo>
                  <a:lnTo>
                    <a:pt x="83161" y="984692"/>
                  </a:lnTo>
                  <a:lnTo>
                    <a:pt x="123266" y="1001619"/>
                  </a:lnTo>
                  <a:lnTo>
                    <a:pt x="167893" y="1007618"/>
                  </a:lnTo>
                  <a:lnTo>
                    <a:pt x="1871471" y="1007618"/>
                  </a:lnTo>
                  <a:lnTo>
                    <a:pt x="1916099" y="1001619"/>
                  </a:lnTo>
                  <a:lnTo>
                    <a:pt x="1956204" y="984692"/>
                  </a:lnTo>
                  <a:lnTo>
                    <a:pt x="1990185" y="958437"/>
                  </a:lnTo>
                  <a:lnTo>
                    <a:pt x="2016440" y="924456"/>
                  </a:lnTo>
                  <a:lnTo>
                    <a:pt x="2033367" y="884351"/>
                  </a:lnTo>
                  <a:lnTo>
                    <a:pt x="2039365" y="839724"/>
                  </a:lnTo>
                  <a:lnTo>
                    <a:pt x="2039365" y="167894"/>
                  </a:lnTo>
                  <a:lnTo>
                    <a:pt x="2033367" y="123266"/>
                  </a:lnTo>
                  <a:lnTo>
                    <a:pt x="2016440" y="83161"/>
                  </a:lnTo>
                  <a:lnTo>
                    <a:pt x="1990185" y="49180"/>
                  </a:lnTo>
                  <a:lnTo>
                    <a:pt x="1956204" y="22925"/>
                  </a:lnTo>
                  <a:lnTo>
                    <a:pt x="1916099" y="5998"/>
                  </a:lnTo>
                  <a:lnTo>
                    <a:pt x="1871471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572633" y="3538728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4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3" y="0"/>
                  </a:lnTo>
                  <a:lnTo>
                    <a:pt x="1871471" y="0"/>
                  </a:lnTo>
                  <a:lnTo>
                    <a:pt x="1916099" y="5998"/>
                  </a:lnTo>
                  <a:lnTo>
                    <a:pt x="1956204" y="22925"/>
                  </a:lnTo>
                  <a:lnTo>
                    <a:pt x="1990185" y="49180"/>
                  </a:lnTo>
                  <a:lnTo>
                    <a:pt x="2016440" y="83161"/>
                  </a:lnTo>
                  <a:lnTo>
                    <a:pt x="2033367" y="123266"/>
                  </a:lnTo>
                  <a:lnTo>
                    <a:pt x="2039365" y="167894"/>
                  </a:lnTo>
                  <a:lnTo>
                    <a:pt x="2039365" y="839724"/>
                  </a:lnTo>
                  <a:lnTo>
                    <a:pt x="2033367" y="884351"/>
                  </a:lnTo>
                  <a:lnTo>
                    <a:pt x="2016440" y="924456"/>
                  </a:lnTo>
                  <a:lnTo>
                    <a:pt x="1990185" y="958437"/>
                  </a:lnTo>
                  <a:lnTo>
                    <a:pt x="1956204" y="984692"/>
                  </a:lnTo>
                  <a:lnTo>
                    <a:pt x="1916099" y="1001619"/>
                  </a:lnTo>
                  <a:lnTo>
                    <a:pt x="1871471" y="1007618"/>
                  </a:lnTo>
                  <a:lnTo>
                    <a:pt x="167893" y="1007618"/>
                  </a:lnTo>
                  <a:lnTo>
                    <a:pt x="123266" y="1001619"/>
                  </a:lnTo>
                  <a:lnTo>
                    <a:pt x="83161" y="984692"/>
                  </a:lnTo>
                  <a:lnTo>
                    <a:pt x="49180" y="958437"/>
                  </a:lnTo>
                  <a:lnTo>
                    <a:pt x="22925" y="924456"/>
                  </a:lnTo>
                  <a:lnTo>
                    <a:pt x="5998" y="884351"/>
                  </a:lnTo>
                  <a:lnTo>
                    <a:pt x="0" y="839724"/>
                  </a:lnTo>
                  <a:lnTo>
                    <a:pt x="0" y="167894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5811139" y="3735705"/>
            <a:ext cx="156210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3679" marR="5080" indent="-220979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복잡한</a:t>
            </a: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이벤트 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처리(CEP)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5566283" y="4724272"/>
            <a:ext cx="2052320" cy="1020444"/>
            <a:chOff x="5566283" y="4724272"/>
            <a:chExt cx="2052320" cy="1020444"/>
          </a:xfrm>
        </p:grpSpPr>
        <p:sp>
          <p:nvSpPr>
            <p:cNvPr id="32" name="object 32"/>
            <p:cNvSpPr/>
            <p:nvPr/>
          </p:nvSpPr>
          <p:spPr>
            <a:xfrm>
              <a:off x="5572633" y="4730622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1" y="0"/>
                  </a:moveTo>
                  <a:lnTo>
                    <a:pt x="167893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3"/>
                  </a:lnTo>
                  <a:lnTo>
                    <a:pt x="0" y="839724"/>
                  </a:lnTo>
                  <a:lnTo>
                    <a:pt x="5998" y="884351"/>
                  </a:lnTo>
                  <a:lnTo>
                    <a:pt x="22925" y="924456"/>
                  </a:lnTo>
                  <a:lnTo>
                    <a:pt x="49180" y="958437"/>
                  </a:lnTo>
                  <a:lnTo>
                    <a:pt x="83161" y="984692"/>
                  </a:lnTo>
                  <a:lnTo>
                    <a:pt x="123266" y="1001619"/>
                  </a:lnTo>
                  <a:lnTo>
                    <a:pt x="167893" y="1007617"/>
                  </a:lnTo>
                  <a:lnTo>
                    <a:pt x="1871471" y="1007617"/>
                  </a:lnTo>
                  <a:lnTo>
                    <a:pt x="1916099" y="1001619"/>
                  </a:lnTo>
                  <a:lnTo>
                    <a:pt x="1956204" y="984692"/>
                  </a:lnTo>
                  <a:lnTo>
                    <a:pt x="1990185" y="958437"/>
                  </a:lnTo>
                  <a:lnTo>
                    <a:pt x="2016440" y="924456"/>
                  </a:lnTo>
                  <a:lnTo>
                    <a:pt x="2033367" y="884351"/>
                  </a:lnTo>
                  <a:lnTo>
                    <a:pt x="2039365" y="839724"/>
                  </a:lnTo>
                  <a:lnTo>
                    <a:pt x="2039365" y="167893"/>
                  </a:lnTo>
                  <a:lnTo>
                    <a:pt x="2033367" y="123266"/>
                  </a:lnTo>
                  <a:lnTo>
                    <a:pt x="2016440" y="83161"/>
                  </a:lnTo>
                  <a:lnTo>
                    <a:pt x="1990185" y="49180"/>
                  </a:lnTo>
                  <a:lnTo>
                    <a:pt x="1956204" y="22925"/>
                  </a:lnTo>
                  <a:lnTo>
                    <a:pt x="1916099" y="5998"/>
                  </a:lnTo>
                  <a:lnTo>
                    <a:pt x="1871471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72633" y="4730622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3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3" y="0"/>
                  </a:lnTo>
                  <a:lnTo>
                    <a:pt x="1871471" y="0"/>
                  </a:lnTo>
                  <a:lnTo>
                    <a:pt x="1916099" y="5998"/>
                  </a:lnTo>
                  <a:lnTo>
                    <a:pt x="1956204" y="22925"/>
                  </a:lnTo>
                  <a:lnTo>
                    <a:pt x="1990185" y="49180"/>
                  </a:lnTo>
                  <a:lnTo>
                    <a:pt x="2016440" y="83161"/>
                  </a:lnTo>
                  <a:lnTo>
                    <a:pt x="2033367" y="123266"/>
                  </a:lnTo>
                  <a:lnTo>
                    <a:pt x="2039365" y="167893"/>
                  </a:lnTo>
                  <a:lnTo>
                    <a:pt x="2039365" y="839724"/>
                  </a:lnTo>
                  <a:lnTo>
                    <a:pt x="2033367" y="884351"/>
                  </a:lnTo>
                  <a:lnTo>
                    <a:pt x="2016440" y="924456"/>
                  </a:lnTo>
                  <a:lnTo>
                    <a:pt x="1990185" y="958437"/>
                  </a:lnTo>
                  <a:lnTo>
                    <a:pt x="1956204" y="984692"/>
                  </a:lnTo>
                  <a:lnTo>
                    <a:pt x="1916099" y="1001619"/>
                  </a:lnTo>
                  <a:lnTo>
                    <a:pt x="1871471" y="1007617"/>
                  </a:lnTo>
                  <a:lnTo>
                    <a:pt x="167893" y="1007617"/>
                  </a:lnTo>
                  <a:lnTo>
                    <a:pt x="123266" y="1001619"/>
                  </a:lnTo>
                  <a:lnTo>
                    <a:pt x="83161" y="984692"/>
                  </a:lnTo>
                  <a:lnTo>
                    <a:pt x="49180" y="958437"/>
                  </a:lnTo>
                  <a:lnTo>
                    <a:pt x="22925" y="924456"/>
                  </a:lnTo>
                  <a:lnTo>
                    <a:pt x="5998" y="884351"/>
                  </a:lnTo>
                  <a:lnTo>
                    <a:pt x="0" y="839724"/>
                  </a:lnTo>
                  <a:lnTo>
                    <a:pt x="0" y="167893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5757798" y="4927854"/>
            <a:ext cx="166878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클라우드간</a:t>
            </a:r>
            <a:endParaRPr sz="19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DataFlow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 구성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566283" y="5916167"/>
            <a:ext cx="2052320" cy="1020444"/>
            <a:chOff x="5566283" y="5916167"/>
            <a:chExt cx="2052320" cy="1020444"/>
          </a:xfrm>
        </p:grpSpPr>
        <p:sp>
          <p:nvSpPr>
            <p:cNvPr id="36" name="object 36"/>
            <p:cNvSpPr/>
            <p:nvPr/>
          </p:nvSpPr>
          <p:spPr>
            <a:xfrm>
              <a:off x="5572633" y="5922517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1" y="0"/>
                  </a:moveTo>
                  <a:lnTo>
                    <a:pt x="167893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4"/>
                  </a:lnTo>
                  <a:lnTo>
                    <a:pt x="0" y="839724"/>
                  </a:lnTo>
                  <a:lnTo>
                    <a:pt x="5998" y="884351"/>
                  </a:lnTo>
                  <a:lnTo>
                    <a:pt x="22925" y="924456"/>
                  </a:lnTo>
                  <a:lnTo>
                    <a:pt x="49180" y="958437"/>
                  </a:lnTo>
                  <a:lnTo>
                    <a:pt x="83161" y="984692"/>
                  </a:lnTo>
                  <a:lnTo>
                    <a:pt x="123266" y="1001619"/>
                  </a:lnTo>
                  <a:lnTo>
                    <a:pt x="167893" y="1007618"/>
                  </a:lnTo>
                  <a:lnTo>
                    <a:pt x="1871471" y="1007618"/>
                  </a:lnTo>
                  <a:lnTo>
                    <a:pt x="1916099" y="1001619"/>
                  </a:lnTo>
                  <a:lnTo>
                    <a:pt x="1956204" y="984692"/>
                  </a:lnTo>
                  <a:lnTo>
                    <a:pt x="1990185" y="958437"/>
                  </a:lnTo>
                  <a:lnTo>
                    <a:pt x="2016440" y="924456"/>
                  </a:lnTo>
                  <a:lnTo>
                    <a:pt x="2033367" y="884351"/>
                  </a:lnTo>
                  <a:lnTo>
                    <a:pt x="2039365" y="839724"/>
                  </a:lnTo>
                  <a:lnTo>
                    <a:pt x="2039365" y="167894"/>
                  </a:lnTo>
                  <a:lnTo>
                    <a:pt x="2033367" y="123266"/>
                  </a:lnTo>
                  <a:lnTo>
                    <a:pt x="2016440" y="83161"/>
                  </a:lnTo>
                  <a:lnTo>
                    <a:pt x="1990185" y="49180"/>
                  </a:lnTo>
                  <a:lnTo>
                    <a:pt x="1956204" y="22925"/>
                  </a:lnTo>
                  <a:lnTo>
                    <a:pt x="1916099" y="5998"/>
                  </a:lnTo>
                  <a:lnTo>
                    <a:pt x="1871471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572633" y="5922517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4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3" y="0"/>
                  </a:lnTo>
                  <a:lnTo>
                    <a:pt x="1871471" y="0"/>
                  </a:lnTo>
                  <a:lnTo>
                    <a:pt x="1916099" y="5998"/>
                  </a:lnTo>
                  <a:lnTo>
                    <a:pt x="1956204" y="22925"/>
                  </a:lnTo>
                  <a:lnTo>
                    <a:pt x="1990185" y="49180"/>
                  </a:lnTo>
                  <a:lnTo>
                    <a:pt x="2016440" y="83161"/>
                  </a:lnTo>
                  <a:lnTo>
                    <a:pt x="2033367" y="123266"/>
                  </a:lnTo>
                  <a:lnTo>
                    <a:pt x="2039365" y="167894"/>
                  </a:lnTo>
                  <a:lnTo>
                    <a:pt x="2039365" y="839724"/>
                  </a:lnTo>
                  <a:lnTo>
                    <a:pt x="2033367" y="884351"/>
                  </a:lnTo>
                  <a:lnTo>
                    <a:pt x="2016440" y="924456"/>
                  </a:lnTo>
                  <a:lnTo>
                    <a:pt x="1990185" y="958437"/>
                  </a:lnTo>
                  <a:lnTo>
                    <a:pt x="1956204" y="984692"/>
                  </a:lnTo>
                  <a:lnTo>
                    <a:pt x="1916099" y="1001619"/>
                  </a:lnTo>
                  <a:lnTo>
                    <a:pt x="1871471" y="1007618"/>
                  </a:lnTo>
                  <a:lnTo>
                    <a:pt x="167893" y="1007618"/>
                  </a:lnTo>
                  <a:lnTo>
                    <a:pt x="123266" y="1001619"/>
                  </a:lnTo>
                  <a:lnTo>
                    <a:pt x="83161" y="984692"/>
                  </a:lnTo>
                  <a:lnTo>
                    <a:pt x="49180" y="958437"/>
                  </a:lnTo>
                  <a:lnTo>
                    <a:pt x="22925" y="924456"/>
                  </a:lnTo>
                  <a:lnTo>
                    <a:pt x="5998" y="884351"/>
                  </a:lnTo>
                  <a:lnTo>
                    <a:pt x="0" y="839724"/>
                  </a:lnTo>
                  <a:lnTo>
                    <a:pt x="0" y="167894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033642" y="6119876"/>
            <a:ext cx="111633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SaaS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APP</a:t>
            </a:r>
            <a:endParaRPr sz="1900">
              <a:latin typeface="Malgun Gothic"/>
              <a:cs typeface="Malgun Gothic"/>
            </a:endParaRPr>
          </a:p>
          <a:p>
            <a:pPr marL="635" algn="ctr">
              <a:lnSpc>
                <a:spcPct val="100000"/>
              </a:lnSpc>
            </a:pP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통합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566283" y="7108063"/>
            <a:ext cx="2052320" cy="1020444"/>
            <a:chOff x="5566283" y="7108063"/>
            <a:chExt cx="2052320" cy="1020444"/>
          </a:xfrm>
        </p:grpSpPr>
        <p:sp>
          <p:nvSpPr>
            <p:cNvPr id="40" name="object 40"/>
            <p:cNvSpPr/>
            <p:nvPr/>
          </p:nvSpPr>
          <p:spPr>
            <a:xfrm>
              <a:off x="5572633" y="7114413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1" y="0"/>
                  </a:moveTo>
                  <a:lnTo>
                    <a:pt x="167893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3"/>
                  </a:lnTo>
                  <a:lnTo>
                    <a:pt x="0" y="839723"/>
                  </a:lnTo>
                  <a:lnTo>
                    <a:pt x="5998" y="884351"/>
                  </a:lnTo>
                  <a:lnTo>
                    <a:pt x="22925" y="924456"/>
                  </a:lnTo>
                  <a:lnTo>
                    <a:pt x="49180" y="958437"/>
                  </a:lnTo>
                  <a:lnTo>
                    <a:pt x="83161" y="984692"/>
                  </a:lnTo>
                  <a:lnTo>
                    <a:pt x="123266" y="1001619"/>
                  </a:lnTo>
                  <a:lnTo>
                    <a:pt x="167893" y="1007617"/>
                  </a:lnTo>
                  <a:lnTo>
                    <a:pt x="1871471" y="1007617"/>
                  </a:lnTo>
                  <a:lnTo>
                    <a:pt x="1916099" y="1001619"/>
                  </a:lnTo>
                  <a:lnTo>
                    <a:pt x="1956204" y="984692"/>
                  </a:lnTo>
                  <a:lnTo>
                    <a:pt x="1990185" y="958437"/>
                  </a:lnTo>
                  <a:lnTo>
                    <a:pt x="2016440" y="924456"/>
                  </a:lnTo>
                  <a:lnTo>
                    <a:pt x="2033367" y="884351"/>
                  </a:lnTo>
                  <a:lnTo>
                    <a:pt x="2039365" y="839723"/>
                  </a:lnTo>
                  <a:lnTo>
                    <a:pt x="2039365" y="167893"/>
                  </a:lnTo>
                  <a:lnTo>
                    <a:pt x="2033367" y="123266"/>
                  </a:lnTo>
                  <a:lnTo>
                    <a:pt x="2016440" y="83161"/>
                  </a:lnTo>
                  <a:lnTo>
                    <a:pt x="1990185" y="49180"/>
                  </a:lnTo>
                  <a:lnTo>
                    <a:pt x="1956204" y="22925"/>
                  </a:lnTo>
                  <a:lnTo>
                    <a:pt x="1916099" y="5998"/>
                  </a:lnTo>
                  <a:lnTo>
                    <a:pt x="1871471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572633" y="7114413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3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3" y="0"/>
                  </a:lnTo>
                  <a:lnTo>
                    <a:pt x="1871471" y="0"/>
                  </a:lnTo>
                  <a:lnTo>
                    <a:pt x="1916099" y="5998"/>
                  </a:lnTo>
                  <a:lnTo>
                    <a:pt x="1956204" y="22925"/>
                  </a:lnTo>
                  <a:lnTo>
                    <a:pt x="1990185" y="49180"/>
                  </a:lnTo>
                  <a:lnTo>
                    <a:pt x="2016440" y="83161"/>
                  </a:lnTo>
                  <a:lnTo>
                    <a:pt x="2033367" y="123266"/>
                  </a:lnTo>
                  <a:lnTo>
                    <a:pt x="2039365" y="167893"/>
                  </a:lnTo>
                  <a:lnTo>
                    <a:pt x="2039365" y="839723"/>
                  </a:lnTo>
                  <a:lnTo>
                    <a:pt x="2033367" y="884351"/>
                  </a:lnTo>
                  <a:lnTo>
                    <a:pt x="2016440" y="924456"/>
                  </a:lnTo>
                  <a:lnTo>
                    <a:pt x="1990185" y="958437"/>
                  </a:lnTo>
                  <a:lnTo>
                    <a:pt x="1956204" y="984692"/>
                  </a:lnTo>
                  <a:lnTo>
                    <a:pt x="1916099" y="1001619"/>
                  </a:lnTo>
                  <a:lnTo>
                    <a:pt x="1871471" y="1007617"/>
                  </a:lnTo>
                  <a:lnTo>
                    <a:pt x="167893" y="1007617"/>
                  </a:lnTo>
                  <a:lnTo>
                    <a:pt x="123266" y="1001619"/>
                  </a:lnTo>
                  <a:lnTo>
                    <a:pt x="83161" y="984692"/>
                  </a:lnTo>
                  <a:lnTo>
                    <a:pt x="49180" y="958437"/>
                  </a:lnTo>
                  <a:lnTo>
                    <a:pt x="22925" y="924456"/>
                  </a:lnTo>
                  <a:lnTo>
                    <a:pt x="5998" y="884351"/>
                  </a:lnTo>
                  <a:lnTo>
                    <a:pt x="0" y="839723"/>
                  </a:lnTo>
                  <a:lnTo>
                    <a:pt x="0" y="167893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989446" y="7311338"/>
            <a:ext cx="1206500" cy="606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Streaming</a:t>
            </a:r>
            <a:endParaRPr sz="19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ETL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566283" y="8354186"/>
            <a:ext cx="2052320" cy="1020444"/>
            <a:chOff x="5566283" y="8354186"/>
            <a:chExt cx="2052320" cy="1020444"/>
          </a:xfrm>
        </p:grpSpPr>
        <p:sp>
          <p:nvSpPr>
            <p:cNvPr id="44" name="object 44"/>
            <p:cNvSpPr/>
            <p:nvPr/>
          </p:nvSpPr>
          <p:spPr>
            <a:xfrm>
              <a:off x="5572633" y="8360536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1" y="0"/>
                  </a:moveTo>
                  <a:lnTo>
                    <a:pt x="167893" y="0"/>
                  </a:lnTo>
                  <a:lnTo>
                    <a:pt x="123266" y="5998"/>
                  </a:lnTo>
                  <a:lnTo>
                    <a:pt x="83161" y="22930"/>
                  </a:lnTo>
                  <a:lnTo>
                    <a:pt x="49180" y="49196"/>
                  </a:lnTo>
                  <a:lnTo>
                    <a:pt x="22925" y="83199"/>
                  </a:lnTo>
                  <a:lnTo>
                    <a:pt x="5998" y="123339"/>
                  </a:lnTo>
                  <a:lnTo>
                    <a:pt x="0" y="168021"/>
                  </a:lnTo>
                  <a:lnTo>
                    <a:pt x="0" y="839736"/>
                  </a:lnTo>
                  <a:lnTo>
                    <a:pt x="5998" y="884386"/>
                  </a:lnTo>
                  <a:lnTo>
                    <a:pt x="22925" y="924508"/>
                  </a:lnTo>
                  <a:lnTo>
                    <a:pt x="49180" y="958500"/>
                  </a:lnTo>
                  <a:lnTo>
                    <a:pt x="83161" y="984763"/>
                  </a:lnTo>
                  <a:lnTo>
                    <a:pt x="123266" y="1001694"/>
                  </a:lnTo>
                  <a:lnTo>
                    <a:pt x="167893" y="1007694"/>
                  </a:lnTo>
                  <a:lnTo>
                    <a:pt x="1871471" y="1007694"/>
                  </a:lnTo>
                  <a:lnTo>
                    <a:pt x="1916099" y="1001694"/>
                  </a:lnTo>
                  <a:lnTo>
                    <a:pt x="1956204" y="984763"/>
                  </a:lnTo>
                  <a:lnTo>
                    <a:pt x="1990185" y="958500"/>
                  </a:lnTo>
                  <a:lnTo>
                    <a:pt x="2016440" y="924508"/>
                  </a:lnTo>
                  <a:lnTo>
                    <a:pt x="2033367" y="884386"/>
                  </a:lnTo>
                  <a:lnTo>
                    <a:pt x="2039365" y="839736"/>
                  </a:lnTo>
                  <a:lnTo>
                    <a:pt x="2039365" y="168021"/>
                  </a:lnTo>
                  <a:lnTo>
                    <a:pt x="2033367" y="123339"/>
                  </a:lnTo>
                  <a:lnTo>
                    <a:pt x="2016440" y="83199"/>
                  </a:lnTo>
                  <a:lnTo>
                    <a:pt x="1990185" y="49196"/>
                  </a:lnTo>
                  <a:lnTo>
                    <a:pt x="1956204" y="22930"/>
                  </a:lnTo>
                  <a:lnTo>
                    <a:pt x="1916099" y="5998"/>
                  </a:lnTo>
                  <a:lnTo>
                    <a:pt x="1871471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5572633" y="8360536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8021"/>
                  </a:moveTo>
                  <a:lnTo>
                    <a:pt x="5998" y="123339"/>
                  </a:lnTo>
                  <a:lnTo>
                    <a:pt x="22925" y="83199"/>
                  </a:lnTo>
                  <a:lnTo>
                    <a:pt x="49180" y="49196"/>
                  </a:lnTo>
                  <a:lnTo>
                    <a:pt x="83161" y="22930"/>
                  </a:lnTo>
                  <a:lnTo>
                    <a:pt x="123266" y="5998"/>
                  </a:lnTo>
                  <a:lnTo>
                    <a:pt x="167893" y="0"/>
                  </a:lnTo>
                  <a:lnTo>
                    <a:pt x="1871471" y="0"/>
                  </a:lnTo>
                  <a:lnTo>
                    <a:pt x="1916099" y="5998"/>
                  </a:lnTo>
                  <a:lnTo>
                    <a:pt x="1956204" y="22930"/>
                  </a:lnTo>
                  <a:lnTo>
                    <a:pt x="1990185" y="49196"/>
                  </a:lnTo>
                  <a:lnTo>
                    <a:pt x="2016440" y="83199"/>
                  </a:lnTo>
                  <a:lnTo>
                    <a:pt x="2033367" y="123339"/>
                  </a:lnTo>
                  <a:lnTo>
                    <a:pt x="2039365" y="168021"/>
                  </a:lnTo>
                  <a:lnTo>
                    <a:pt x="2039365" y="839736"/>
                  </a:lnTo>
                  <a:lnTo>
                    <a:pt x="2033367" y="884386"/>
                  </a:lnTo>
                  <a:lnTo>
                    <a:pt x="2016440" y="924508"/>
                  </a:lnTo>
                  <a:lnTo>
                    <a:pt x="1990185" y="958500"/>
                  </a:lnTo>
                  <a:lnTo>
                    <a:pt x="1956204" y="984763"/>
                  </a:lnTo>
                  <a:lnTo>
                    <a:pt x="1916099" y="1001694"/>
                  </a:lnTo>
                  <a:lnTo>
                    <a:pt x="1871471" y="1007694"/>
                  </a:lnTo>
                  <a:lnTo>
                    <a:pt x="167893" y="1007694"/>
                  </a:lnTo>
                  <a:lnTo>
                    <a:pt x="123266" y="1001694"/>
                  </a:lnTo>
                  <a:lnTo>
                    <a:pt x="83161" y="984763"/>
                  </a:lnTo>
                  <a:lnTo>
                    <a:pt x="49180" y="958500"/>
                  </a:lnTo>
                  <a:lnTo>
                    <a:pt x="22925" y="924508"/>
                  </a:lnTo>
                  <a:lnTo>
                    <a:pt x="5998" y="884386"/>
                  </a:lnTo>
                  <a:lnTo>
                    <a:pt x="0" y="839736"/>
                  </a:lnTo>
                  <a:lnTo>
                    <a:pt x="0" y="16802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5812663" y="8412556"/>
            <a:ext cx="1560195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299"/>
              </a:lnSpc>
              <a:spcBef>
                <a:spcPts val="100"/>
              </a:spcBef>
            </a:pP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데이터 </a:t>
            </a: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웨어하우스</a:t>
            </a:r>
            <a:r>
              <a:rPr sz="1900" b="1" spc="-3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17719D"/>
                </a:solidFill>
                <a:latin typeface="Malgun Gothic"/>
                <a:cs typeface="Malgun Gothic"/>
              </a:rPr>
              <a:t>수 집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7107173" y="2634742"/>
            <a:ext cx="126936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20" dirty="0">
                <a:latin typeface="Malgun Gothic"/>
                <a:cs typeface="Malgun Gothic"/>
              </a:rPr>
              <a:t>아키텍처</a:t>
            </a:r>
            <a:endParaRPr sz="2450">
              <a:latin typeface="Malgun Gothic"/>
              <a:cs typeface="Malgun Gothic"/>
            </a:endParaRPr>
          </a:p>
        </p:txBody>
      </p:sp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26525" y="2191768"/>
            <a:ext cx="1056735" cy="974392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0467720" y="3536315"/>
            <a:ext cx="2052320" cy="1020444"/>
            <a:chOff x="10467720" y="3536315"/>
            <a:chExt cx="2052320" cy="1020444"/>
          </a:xfrm>
        </p:grpSpPr>
        <p:sp>
          <p:nvSpPr>
            <p:cNvPr id="50" name="object 50"/>
            <p:cNvSpPr/>
            <p:nvPr/>
          </p:nvSpPr>
          <p:spPr>
            <a:xfrm>
              <a:off x="10474070" y="3542665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3"/>
                  </a:lnTo>
                  <a:lnTo>
                    <a:pt x="0" y="839723"/>
                  </a:lnTo>
                  <a:lnTo>
                    <a:pt x="5998" y="884351"/>
                  </a:lnTo>
                  <a:lnTo>
                    <a:pt x="22925" y="924456"/>
                  </a:lnTo>
                  <a:lnTo>
                    <a:pt x="49180" y="958437"/>
                  </a:lnTo>
                  <a:lnTo>
                    <a:pt x="83161" y="984692"/>
                  </a:lnTo>
                  <a:lnTo>
                    <a:pt x="123266" y="1001619"/>
                  </a:lnTo>
                  <a:lnTo>
                    <a:pt x="167894" y="1007617"/>
                  </a:lnTo>
                  <a:lnTo>
                    <a:pt x="1871472" y="1007617"/>
                  </a:lnTo>
                  <a:lnTo>
                    <a:pt x="1916099" y="1001619"/>
                  </a:lnTo>
                  <a:lnTo>
                    <a:pt x="1956204" y="984692"/>
                  </a:lnTo>
                  <a:lnTo>
                    <a:pt x="1990185" y="958437"/>
                  </a:lnTo>
                  <a:lnTo>
                    <a:pt x="2016440" y="924456"/>
                  </a:lnTo>
                  <a:lnTo>
                    <a:pt x="2033367" y="884351"/>
                  </a:lnTo>
                  <a:lnTo>
                    <a:pt x="2039365" y="839723"/>
                  </a:lnTo>
                  <a:lnTo>
                    <a:pt x="2039365" y="167893"/>
                  </a:lnTo>
                  <a:lnTo>
                    <a:pt x="2033367" y="123266"/>
                  </a:lnTo>
                  <a:lnTo>
                    <a:pt x="2016440" y="83161"/>
                  </a:lnTo>
                  <a:lnTo>
                    <a:pt x="1990185" y="49180"/>
                  </a:lnTo>
                  <a:lnTo>
                    <a:pt x="1956204" y="22925"/>
                  </a:lnTo>
                  <a:lnTo>
                    <a:pt x="1916099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0474070" y="3542665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3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472" y="0"/>
                  </a:lnTo>
                  <a:lnTo>
                    <a:pt x="1916099" y="5998"/>
                  </a:lnTo>
                  <a:lnTo>
                    <a:pt x="1956204" y="22925"/>
                  </a:lnTo>
                  <a:lnTo>
                    <a:pt x="1990185" y="49180"/>
                  </a:lnTo>
                  <a:lnTo>
                    <a:pt x="2016440" y="83161"/>
                  </a:lnTo>
                  <a:lnTo>
                    <a:pt x="2033367" y="123266"/>
                  </a:lnTo>
                  <a:lnTo>
                    <a:pt x="2039365" y="167893"/>
                  </a:lnTo>
                  <a:lnTo>
                    <a:pt x="2039365" y="839723"/>
                  </a:lnTo>
                  <a:lnTo>
                    <a:pt x="2033367" y="884351"/>
                  </a:lnTo>
                  <a:lnTo>
                    <a:pt x="2016440" y="924456"/>
                  </a:lnTo>
                  <a:lnTo>
                    <a:pt x="1990185" y="958437"/>
                  </a:lnTo>
                  <a:lnTo>
                    <a:pt x="1956204" y="984692"/>
                  </a:lnTo>
                  <a:lnTo>
                    <a:pt x="1916099" y="1001619"/>
                  </a:lnTo>
                  <a:lnTo>
                    <a:pt x="1871472" y="1007617"/>
                  </a:lnTo>
                  <a:lnTo>
                    <a:pt x="167894" y="1007617"/>
                  </a:lnTo>
                  <a:lnTo>
                    <a:pt x="123266" y="1001619"/>
                  </a:lnTo>
                  <a:lnTo>
                    <a:pt x="83161" y="984692"/>
                  </a:lnTo>
                  <a:lnTo>
                    <a:pt x="49180" y="958437"/>
                  </a:lnTo>
                  <a:lnTo>
                    <a:pt x="22925" y="924456"/>
                  </a:lnTo>
                  <a:lnTo>
                    <a:pt x="5998" y="884351"/>
                  </a:lnTo>
                  <a:lnTo>
                    <a:pt x="0" y="839723"/>
                  </a:lnTo>
                  <a:lnTo>
                    <a:pt x="0" y="167893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10996421" y="3739642"/>
            <a:ext cx="995044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신용카드 사기탐지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10467720" y="4728209"/>
            <a:ext cx="2052320" cy="1020444"/>
            <a:chOff x="10467720" y="4728209"/>
            <a:chExt cx="2052320" cy="1020444"/>
          </a:xfrm>
        </p:grpSpPr>
        <p:sp>
          <p:nvSpPr>
            <p:cNvPr id="54" name="object 54"/>
            <p:cNvSpPr/>
            <p:nvPr/>
          </p:nvSpPr>
          <p:spPr>
            <a:xfrm>
              <a:off x="10474070" y="4734559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3"/>
                  </a:lnTo>
                  <a:lnTo>
                    <a:pt x="0" y="839724"/>
                  </a:lnTo>
                  <a:lnTo>
                    <a:pt x="5998" y="884351"/>
                  </a:lnTo>
                  <a:lnTo>
                    <a:pt x="22925" y="924456"/>
                  </a:lnTo>
                  <a:lnTo>
                    <a:pt x="49180" y="958437"/>
                  </a:lnTo>
                  <a:lnTo>
                    <a:pt x="83161" y="984692"/>
                  </a:lnTo>
                  <a:lnTo>
                    <a:pt x="123266" y="1001619"/>
                  </a:lnTo>
                  <a:lnTo>
                    <a:pt x="167894" y="1007617"/>
                  </a:lnTo>
                  <a:lnTo>
                    <a:pt x="1871472" y="1007617"/>
                  </a:lnTo>
                  <a:lnTo>
                    <a:pt x="1916099" y="1001619"/>
                  </a:lnTo>
                  <a:lnTo>
                    <a:pt x="1956204" y="984692"/>
                  </a:lnTo>
                  <a:lnTo>
                    <a:pt x="1990185" y="958437"/>
                  </a:lnTo>
                  <a:lnTo>
                    <a:pt x="2016440" y="924456"/>
                  </a:lnTo>
                  <a:lnTo>
                    <a:pt x="2033367" y="884351"/>
                  </a:lnTo>
                  <a:lnTo>
                    <a:pt x="2039365" y="839724"/>
                  </a:lnTo>
                  <a:lnTo>
                    <a:pt x="2039365" y="167893"/>
                  </a:lnTo>
                  <a:lnTo>
                    <a:pt x="2033367" y="123266"/>
                  </a:lnTo>
                  <a:lnTo>
                    <a:pt x="2016440" y="83161"/>
                  </a:lnTo>
                  <a:lnTo>
                    <a:pt x="1990185" y="49180"/>
                  </a:lnTo>
                  <a:lnTo>
                    <a:pt x="1956204" y="22925"/>
                  </a:lnTo>
                  <a:lnTo>
                    <a:pt x="1916099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0474070" y="4734559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3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472" y="0"/>
                  </a:lnTo>
                  <a:lnTo>
                    <a:pt x="1916099" y="5998"/>
                  </a:lnTo>
                  <a:lnTo>
                    <a:pt x="1956204" y="22925"/>
                  </a:lnTo>
                  <a:lnTo>
                    <a:pt x="1990185" y="49180"/>
                  </a:lnTo>
                  <a:lnTo>
                    <a:pt x="2016440" y="83161"/>
                  </a:lnTo>
                  <a:lnTo>
                    <a:pt x="2033367" y="123266"/>
                  </a:lnTo>
                  <a:lnTo>
                    <a:pt x="2039365" y="167893"/>
                  </a:lnTo>
                  <a:lnTo>
                    <a:pt x="2039365" y="839724"/>
                  </a:lnTo>
                  <a:lnTo>
                    <a:pt x="2033367" y="884351"/>
                  </a:lnTo>
                  <a:lnTo>
                    <a:pt x="2016440" y="924456"/>
                  </a:lnTo>
                  <a:lnTo>
                    <a:pt x="1990185" y="958437"/>
                  </a:lnTo>
                  <a:lnTo>
                    <a:pt x="1956204" y="984692"/>
                  </a:lnTo>
                  <a:lnTo>
                    <a:pt x="1916099" y="1001619"/>
                  </a:lnTo>
                  <a:lnTo>
                    <a:pt x="1871472" y="1007617"/>
                  </a:lnTo>
                  <a:lnTo>
                    <a:pt x="167894" y="1007617"/>
                  </a:lnTo>
                  <a:lnTo>
                    <a:pt x="123266" y="1001619"/>
                  </a:lnTo>
                  <a:lnTo>
                    <a:pt x="83161" y="984692"/>
                  </a:lnTo>
                  <a:lnTo>
                    <a:pt x="49180" y="958437"/>
                  </a:lnTo>
                  <a:lnTo>
                    <a:pt x="22925" y="924456"/>
                  </a:lnTo>
                  <a:lnTo>
                    <a:pt x="5998" y="884351"/>
                  </a:lnTo>
                  <a:lnTo>
                    <a:pt x="0" y="839724"/>
                  </a:lnTo>
                  <a:lnTo>
                    <a:pt x="0" y="167893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6" name="object 56"/>
          <p:cNvSpPr txBox="1"/>
          <p:nvPr/>
        </p:nvSpPr>
        <p:spPr>
          <a:xfrm>
            <a:off x="10834878" y="4931105"/>
            <a:ext cx="1319530" cy="606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자동차</a:t>
            </a:r>
            <a:r>
              <a:rPr sz="1900" b="1" spc="-3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관리</a:t>
            </a:r>
            <a:endParaRPr sz="19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자율주행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0467720" y="5919978"/>
            <a:ext cx="2052320" cy="1020444"/>
            <a:chOff x="10467720" y="5919978"/>
            <a:chExt cx="2052320" cy="1020444"/>
          </a:xfrm>
        </p:grpSpPr>
        <p:sp>
          <p:nvSpPr>
            <p:cNvPr id="58" name="object 58"/>
            <p:cNvSpPr/>
            <p:nvPr/>
          </p:nvSpPr>
          <p:spPr>
            <a:xfrm>
              <a:off x="10474070" y="5926328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30"/>
                  </a:lnTo>
                  <a:lnTo>
                    <a:pt x="49180" y="49196"/>
                  </a:lnTo>
                  <a:lnTo>
                    <a:pt x="22925" y="83199"/>
                  </a:lnTo>
                  <a:lnTo>
                    <a:pt x="5998" y="123339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25" y="924545"/>
                  </a:lnTo>
                  <a:lnTo>
                    <a:pt x="49180" y="958548"/>
                  </a:lnTo>
                  <a:lnTo>
                    <a:pt x="83161" y="984814"/>
                  </a:lnTo>
                  <a:lnTo>
                    <a:pt x="123266" y="1001746"/>
                  </a:lnTo>
                  <a:lnTo>
                    <a:pt x="167894" y="1007745"/>
                  </a:lnTo>
                  <a:lnTo>
                    <a:pt x="1871472" y="1007745"/>
                  </a:lnTo>
                  <a:lnTo>
                    <a:pt x="1916099" y="1001746"/>
                  </a:lnTo>
                  <a:lnTo>
                    <a:pt x="1956204" y="984814"/>
                  </a:lnTo>
                  <a:lnTo>
                    <a:pt x="1990185" y="958548"/>
                  </a:lnTo>
                  <a:lnTo>
                    <a:pt x="2016440" y="924545"/>
                  </a:lnTo>
                  <a:lnTo>
                    <a:pt x="2033367" y="884405"/>
                  </a:lnTo>
                  <a:lnTo>
                    <a:pt x="2039365" y="839724"/>
                  </a:lnTo>
                  <a:lnTo>
                    <a:pt x="2039365" y="168021"/>
                  </a:lnTo>
                  <a:lnTo>
                    <a:pt x="2033367" y="123339"/>
                  </a:lnTo>
                  <a:lnTo>
                    <a:pt x="2016440" y="83199"/>
                  </a:lnTo>
                  <a:lnTo>
                    <a:pt x="1990185" y="49196"/>
                  </a:lnTo>
                  <a:lnTo>
                    <a:pt x="1956204" y="22930"/>
                  </a:lnTo>
                  <a:lnTo>
                    <a:pt x="1916099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0474070" y="5926328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8021"/>
                  </a:moveTo>
                  <a:lnTo>
                    <a:pt x="5998" y="123339"/>
                  </a:lnTo>
                  <a:lnTo>
                    <a:pt x="22925" y="83199"/>
                  </a:lnTo>
                  <a:lnTo>
                    <a:pt x="49180" y="49196"/>
                  </a:lnTo>
                  <a:lnTo>
                    <a:pt x="83161" y="22930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472" y="0"/>
                  </a:lnTo>
                  <a:lnTo>
                    <a:pt x="1916099" y="5998"/>
                  </a:lnTo>
                  <a:lnTo>
                    <a:pt x="1956204" y="22930"/>
                  </a:lnTo>
                  <a:lnTo>
                    <a:pt x="1990185" y="49196"/>
                  </a:lnTo>
                  <a:lnTo>
                    <a:pt x="2016440" y="83199"/>
                  </a:lnTo>
                  <a:lnTo>
                    <a:pt x="2033367" y="123339"/>
                  </a:lnTo>
                  <a:lnTo>
                    <a:pt x="2039365" y="168021"/>
                  </a:lnTo>
                  <a:lnTo>
                    <a:pt x="2039365" y="839724"/>
                  </a:lnTo>
                  <a:lnTo>
                    <a:pt x="2033367" y="884405"/>
                  </a:lnTo>
                  <a:lnTo>
                    <a:pt x="2016440" y="924545"/>
                  </a:lnTo>
                  <a:lnTo>
                    <a:pt x="1990185" y="958548"/>
                  </a:lnTo>
                  <a:lnTo>
                    <a:pt x="1956204" y="984814"/>
                  </a:lnTo>
                  <a:lnTo>
                    <a:pt x="1916099" y="1001746"/>
                  </a:lnTo>
                  <a:lnTo>
                    <a:pt x="1871472" y="1007745"/>
                  </a:lnTo>
                  <a:lnTo>
                    <a:pt x="167894" y="1007745"/>
                  </a:lnTo>
                  <a:lnTo>
                    <a:pt x="123266" y="1001746"/>
                  </a:lnTo>
                  <a:lnTo>
                    <a:pt x="83161" y="984814"/>
                  </a:lnTo>
                  <a:lnTo>
                    <a:pt x="49180" y="958548"/>
                  </a:lnTo>
                  <a:lnTo>
                    <a:pt x="22925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0833354" y="6123559"/>
            <a:ext cx="1320800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7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실시간</a:t>
            </a: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생산 </a:t>
            </a: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관리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최적화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10467720" y="7111872"/>
            <a:ext cx="2052320" cy="1020444"/>
            <a:chOff x="10467720" y="7111872"/>
            <a:chExt cx="2052320" cy="1020444"/>
          </a:xfrm>
        </p:grpSpPr>
        <p:sp>
          <p:nvSpPr>
            <p:cNvPr id="62" name="object 62"/>
            <p:cNvSpPr/>
            <p:nvPr/>
          </p:nvSpPr>
          <p:spPr>
            <a:xfrm>
              <a:off x="10474070" y="7118222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30"/>
                  </a:lnTo>
                  <a:lnTo>
                    <a:pt x="49180" y="49196"/>
                  </a:lnTo>
                  <a:lnTo>
                    <a:pt x="22925" y="83199"/>
                  </a:lnTo>
                  <a:lnTo>
                    <a:pt x="5998" y="123339"/>
                  </a:lnTo>
                  <a:lnTo>
                    <a:pt x="0" y="168020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25" y="924545"/>
                  </a:lnTo>
                  <a:lnTo>
                    <a:pt x="49180" y="958548"/>
                  </a:lnTo>
                  <a:lnTo>
                    <a:pt x="83161" y="984814"/>
                  </a:lnTo>
                  <a:lnTo>
                    <a:pt x="123266" y="1001746"/>
                  </a:lnTo>
                  <a:lnTo>
                    <a:pt x="167894" y="1007744"/>
                  </a:lnTo>
                  <a:lnTo>
                    <a:pt x="1871472" y="1007744"/>
                  </a:lnTo>
                  <a:lnTo>
                    <a:pt x="1916099" y="1001746"/>
                  </a:lnTo>
                  <a:lnTo>
                    <a:pt x="1956204" y="984814"/>
                  </a:lnTo>
                  <a:lnTo>
                    <a:pt x="1990185" y="958548"/>
                  </a:lnTo>
                  <a:lnTo>
                    <a:pt x="2016440" y="924545"/>
                  </a:lnTo>
                  <a:lnTo>
                    <a:pt x="2033367" y="884405"/>
                  </a:lnTo>
                  <a:lnTo>
                    <a:pt x="2039365" y="839724"/>
                  </a:lnTo>
                  <a:lnTo>
                    <a:pt x="2039365" y="168020"/>
                  </a:lnTo>
                  <a:lnTo>
                    <a:pt x="2033367" y="123339"/>
                  </a:lnTo>
                  <a:lnTo>
                    <a:pt x="2016440" y="83199"/>
                  </a:lnTo>
                  <a:lnTo>
                    <a:pt x="1990185" y="49196"/>
                  </a:lnTo>
                  <a:lnTo>
                    <a:pt x="1956204" y="22930"/>
                  </a:lnTo>
                  <a:lnTo>
                    <a:pt x="1916099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0474070" y="7118222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8020"/>
                  </a:moveTo>
                  <a:lnTo>
                    <a:pt x="5998" y="123339"/>
                  </a:lnTo>
                  <a:lnTo>
                    <a:pt x="22925" y="83199"/>
                  </a:lnTo>
                  <a:lnTo>
                    <a:pt x="49180" y="49196"/>
                  </a:lnTo>
                  <a:lnTo>
                    <a:pt x="83161" y="22930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472" y="0"/>
                  </a:lnTo>
                  <a:lnTo>
                    <a:pt x="1916099" y="5998"/>
                  </a:lnTo>
                  <a:lnTo>
                    <a:pt x="1956204" y="22930"/>
                  </a:lnTo>
                  <a:lnTo>
                    <a:pt x="1990185" y="49196"/>
                  </a:lnTo>
                  <a:lnTo>
                    <a:pt x="2016440" y="83199"/>
                  </a:lnTo>
                  <a:lnTo>
                    <a:pt x="2033367" y="123339"/>
                  </a:lnTo>
                  <a:lnTo>
                    <a:pt x="2039365" y="168020"/>
                  </a:lnTo>
                  <a:lnTo>
                    <a:pt x="2039365" y="839724"/>
                  </a:lnTo>
                  <a:lnTo>
                    <a:pt x="2033367" y="884405"/>
                  </a:lnTo>
                  <a:lnTo>
                    <a:pt x="2016440" y="924545"/>
                  </a:lnTo>
                  <a:lnTo>
                    <a:pt x="1990185" y="958548"/>
                  </a:lnTo>
                  <a:lnTo>
                    <a:pt x="1956204" y="984814"/>
                  </a:lnTo>
                  <a:lnTo>
                    <a:pt x="1916099" y="1001746"/>
                  </a:lnTo>
                  <a:lnTo>
                    <a:pt x="1871472" y="1007744"/>
                  </a:lnTo>
                  <a:lnTo>
                    <a:pt x="167894" y="1007744"/>
                  </a:lnTo>
                  <a:lnTo>
                    <a:pt x="123266" y="1001746"/>
                  </a:lnTo>
                  <a:lnTo>
                    <a:pt x="83161" y="984814"/>
                  </a:lnTo>
                  <a:lnTo>
                    <a:pt x="49180" y="958548"/>
                  </a:lnTo>
                  <a:lnTo>
                    <a:pt x="22925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0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0712957" y="7170546"/>
            <a:ext cx="1562100" cy="897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지능형</a:t>
            </a: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보안위 </a:t>
            </a:r>
            <a:r>
              <a:rPr sz="1900" b="1" spc="-50" dirty="0">
                <a:solidFill>
                  <a:srgbClr val="17719D"/>
                </a:solidFill>
                <a:latin typeface="Malgun Gothic"/>
                <a:cs typeface="Malgun Gothic"/>
              </a:rPr>
              <a:t>협</a:t>
            </a:r>
            <a:endParaRPr sz="19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탐지/대응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10467720" y="8358123"/>
            <a:ext cx="2052320" cy="1020444"/>
            <a:chOff x="10467720" y="8358123"/>
            <a:chExt cx="2052320" cy="1020444"/>
          </a:xfrm>
        </p:grpSpPr>
        <p:sp>
          <p:nvSpPr>
            <p:cNvPr id="66" name="object 66"/>
            <p:cNvSpPr/>
            <p:nvPr/>
          </p:nvSpPr>
          <p:spPr>
            <a:xfrm>
              <a:off x="10474070" y="8364473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1871472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4"/>
                  </a:lnTo>
                  <a:lnTo>
                    <a:pt x="0" y="839698"/>
                  </a:lnTo>
                  <a:lnTo>
                    <a:pt x="5998" y="884348"/>
                  </a:lnTo>
                  <a:lnTo>
                    <a:pt x="22925" y="924470"/>
                  </a:lnTo>
                  <a:lnTo>
                    <a:pt x="49180" y="958462"/>
                  </a:lnTo>
                  <a:lnTo>
                    <a:pt x="83161" y="984725"/>
                  </a:lnTo>
                  <a:lnTo>
                    <a:pt x="123266" y="1001656"/>
                  </a:lnTo>
                  <a:lnTo>
                    <a:pt x="167894" y="1007656"/>
                  </a:lnTo>
                  <a:lnTo>
                    <a:pt x="1871472" y="1007656"/>
                  </a:lnTo>
                  <a:lnTo>
                    <a:pt x="1916099" y="1001656"/>
                  </a:lnTo>
                  <a:lnTo>
                    <a:pt x="1956204" y="984725"/>
                  </a:lnTo>
                  <a:lnTo>
                    <a:pt x="1990185" y="958462"/>
                  </a:lnTo>
                  <a:lnTo>
                    <a:pt x="2016440" y="924470"/>
                  </a:lnTo>
                  <a:lnTo>
                    <a:pt x="2033367" y="884348"/>
                  </a:lnTo>
                  <a:lnTo>
                    <a:pt x="2039365" y="839698"/>
                  </a:lnTo>
                  <a:lnTo>
                    <a:pt x="2039365" y="167894"/>
                  </a:lnTo>
                  <a:lnTo>
                    <a:pt x="2033367" y="123266"/>
                  </a:lnTo>
                  <a:lnTo>
                    <a:pt x="2016440" y="83161"/>
                  </a:lnTo>
                  <a:lnTo>
                    <a:pt x="1990185" y="49180"/>
                  </a:lnTo>
                  <a:lnTo>
                    <a:pt x="1956204" y="22925"/>
                  </a:lnTo>
                  <a:lnTo>
                    <a:pt x="1916099" y="5998"/>
                  </a:lnTo>
                  <a:lnTo>
                    <a:pt x="1871472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0474070" y="8364473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20" h="1007745">
                  <a:moveTo>
                    <a:pt x="0" y="167894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472" y="0"/>
                  </a:lnTo>
                  <a:lnTo>
                    <a:pt x="1916099" y="5998"/>
                  </a:lnTo>
                  <a:lnTo>
                    <a:pt x="1956204" y="22925"/>
                  </a:lnTo>
                  <a:lnTo>
                    <a:pt x="1990185" y="49180"/>
                  </a:lnTo>
                  <a:lnTo>
                    <a:pt x="2016440" y="83161"/>
                  </a:lnTo>
                  <a:lnTo>
                    <a:pt x="2033367" y="123266"/>
                  </a:lnTo>
                  <a:lnTo>
                    <a:pt x="2039365" y="167894"/>
                  </a:lnTo>
                  <a:lnTo>
                    <a:pt x="2039365" y="839698"/>
                  </a:lnTo>
                  <a:lnTo>
                    <a:pt x="2033367" y="884348"/>
                  </a:lnTo>
                  <a:lnTo>
                    <a:pt x="2016440" y="924470"/>
                  </a:lnTo>
                  <a:lnTo>
                    <a:pt x="1990185" y="958462"/>
                  </a:lnTo>
                  <a:lnTo>
                    <a:pt x="1956204" y="984725"/>
                  </a:lnTo>
                  <a:lnTo>
                    <a:pt x="1916099" y="1001656"/>
                  </a:lnTo>
                  <a:lnTo>
                    <a:pt x="1871472" y="1007656"/>
                  </a:lnTo>
                  <a:lnTo>
                    <a:pt x="167894" y="1007656"/>
                  </a:lnTo>
                  <a:lnTo>
                    <a:pt x="123266" y="1001656"/>
                  </a:lnTo>
                  <a:lnTo>
                    <a:pt x="83161" y="984725"/>
                  </a:lnTo>
                  <a:lnTo>
                    <a:pt x="49180" y="958462"/>
                  </a:lnTo>
                  <a:lnTo>
                    <a:pt x="22925" y="924470"/>
                  </a:lnTo>
                  <a:lnTo>
                    <a:pt x="5998" y="884348"/>
                  </a:lnTo>
                  <a:lnTo>
                    <a:pt x="0" y="839698"/>
                  </a:lnTo>
                  <a:lnTo>
                    <a:pt x="0" y="167894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1036045" y="8561654"/>
            <a:ext cx="916940" cy="606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JIT</a:t>
            </a:r>
            <a:r>
              <a:rPr sz="1900" b="1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물류</a:t>
            </a:r>
            <a:endParaRPr sz="1900">
              <a:latin typeface="Malgun Gothic"/>
              <a:cs typeface="Malgun Gothic"/>
            </a:endParaRPr>
          </a:p>
          <a:p>
            <a:pPr marL="94615">
              <a:lnSpc>
                <a:spcPct val="100000"/>
              </a:lnSpc>
            </a:pP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최적화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749531" y="2619247"/>
            <a:ext cx="95821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25" dirty="0">
                <a:latin typeface="Malgun Gothic"/>
                <a:cs typeface="Malgun Gothic"/>
              </a:rPr>
              <a:t>산업군</a:t>
            </a:r>
            <a:endParaRPr sz="2450">
              <a:latin typeface="Malgun Gothic"/>
              <a:cs typeface="Malgun Gothic"/>
            </a:endParaRPr>
          </a:p>
        </p:txBody>
      </p:sp>
      <p:pic>
        <p:nvPicPr>
          <p:cNvPr id="70" name="object 7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896258" y="2233691"/>
            <a:ext cx="1079609" cy="924072"/>
          </a:xfrm>
          <a:prstGeom prst="rect">
            <a:avLst/>
          </a:prstGeom>
        </p:spPr>
      </p:pic>
      <p:grpSp>
        <p:nvGrpSpPr>
          <p:cNvPr id="71" name="object 71"/>
          <p:cNvGrpSpPr/>
          <p:nvPr/>
        </p:nvGrpSpPr>
        <p:grpSpPr>
          <a:xfrm>
            <a:off x="14795627" y="3517265"/>
            <a:ext cx="2052320" cy="1020444"/>
            <a:chOff x="14795627" y="3517265"/>
            <a:chExt cx="2052320" cy="1020444"/>
          </a:xfrm>
        </p:grpSpPr>
        <p:sp>
          <p:nvSpPr>
            <p:cNvPr id="72" name="object 72"/>
            <p:cNvSpPr/>
            <p:nvPr/>
          </p:nvSpPr>
          <p:spPr>
            <a:xfrm>
              <a:off x="14801977" y="3523615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1871344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3"/>
                  </a:lnTo>
                  <a:lnTo>
                    <a:pt x="0" y="839723"/>
                  </a:lnTo>
                  <a:lnTo>
                    <a:pt x="5998" y="884351"/>
                  </a:lnTo>
                  <a:lnTo>
                    <a:pt x="22925" y="924456"/>
                  </a:lnTo>
                  <a:lnTo>
                    <a:pt x="49180" y="958437"/>
                  </a:lnTo>
                  <a:lnTo>
                    <a:pt x="83161" y="984692"/>
                  </a:lnTo>
                  <a:lnTo>
                    <a:pt x="123266" y="1001619"/>
                  </a:lnTo>
                  <a:lnTo>
                    <a:pt x="167894" y="1007617"/>
                  </a:lnTo>
                  <a:lnTo>
                    <a:pt x="1871344" y="1007617"/>
                  </a:lnTo>
                  <a:lnTo>
                    <a:pt x="1916026" y="1001619"/>
                  </a:lnTo>
                  <a:lnTo>
                    <a:pt x="1956166" y="984692"/>
                  </a:lnTo>
                  <a:lnTo>
                    <a:pt x="1990169" y="958437"/>
                  </a:lnTo>
                  <a:lnTo>
                    <a:pt x="2016435" y="924456"/>
                  </a:lnTo>
                  <a:lnTo>
                    <a:pt x="2033367" y="884351"/>
                  </a:lnTo>
                  <a:lnTo>
                    <a:pt x="2039365" y="839723"/>
                  </a:lnTo>
                  <a:lnTo>
                    <a:pt x="2039365" y="167893"/>
                  </a:lnTo>
                  <a:lnTo>
                    <a:pt x="2033367" y="123266"/>
                  </a:lnTo>
                  <a:lnTo>
                    <a:pt x="2016435" y="83161"/>
                  </a:lnTo>
                  <a:lnTo>
                    <a:pt x="1990169" y="49180"/>
                  </a:lnTo>
                  <a:lnTo>
                    <a:pt x="1956166" y="22925"/>
                  </a:lnTo>
                  <a:lnTo>
                    <a:pt x="1916026" y="5998"/>
                  </a:lnTo>
                  <a:lnTo>
                    <a:pt x="1871344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4801977" y="3523615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0" y="167893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344" y="0"/>
                  </a:lnTo>
                  <a:lnTo>
                    <a:pt x="1916026" y="5998"/>
                  </a:lnTo>
                  <a:lnTo>
                    <a:pt x="1956166" y="22925"/>
                  </a:lnTo>
                  <a:lnTo>
                    <a:pt x="1990169" y="49180"/>
                  </a:lnTo>
                  <a:lnTo>
                    <a:pt x="2016435" y="83161"/>
                  </a:lnTo>
                  <a:lnTo>
                    <a:pt x="2033367" y="123266"/>
                  </a:lnTo>
                  <a:lnTo>
                    <a:pt x="2039365" y="167893"/>
                  </a:lnTo>
                  <a:lnTo>
                    <a:pt x="2039365" y="839723"/>
                  </a:lnTo>
                  <a:lnTo>
                    <a:pt x="2033367" y="884351"/>
                  </a:lnTo>
                  <a:lnTo>
                    <a:pt x="2016435" y="924456"/>
                  </a:lnTo>
                  <a:lnTo>
                    <a:pt x="1990169" y="958437"/>
                  </a:lnTo>
                  <a:lnTo>
                    <a:pt x="1956166" y="984692"/>
                  </a:lnTo>
                  <a:lnTo>
                    <a:pt x="1916026" y="1001619"/>
                  </a:lnTo>
                  <a:lnTo>
                    <a:pt x="1871344" y="1007617"/>
                  </a:lnTo>
                  <a:lnTo>
                    <a:pt x="167894" y="1007617"/>
                  </a:lnTo>
                  <a:lnTo>
                    <a:pt x="123266" y="1001619"/>
                  </a:lnTo>
                  <a:lnTo>
                    <a:pt x="83161" y="984692"/>
                  </a:lnTo>
                  <a:lnTo>
                    <a:pt x="49180" y="958437"/>
                  </a:lnTo>
                  <a:lnTo>
                    <a:pt x="22925" y="924456"/>
                  </a:lnTo>
                  <a:lnTo>
                    <a:pt x="5998" y="884351"/>
                  </a:lnTo>
                  <a:lnTo>
                    <a:pt x="0" y="839723"/>
                  </a:lnTo>
                  <a:lnTo>
                    <a:pt x="0" y="167893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4999969" y="3720465"/>
            <a:ext cx="164592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59105" marR="5080" indent="-44704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실시간</a:t>
            </a: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환자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17719D"/>
                </a:solidFill>
                <a:latin typeface="Malgun Gothic"/>
                <a:cs typeface="Malgun Gothic"/>
              </a:rPr>
              <a:t>모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니터링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4795627" y="4709159"/>
            <a:ext cx="2052320" cy="1020444"/>
            <a:chOff x="14795627" y="4709159"/>
            <a:chExt cx="2052320" cy="1020444"/>
          </a:xfrm>
        </p:grpSpPr>
        <p:sp>
          <p:nvSpPr>
            <p:cNvPr id="76" name="object 76"/>
            <p:cNvSpPr/>
            <p:nvPr/>
          </p:nvSpPr>
          <p:spPr>
            <a:xfrm>
              <a:off x="14801977" y="4715509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1871344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3"/>
                  </a:lnTo>
                  <a:lnTo>
                    <a:pt x="0" y="839724"/>
                  </a:lnTo>
                  <a:lnTo>
                    <a:pt x="5998" y="884351"/>
                  </a:lnTo>
                  <a:lnTo>
                    <a:pt x="22925" y="924456"/>
                  </a:lnTo>
                  <a:lnTo>
                    <a:pt x="49180" y="958437"/>
                  </a:lnTo>
                  <a:lnTo>
                    <a:pt x="83161" y="984692"/>
                  </a:lnTo>
                  <a:lnTo>
                    <a:pt x="123266" y="1001619"/>
                  </a:lnTo>
                  <a:lnTo>
                    <a:pt x="167894" y="1007617"/>
                  </a:lnTo>
                  <a:lnTo>
                    <a:pt x="1871344" y="1007617"/>
                  </a:lnTo>
                  <a:lnTo>
                    <a:pt x="1916026" y="1001619"/>
                  </a:lnTo>
                  <a:lnTo>
                    <a:pt x="1956166" y="984692"/>
                  </a:lnTo>
                  <a:lnTo>
                    <a:pt x="1990169" y="958437"/>
                  </a:lnTo>
                  <a:lnTo>
                    <a:pt x="2016435" y="924456"/>
                  </a:lnTo>
                  <a:lnTo>
                    <a:pt x="2033367" y="884351"/>
                  </a:lnTo>
                  <a:lnTo>
                    <a:pt x="2039365" y="839724"/>
                  </a:lnTo>
                  <a:lnTo>
                    <a:pt x="2039365" y="167893"/>
                  </a:lnTo>
                  <a:lnTo>
                    <a:pt x="2033367" y="123266"/>
                  </a:lnTo>
                  <a:lnTo>
                    <a:pt x="2016435" y="83161"/>
                  </a:lnTo>
                  <a:lnTo>
                    <a:pt x="1990169" y="49180"/>
                  </a:lnTo>
                  <a:lnTo>
                    <a:pt x="1956166" y="22925"/>
                  </a:lnTo>
                  <a:lnTo>
                    <a:pt x="1916026" y="5998"/>
                  </a:lnTo>
                  <a:lnTo>
                    <a:pt x="1871344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4801977" y="4715509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0" y="167893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344" y="0"/>
                  </a:lnTo>
                  <a:lnTo>
                    <a:pt x="1916026" y="5998"/>
                  </a:lnTo>
                  <a:lnTo>
                    <a:pt x="1956166" y="22925"/>
                  </a:lnTo>
                  <a:lnTo>
                    <a:pt x="1990169" y="49180"/>
                  </a:lnTo>
                  <a:lnTo>
                    <a:pt x="2016435" y="83161"/>
                  </a:lnTo>
                  <a:lnTo>
                    <a:pt x="2033367" y="123266"/>
                  </a:lnTo>
                  <a:lnTo>
                    <a:pt x="2039365" y="167893"/>
                  </a:lnTo>
                  <a:lnTo>
                    <a:pt x="2039365" y="839724"/>
                  </a:lnTo>
                  <a:lnTo>
                    <a:pt x="2033367" y="884351"/>
                  </a:lnTo>
                  <a:lnTo>
                    <a:pt x="2016435" y="924456"/>
                  </a:lnTo>
                  <a:lnTo>
                    <a:pt x="1990169" y="958437"/>
                  </a:lnTo>
                  <a:lnTo>
                    <a:pt x="1956166" y="984692"/>
                  </a:lnTo>
                  <a:lnTo>
                    <a:pt x="1916026" y="1001619"/>
                  </a:lnTo>
                  <a:lnTo>
                    <a:pt x="1871344" y="1007617"/>
                  </a:lnTo>
                  <a:lnTo>
                    <a:pt x="167894" y="1007617"/>
                  </a:lnTo>
                  <a:lnTo>
                    <a:pt x="123266" y="1001619"/>
                  </a:lnTo>
                  <a:lnTo>
                    <a:pt x="83161" y="984692"/>
                  </a:lnTo>
                  <a:lnTo>
                    <a:pt x="49180" y="958437"/>
                  </a:lnTo>
                  <a:lnTo>
                    <a:pt x="22925" y="924456"/>
                  </a:lnTo>
                  <a:lnTo>
                    <a:pt x="5998" y="884351"/>
                  </a:lnTo>
                  <a:lnTo>
                    <a:pt x="0" y="839724"/>
                  </a:lnTo>
                  <a:lnTo>
                    <a:pt x="0" y="167893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15161513" y="4912614"/>
            <a:ext cx="132080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75260" marR="5080" indent="-163195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건강</a:t>
            </a:r>
            <a:r>
              <a:rPr sz="1900" b="1" spc="-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데이터 </a:t>
            </a: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통합분석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14795627" y="5900928"/>
            <a:ext cx="2052320" cy="1020444"/>
            <a:chOff x="14795627" y="5900928"/>
            <a:chExt cx="2052320" cy="1020444"/>
          </a:xfrm>
        </p:grpSpPr>
        <p:sp>
          <p:nvSpPr>
            <p:cNvPr id="80" name="object 80"/>
            <p:cNvSpPr/>
            <p:nvPr/>
          </p:nvSpPr>
          <p:spPr>
            <a:xfrm>
              <a:off x="14801977" y="5907278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1871344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30"/>
                  </a:lnTo>
                  <a:lnTo>
                    <a:pt x="49180" y="49196"/>
                  </a:lnTo>
                  <a:lnTo>
                    <a:pt x="22925" y="83199"/>
                  </a:lnTo>
                  <a:lnTo>
                    <a:pt x="5998" y="123339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25" y="924545"/>
                  </a:lnTo>
                  <a:lnTo>
                    <a:pt x="49180" y="958548"/>
                  </a:lnTo>
                  <a:lnTo>
                    <a:pt x="83161" y="984814"/>
                  </a:lnTo>
                  <a:lnTo>
                    <a:pt x="123266" y="1001746"/>
                  </a:lnTo>
                  <a:lnTo>
                    <a:pt x="167894" y="1007745"/>
                  </a:lnTo>
                  <a:lnTo>
                    <a:pt x="1871344" y="1007745"/>
                  </a:lnTo>
                  <a:lnTo>
                    <a:pt x="1916026" y="1001746"/>
                  </a:lnTo>
                  <a:lnTo>
                    <a:pt x="1956166" y="984814"/>
                  </a:lnTo>
                  <a:lnTo>
                    <a:pt x="1990169" y="958548"/>
                  </a:lnTo>
                  <a:lnTo>
                    <a:pt x="2016435" y="924545"/>
                  </a:lnTo>
                  <a:lnTo>
                    <a:pt x="2033367" y="884405"/>
                  </a:lnTo>
                  <a:lnTo>
                    <a:pt x="2039365" y="839724"/>
                  </a:lnTo>
                  <a:lnTo>
                    <a:pt x="2039365" y="168021"/>
                  </a:lnTo>
                  <a:lnTo>
                    <a:pt x="2033367" y="123339"/>
                  </a:lnTo>
                  <a:lnTo>
                    <a:pt x="2016435" y="83199"/>
                  </a:lnTo>
                  <a:lnTo>
                    <a:pt x="1990169" y="49196"/>
                  </a:lnTo>
                  <a:lnTo>
                    <a:pt x="1956166" y="22930"/>
                  </a:lnTo>
                  <a:lnTo>
                    <a:pt x="1916026" y="5998"/>
                  </a:lnTo>
                  <a:lnTo>
                    <a:pt x="1871344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4801977" y="5907278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0" y="168021"/>
                  </a:moveTo>
                  <a:lnTo>
                    <a:pt x="5998" y="123339"/>
                  </a:lnTo>
                  <a:lnTo>
                    <a:pt x="22925" y="83199"/>
                  </a:lnTo>
                  <a:lnTo>
                    <a:pt x="49180" y="49196"/>
                  </a:lnTo>
                  <a:lnTo>
                    <a:pt x="83161" y="22930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344" y="0"/>
                  </a:lnTo>
                  <a:lnTo>
                    <a:pt x="1916026" y="5998"/>
                  </a:lnTo>
                  <a:lnTo>
                    <a:pt x="1956166" y="22930"/>
                  </a:lnTo>
                  <a:lnTo>
                    <a:pt x="1990169" y="49196"/>
                  </a:lnTo>
                  <a:lnTo>
                    <a:pt x="2016435" y="83199"/>
                  </a:lnTo>
                  <a:lnTo>
                    <a:pt x="2033367" y="123339"/>
                  </a:lnTo>
                  <a:lnTo>
                    <a:pt x="2039365" y="168021"/>
                  </a:lnTo>
                  <a:lnTo>
                    <a:pt x="2039365" y="839724"/>
                  </a:lnTo>
                  <a:lnTo>
                    <a:pt x="2033367" y="884405"/>
                  </a:lnTo>
                  <a:lnTo>
                    <a:pt x="2016435" y="924545"/>
                  </a:lnTo>
                  <a:lnTo>
                    <a:pt x="1990169" y="958548"/>
                  </a:lnTo>
                  <a:lnTo>
                    <a:pt x="1956166" y="984814"/>
                  </a:lnTo>
                  <a:lnTo>
                    <a:pt x="1916026" y="1001746"/>
                  </a:lnTo>
                  <a:lnTo>
                    <a:pt x="1871344" y="1007745"/>
                  </a:lnTo>
                  <a:lnTo>
                    <a:pt x="167894" y="1007745"/>
                  </a:lnTo>
                  <a:lnTo>
                    <a:pt x="123266" y="1001746"/>
                  </a:lnTo>
                  <a:lnTo>
                    <a:pt x="83161" y="984814"/>
                  </a:lnTo>
                  <a:lnTo>
                    <a:pt x="49180" y="958548"/>
                  </a:lnTo>
                  <a:lnTo>
                    <a:pt x="22925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15163037" y="6104636"/>
            <a:ext cx="131953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5910" marR="5080" indent="-283845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개인화</a:t>
            </a: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타겟 마케팅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4795627" y="7092822"/>
            <a:ext cx="2052320" cy="1020444"/>
            <a:chOff x="14795627" y="7092822"/>
            <a:chExt cx="2052320" cy="1020444"/>
          </a:xfrm>
        </p:grpSpPr>
        <p:sp>
          <p:nvSpPr>
            <p:cNvPr id="84" name="object 84"/>
            <p:cNvSpPr/>
            <p:nvPr/>
          </p:nvSpPr>
          <p:spPr>
            <a:xfrm>
              <a:off x="14801977" y="7099172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1871344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30"/>
                  </a:lnTo>
                  <a:lnTo>
                    <a:pt x="49180" y="49196"/>
                  </a:lnTo>
                  <a:lnTo>
                    <a:pt x="22925" y="83199"/>
                  </a:lnTo>
                  <a:lnTo>
                    <a:pt x="5998" y="123339"/>
                  </a:lnTo>
                  <a:lnTo>
                    <a:pt x="0" y="168020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25" y="924545"/>
                  </a:lnTo>
                  <a:lnTo>
                    <a:pt x="49180" y="958548"/>
                  </a:lnTo>
                  <a:lnTo>
                    <a:pt x="83161" y="984814"/>
                  </a:lnTo>
                  <a:lnTo>
                    <a:pt x="123266" y="1001746"/>
                  </a:lnTo>
                  <a:lnTo>
                    <a:pt x="167894" y="1007744"/>
                  </a:lnTo>
                  <a:lnTo>
                    <a:pt x="1871344" y="1007744"/>
                  </a:lnTo>
                  <a:lnTo>
                    <a:pt x="1916026" y="1001746"/>
                  </a:lnTo>
                  <a:lnTo>
                    <a:pt x="1956166" y="984814"/>
                  </a:lnTo>
                  <a:lnTo>
                    <a:pt x="1990169" y="958548"/>
                  </a:lnTo>
                  <a:lnTo>
                    <a:pt x="2016435" y="924545"/>
                  </a:lnTo>
                  <a:lnTo>
                    <a:pt x="2033367" y="884405"/>
                  </a:lnTo>
                  <a:lnTo>
                    <a:pt x="2039365" y="839724"/>
                  </a:lnTo>
                  <a:lnTo>
                    <a:pt x="2039365" y="168020"/>
                  </a:lnTo>
                  <a:lnTo>
                    <a:pt x="2033367" y="123339"/>
                  </a:lnTo>
                  <a:lnTo>
                    <a:pt x="2016435" y="83199"/>
                  </a:lnTo>
                  <a:lnTo>
                    <a:pt x="1990169" y="49196"/>
                  </a:lnTo>
                  <a:lnTo>
                    <a:pt x="1956166" y="22930"/>
                  </a:lnTo>
                  <a:lnTo>
                    <a:pt x="1916026" y="5998"/>
                  </a:lnTo>
                  <a:lnTo>
                    <a:pt x="1871344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4801977" y="7099172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0" y="168020"/>
                  </a:moveTo>
                  <a:lnTo>
                    <a:pt x="5998" y="123339"/>
                  </a:lnTo>
                  <a:lnTo>
                    <a:pt x="22925" y="83199"/>
                  </a:lnTo>
                  <a:lnTo>
                    <a:pt x="49180" y="49196"/>
                  </a:lnTo>
                  <a:lnTo>
                    <a:pt x="83161" y="22930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344" y="0"/>
                  </a:lnTo>
                  <a:lnTo>
                    <a:pt x="1916026" y="5998"/>
                  </a:lnTo>
                  <a:lnTo>
                    <a:pt x="1956166" y="22930"/>
                  </a:lnTo>
                  <a:lnTo>
                    <a:pt x="1990169" y="49196"/>
                  </a:lnTo>
                  <a:lnTo>
                    <a:pt x="2016435" y="83199"/>
                  </a:lnTo>
                  <a:lnTo>
                    <a:pt x="2033367" y="123339"/>
                  </a:lnTo>
                  <a:lnTo>
                    <a:pt x="2039365" y="168020"/>
                  </a:lnTo>
                  <a:lnTo>
                    <a:pt x="2039365" y="839724"/>
                  </a:lnTo>
                  <a:lnTo>
                    <a:pt x="2033367" y="884405"/>
                  </a:lnTo>
                  <a:lnTo>
                    <a:pt x="2016435" y="924545"/>
                  </a:lnTo>
                  <a:lnTo>
                    <a:pt x="1990169" y="958548"/>
                  </a:lnTo>
                  <a:lnTo>
                    <a:pt x="1956166" y="984814"/>
                  </a:lnTo>
                  <a:lnTo>
                    <a:pt x="1916026" y="1001746"/>
                  </a:lnTo>
                  <a:lnTo>
                    <a:pt x="1871344" y="1007744"/>
                  </a:lnTo>
                  <a:lnTo>
                    <a:pt x="167894" y="1007744"/>
                  </a:lnTo>
                  <a:lnTo>
                    <a:pt x="123266" y="1001746"/>
                  </a:lnTo>
                  <a:lnTo>
                    <a:pt x="83161" y="984814"/>
                  </a:lnTo>
                  <a:lnTo>
                    <a:pt x="49180" y="958548"/>
                  </a:lnTo>
                  <a:lnTo>
                    <a:pt x="22925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0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5324582" y="7441819"/>
            <a:ext cx="995044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spc="-20" dirty="0">
                <a:solidFill>
                  <a:srgbClr val="17719D"/>
                </a:solidFill>
                <a:latin typeface="Malgun Gothic"/>
                <a:cs typeface="Malgun Gothic"/>
              </a:rPr>
              <a:t>지오펜싱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4795627" y="8339073"/>
            <a:ext cx="2052320" cy="1020444"/>
            <a:chOff x="14795627" y="8339073"/>
            <a:chExt cx="2052320" cy="1020444"/>
          </a:xfrm>
        </p:grpSpPr>
        <p:sp>
          <p:nvSpPr>
            <p:cNvPr id="88" name="object 88"/>
            <p:cNvSpPr/>
            <p:nvPr/>
          </p:nvSpPr>
          <p:spPr>
            <a:xfrm>
              <a:off x="14801977" y="8345423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1871344" y="0"/>
                  </a:moveTo>
                  <a:lnTo>
                    <a:pt x="167894" y="0"/>
                  </a:lnTo>
                  <a:lnTo>
                    <a:pt x="123266" y="5998"/>
                  </a:lnTo>
                  <a:lnTo>
                    <a:pt x="83161" y="22925"/>
                  </a:lnTo>
                  <a:lnTo>
                    <a:pt x="49180" y="49180"/>
                  </a:lnTo>
                  <a:lnTo>
                    <a:pt x="22925" y="83161"/>
                  </a:lnTo>
                  <a:lnTo>
                    <a:pt x="5998" y="123266"/>
                  </a:lnTo>
                  <a:lnTo>
                    <a:pt x="0" y="167894"/>
                  </a:lnTo>
                  <a:lnTo>
                    <a:pt x="0" y="839698"/>
                  </a:lnTo>
                  <a:lnTo>
                    <a:pt x="5998" y="884347"/>
                  </a:lnTo>
                  <a:lnTo>
                    <a:pt x="22925" y="924466"/>
                  </a:lnTo>
                  <a:lnTo>
                    <a:pt x="49180" y="958456"/>
                  </a:lnTo>
                  <a:lnTo>
                    <a:pt x="83161" y="984715"/>
                  </a:lnTo>
                  <a:lnTo>
                    <a:pt x="123266" y="1001644"/>
                  </a:lnTo>
                  <a:lnTo>
                    <a:pt x="167894" y="1007643"/>
                  </a:lnTo>
                  <a:lnTo>
                    <a:pt x="1871344" y="1007643"/>
                  </a:lnTo>
                  <a:lnTo>
                    <a:pt x="1916026" y="1001644"/>
                  </a:lnTo>
                  <a:lnTo>
                    <a:pt x="1956166" y="984715"/>
                  </a:lnTo>
                  <a:lnTo>
                    <a:pt x="1990169" y="958456"/>
                  </a:lnTo>
                  <a:lnTo>
                    <a:pt x="2016435" y="924466"/>
                  </a:lnTo>
                  <a:lnTo>
                    <a:pt x="2033367" y="884347"/>
                  </a:lnTo>
                  <a:lnTo>
                    <a:pt x="2039365" y="839698"/>
                  </a:lnTo>
                  <a:lnTo>
                    <a:pt x="2039365" y="167894"/>
                  </a:lnTo>
                  <a:lnTo>
                    <a:pt x="2033367" y="123266"/>
                  </a:lnTo>
                  <a:lnTo>
                    <a:pt x="2016435" y="83161"/>
                  </a:lnTo>
                  <a:lnTo>
                    <a:pt x="1990169" y="49180"/>
                  </a:lnTo>
                  <a:lnTo>
                    <a:pt x="1956166" y="22925"/>
                  </a:lnTo>
                  <a:lnTo>
                    <a:pt x="1916026" y="5998"/>
                  </a:lnTo>
                  <a:lnTo>
                    <a:pt x="1871344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4801977" y="8345423"/>
              <a:ext cx="2039620" cy="1007744"/>
            </a:xfrm>
            <a:custGeom>
              <a:avLst/>
              <a:gdLst/>
              <a:ahLst/>
              <a:cxnLst/>
              <a:rect l="l" t="t" r="r" b="b"/>
              <a:pathLst>
                <a:path w="2039619" h="1007745">
                  <a:moveTo>
                    <a:pt x="0" y="167894"/>
                  </a:moveTo>
                  <a:lnTo>
                    <a:pt x="5998" y="123266"/>
                  </a:lnTo>
                  <a:lnTo>
                    <a:pt x="22925" y="83161"/>
                  </a:lnTo>
                  <a:lnTo>
                    <a:pt x="49180" y="49180"/>
                  </a:lnTo>
                  <a:lnTo>
                    <a:pt x="83161" y="22925"/>
                  </a:lnTo>
                  <a:lnTo>
                    <a:pt x="123266" y="5998"/>
                  </a:lnTo>
                  <a:lnTo>
                    <a:pt x="167894" y="0"/>
                  </a:lnTo>
                  <a:lnTo>
                    <a:pt x="1871344" y="0"/>
                  </a:lnTo>
                  <a:lnTo>
                    <a:pt x="1916026" y="5998"/>
                  </a:lnTo>
                  <a:lnTo>
                    <a:pt x="1956166" y="22925"/>
                  </a:lnTo>
                  <a:lnTo>
                    <a:pt x="1990169" y="49180"/>
                  </a:lnTo>
                  <a:lnTo>
                    <a:pt x="2016435" y="83161"/>
                  </a:lnTo>
                  <a:lnTo>
                    <a:pt x="2033367" y="123266"/>
                  </a:lnTo>
                  <a:lnTo>
                    <a:pt x="2039365" y="167894"/>
                  </a:lnTo>
                  <a:lnTo>
                    <a:pt x="2039365" y="839698"/>
                  </a:lnTo>
                  <a:lnTo>
                    <a:pt x="2033367" y="884347"/>
                  </a:lnTo>
                  <a:lnTo>
                    <a:pt x="2016435" y="924466"/>
                  </a:lnTo>
                  <a:lnTo>
                    <a:pt x="1990169" y="958456"/>
                  </a:lnTo>
                  <a:lnTo>
                    <a:pt x="1956166" y="984715"/>
                  </a:lnTo>
                  <a:lnTo>
                    <a:pt x="1916026" y="1001644"/>
                  </a:lnTo>
                  <a:lnTo>
                    <a:pt x="1871344" y="1007643"/>
                  </a:lnTo>
                  <a:lnTo>
                    <a:pt x="167894" y="1007643"/>
                  </a:lnTo>
                  <a:lnTo>
                    <a:pt x="123266" y="1001644"/>
                  </a:lnTo>
                  <a:lnTo>
                    <a:pt x="83161" y="984715"/>
                  </a:lnTo>
                  <a:lnTo>
                    <a:pt x="49180" y="958456"/>
                  </a:lnTo>
                  <a:lnTo>
                    <a:pt x="22925" y="924466"/>
                  </a:lnTo>
                  <a:lnTo>
                    <a:pt x="5998" y="884347"/>
                  </a:lnTo>
                  <a:lnTo>
                    <a:pt x="0" y="839698"/>
                  </a:lnTo>
                  <a:lnTo>
                    <a:pt x="0" y="167894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15003017" y="8688069"/>
            <a:ext cx="163957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17719D"/>
                </a:solidFill>
                <a:latin typeface="Malgun Gothic"/>
                <a:cs typeface="Malgun Gothic"/>
              </a:rPr>
              <a:t>Customer</a:t>
            </a:r>
            <a:r>
              <a:rPr sz="190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17719D"/>
                </a:solidFill>
                <a:latin typeface="Malgun Gothic"/>
                <a:cs typeface="Malgun Gothic"/>
              </a:rPr>
              <a:t>360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3" name="object 9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sp>
        <p:nvSpPr>
          <p:cNvPr id="91" name="object 91"/>
          <p:cNvSpPr txBox="1"/>
          <p:nvPr/>
        </p:nvSpPr>
        <p:spPr>
          <a:xfrm>
            <a:off x="16131920" y="2599435"/>
            <a:ext cx="958215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spc="-25" dirty="0">
                <a:latin typeface="Malgun Gothic"/>
                <a:cs typeface="Malgun Gothic"/>
              </a:rPr>
              <a:t>개인화</a:t>
            </a:r>
            <a:endParaRPr sz="24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09066" y="648716"/>
            <a:ext cx="161613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605" dirty="0">
                <a:solidFill>
                  <a:srgbClr val="001F5F"/>
                </a:solidFill>
                <a:latin typeface="Calibri"/>
                <a:cs typeface="Calibri"/>
              </a:rPr>
              <a:t>Apache</a:t>
            </a:r>
            <a:r>
              <a:rPr sz="4200" b="1" spc="16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4200" b="1" spc="480" dirty="0">
                <a:solidFill>
                  <a:srgbClr val="001F5F"/>
                </a:solidFill>
                <a:latin typeface="Calibri"/>
                <a:cs typeface="Calibri"/>
              </a:rPr>
              <a:t>Kafka(Confluent)</a:t>
            </a:r>
            <a:r>
              <a:rPr sz="4200" b="1" spc="-4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3400" b="1" dirty="0">
                <a:solidFill>
                  <a:srgbClr val="00AFEF"/>
                </a:solidFill>
                <a:latin typeface="Malgun Gothic"/>
                <a:cs typeface="Malgun Gothic"/>
              </a:rPr>
              <a:t>모든</a:t>
            </a:r>
            <a:r>
              <a:rPr sz="3400" b="1" spc="-5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3400" b="1" dirty="0">
                <a:solidFill>
                  <a:srgbClr val="00AFEF"/>
                </a:solidFill>
                <a:latin typeface="Malgun Gothic"/>
                <a:cs typeface="Malgun Gothic"/>
              </a:rPr>
              <a:t>산업군에서</a:t>
            </a:r>
            <a:r>
              <a:rPr sz="3400" b="1" spc="-4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3400" b="1" dirty="0">
                <a:solidFill>
                  <a:srgbClr val="00AFEF"/>
                </a:solidFill>
                <a:latin typeface="Malgun Gothic"/>
                <a:cs typeface="Malgun Gothic"/>
              </a:rPr>
              <a:t>데이터</a:t>
            </a:r>
            <a:r>
              <a:rPr sz="3400" b="1" spc="-6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3400" b="1" dirty="0">
                <a:solidFill>
                  <a:srgbClr val="00AFEF"/>
                </a:solidFill>
                <a:latin typeface="Malgun Gothic"/>
                <a:cs typeface="Malgun Gothic"/>
              </a:rPr>
              <a:t>스트리밍</a:t>
            </a:r>
            <a:r>
              <a:rPr sz="3400" b="1" spc="-5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3400" b="1" dirty="0">
                <a:solidFill>
                  <a:srgbClr val="00AFEF"/>
                </a:solidFill>
                <a:latin typeface="Malgun Gothic"/>
                <a:cs typeface="Malgun Gothic"/>
              </a:rPr>
              <a:t>표준</a:t>
            </a:r>
            <a:r>
              <a:rPr sz="3400" b="1" spc="-5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3400" b="1" spc="-25" dirty="0">
                <a:solidFill>
                  <a:srgbClr val="00AFEF"/>
                </a:solidFill>
                <a:latin typeface="Malgun Gothic"/>
                <a:cs typeface="Malgun Gothic"/>
              </a:rPr>
              <a:t>솔루션</a:t>
            </a:r>
            <a:endParaRPr sz="3400">
              <a:latin typeface="Malgun Gothic"/>
              <a:cs typeface="Malgun Gothic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42938" y="2270788"/>
            <a:ext cx="1246712" cy="7812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54860" y="5139825"/>
            <a:ext cx="1264272" cy="76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58001" y="2221075"/>
            <a:ext cx="1185255" cy="89483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572343" y="2245971"/>
            <a:ext cx="1150171" cy="93033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64710" y="5011991"/>
            <a:ext cx="1237933" cy="90548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81272" y="5059929"/>
            <a:ext cx="1158916" cy="921466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09380" y="2284991"/>
            <a:ext cx="1251102" cy="777653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24046" y="5083009"/>
            <a:ext cx="1106238" cy="887732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1324736" y="3800983"/>
            <a:ext cx="3058160" cy="518159"/>
            <a:chOff x="1324736" y="3800983"/>
            <a:chExt cx="3058160" cy="518159"/>
          </a:xfrm>
        </p:grpSpPr>
        <p:sp>
          <p:nvSpPr>
            <p:cNvPr id="13" name="object 13"/>
            <p:cNvSpPr/>
            <p:nvPr/>
          </p:nvSpPr>
          <p:spPr>
            <a:xfrm>
              <a:off x="1337436" y="3813683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60" h="492760">
                  <a:moveTo>
                    <a:pt x="2950464" y="0"/>
                  </a:moveTo>
                  <a:lnTo>
                    <a:pt x="82041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61" y="442156"/>
                  </a:lnTo>
                  <a:lnTo>
                    <a:pt x="24066" y="468233"/>
                  </a:lnTo>
                  <a:lnTo>
                    <a:pt x="50149" y="485808"/>
                  </a:lnTo>
                  <a:lnTo>
                    <a:pt x="82041" y="492251"/>
                  </a:lnTo>
                  <a:lnTo>
                    <a:pt x="2950464" y="492251"/>
                  </a:lnTo>
                  <a:lnTo>
                    <a:pt x="2982410" y="485808"/>
                  </a:lnTo>
                  <a:lnTo>
                    <a:pt x="3008487" y="468233"/>
                  </a:lnTo>
                  <a:lnTo>
                    <a:pt x="3026062" y="442156"/>
                  </a:lnTo>
                  <a:lnTo>
                    <a:pt x="3032505" y="410209"/>
                  </a:lnTo>
                  <a:lnTo>
                    <a:pt x="3032505" y="82041"/>
                  </a:lnTo>
                  <a:lnTo>
                    <a:pt x="3026062" y="50095"/>
                  </a:lnTo>
                  <a:lnTo>
                    <a:pt x="3008487" y="24018"/>
                  </a:lnTo>
                  <a:lnTo>
                    <a:pt x="2982410" y="6443"/>
                  </a:lnTo>
                  <a:lnTo>
                    <a:pt x="2950464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37436" y="3813683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60" h="492760">
                  <a:moveTo>
                    <a:pt x="0" y="82041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1" y="0"/>
                  </a:lnTo>
                  <a:lnTo>
                    <a:pt x="2950464" y="0"/>
                  </a:lnTo>
                  <a:lnTo>
                    <a:pt x="2982410" y="6443"/>
                  </a:lnTo>
                  <a:lnTo>
                    <a:pt x="3008487" y="24018"/>
                  </a:lnTo>
                  <a:lnTo>
                    <a:pt x="3026062" y="50095"/>
                  </a:lnTo>
                  <a:lnTo>
                    <a:pt x="3032505" y="82041"/>
                  </a:lnTo>
                  <a:lnTo>
                    <a:pt x="3032505" y="410209"/>
                  </a:lnTo>
                  <a:lnTo>
                    <a:pt x="3026062" y="442156"/>
                  </a:lnTo>
                  <a:lnTo>
                    <a:pt x="3008487" y="468233"/>
                  </a:lnTo>
                  <a:lnTo>
                    <a:pt x="2982410" y="485808"/>
                  </a:lnTo>
                  <a:lnTo>
                    <a:pt x="2950464" y="492251"/>
                  </a:lnTo>
                  <a:lnTo>
                    <a:pt x="82041" y="492251"/>
                  </a:lnTo>
                  <a:lnTo>
                    <a:pt x="50149" y="485808"/>
                  </a:lnTo>
                  <a:lnTo>
                    <a:pt x="24066" y="468233"/>
                  </a:lnTo>
                  <a:lnTo>
                    <a:pt x="6461" y="442156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353367" y="3897579"/>
            <a:ext cx="300101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39090">
              <a:lnSpc>
                <a:spcPct val="100000"/>
              </a:lnSpc>
              <a:spcBef>
                <a:spcPts val="110"/>
              </a:spcBef>
            </a:pP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금융(보험/카드/증권)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90971" y="3800983"/>
            <a:ext cx="3058160" cy="518159"/>
            <a:chOff x="5490971" y="3800983"/>
            <a:chExt cx="3058160" cy="518159"/>
          </a:xfrm>
        </p:grpSpPr>
        <p:sp>
          <p:nvSpPr>
            <p:cNvPr id="17" name="object 17"/>
            <p:cNvSpPr/>
            <p:nvPr/>
          </p:nvSpPr>
          <p:spPr>
            <a:xfrm>
              <a:off x="5503671" y="3813683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60">
                  <a:moveTo>
                    <a:pt x="2950463" y="0"/>
                  </a:moveTo>
                  <a:lnTo>
                    <a:pt x="82041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61" y="442156"/>
                  </a:lnTo>
                  <a:lnTo>
                    <a:pt x="24066" y="468233"/>
                  </a:lnTo>
                  <a:lnTo>
                    <a:pt x="50149" y="485808"/>
                  </a:lnTo>
                  <a:lnTo>
                    <a:pt x="82041" y="492251"/>
                  </a:lnTo>
                  <a:lnTo>
                    <a:pt x="2950463" y="492251"/>
                  </a:lnTo>
                  <a:lnTo>
                    <a:pt x="2982410" y="485808"/>
                  </a:lnTo>
                  <a:lnTo>
                    <a:pt x="3008487" y="468233"/>
                  </a:lnTo>
                  <a:lnTo>
                    <a:pt x="3026062" y="442156"/>
                  </a:lnTo>
                  <a:lnTo>
                    <a:pt x="3032505" y="410209"/>
                  </a:lnTo>
                  <a:lnTo>
                    <a:pt x="3032505" y="82041"/>
                  </a:lnTo>
                  <a:lnTo>
                    <a:pt x="3026062" y="50095"/>
                  </a:lnTo>
                  <a:lnTo>
                    <a:pt x="3008487" y="24018"/>
                  </a:lnTo>
                  <a:lnTo>
                    <a:pt x="2982410" y="6443"/>
                  </a:lnTo>
                  <a:lnTo>
                    <a:pt x="2950463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503671" y="3813683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60">
                  <a:moveTo>
                    <a:pt x="0" y="82041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1" y="0"/>
                  </a:lnTo>
                  <a:lnTo>
                    <a:pt x="2950463" y="0"/>
                  </a:lnTo>
                  <a:lnTo>
                    <a:pt x="2982410" y="6443"/>
                  </a:lnTo>
                  <a:lnTo>
                    <a:pt x="3008487" y="24018"/>
                  </a:lnTo>
                  <a:lnTo>
                    <a:pt x="3026062" y="50095"/>
                  </a:lnTo>
                  <a:lnTo>
                    <a:pt x="3032505" y="82041"/>
                  </a:lnTo>
                  <a:lnTo>
                    <a:pt x="3032505" y="410209"/>
                  </a:lnTo>
                  <a:lnTo>
                    <a:pt x="3026062" y="442156"/>
                  </a:lnTo>
                  <a:lnTo>
                    <a:pt x="3008487" y="468233"/>
                  </a:lnTo>
                  <a:lnTo>
                    <a:pt x="2982410" y="485808"/>
                  </a:lnTo>
                  <a:lnTo>
                    <a:pt x="2950463" y="492251"/>
                  </a:lnTo>
                  <a:lnTo>
                    <a:pt x="82041" y="492251"/>
                  </a:lnTo>
                  <a:lnTo>
                    <a:pt x="50149" y="485808"/>
                  </a:lnTo>
                  <a:lnTo>
                    <a:pt x="24066" y="468233"/>
                  </a:lnTo>
                  <a:lnTo>
                    <a:pt x="6461" y="442156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519602" y="3897579"/>
            <a:ext cx="300101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0"/>
              </a:spcBef>
            </a:pP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제조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657206" y="3800983"/>
            <a:ext cx="3058160" cy="518159"/>
            <a:chOff x="9657206" y="3800983"/>
            <a:chExt cx="3058160" cy="518159"/>
          </a:xfrm>
        </p:grpSpPr>
        <p:sp>
          <p:nvSpPr>
            <p:cNvPr id="21" name="object 21"/>
            <p:cNvSpPr/>
            <p:nvPr/>
          </p:nvSpPr>
          <p:spPr>
            <a:xfrm>
              <a:off x="9669906" y="3813683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60">
                  <a:moveTo>
                    <a:pt x="2950464" y="0"/>
                  </a:moveTo>
                  <a:lnTo>
                    <a:pt x="82042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61" y="442156"/>
                  </a:lnTo>
                  <a:lnTo>
                    <a:pt x="24066" y="468233"/>
                  </a:lnTo>
                  <a:lnTo>
                    <a:pt x="50149" y="485808"/>
                  </a:lnTo>
                  <a:lnTo>
                    <a:pt x="82042" y="492251"/>
                  </a:lnTo>
                  <a:lnTo>
                    <a:pt x="2950464" y="492251"/>
                  </a:lnTo>
                  <a:lnTo>
                    <a:pt x="2982410" y="485808"/>
                  </a:lnTo>
                  <a:lnTo>
                    <a:pt x="3008487" y="468233"/>
                  </a:lnTo>
                  <a:lnTo>
                    <a:pt x="3026062" y="442156"/>
                  </a:lnTo>
                  <a:lnTo>
                    <a:pt x="3032506" y="410209"/>
                  </a:lnTo>
                  <a:lnTo>
                    <a:pt x="3032506" y="82041"/>
                  </a:lnTo>
                  <a:lnTo>
                    <a:pt x="3026062" y="50095"/>
                  </a:lnTo>
                  <a:lnTo>
                    <a:pt x="3008487" y="24018"/>
                  </a:lnTo>
                  <a:lnTo>
                    <a:pt x="2982410" y="6443"/>
                  </a:lnTo>
                  <a:lnTo>
                    <a:pt x="2950464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9669906" y="3813683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60">
                  <a:moveTo>
                    <a:pt x="0" y="82041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2" y="0"/>
                  </a:lnTo>
                  <a:lnTo>
                    <a:pt x="2950464" y="0"/>
                  </a:lnTo>
                  <a:lnTo>
                    <a:pt x="2982410" y="6443"/>
                  </a:lnTo>
                  <a:lnTo>
                    <a:pt x="3008487" y="24018"/>
                  </a:lnTo>
                  <a:lnTo>
                    <a:pt x="3026062" y="50095"/>
                  </a:lnTo>
                  <a:lnTo>
                    <a:pt x="3032506" y="82041"/>
                  </a:lnTo>
                  <a:lnTo>
                    <a:pt x="3032506" y="410209"/>
                  </a:lnTo>
                  <a:lnTo>
                    <a:pt x="3026062" y="442156"/>
                  </a:lnTo>
                  <a:lnTo>
                    <a:pt x="3008487" y="468233"/>
                  </a:lnTo>
                  <a:lnTo>
                    <a:pt x="2982410" y="485808"/>
                  </a:lnTo>
                  <a:lnTo>
                    <a:pt x="2950464" y="492251"/>
                  </a:lnTo>
                  <a:lnTo>
                    <a:pt x="82042" y="492251"/>
                  </a:lnTo>
                  <a:lnTo>
                    <a:pt x="50149" y="485808"/>
                  </a:lnTo>
                  <a:lnTo>
                    <a:pt x="24066" y="468233"/>
                  </a:lnTo>
                  <a:lnTo>
                    <a:pt x="6461" y="442156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9685837" y="3897579"/>
            <a:ext cx="300101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80059">
              <a:lnSpc>
                <a:spcPct val="100000"/>
              </a:lnSpc>
              <a:spcBef>
                <a:spcPts val="110"/>
              </a:spcBef>
            </a:pP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전자상거래/리테일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3823441" y="3800983"/>
            <a:ext cx="3058160" cy="518159"/>
            <a:chOff x="13823441" y="3800983"/>
            <a:chExt cx="3058160" cy="518159"/>
          </a:xfrm>
        </p:grpSpPr>
        <p:sp>
          <p:nvSpPr>
            <p:cNvPr id="25" name="object 25"/>
            <p:cNvSpPr/>
            <p:nvPr/>
          </p:nvSpPr>
          <p:spPr>
            <a:xfrm>
              <a:off x="13836141" y="3813683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60">
                  <a:moveTo>
                    <a:pt x="2950463" y="0"/>
                  </a:moveTo>
                  <a:lnTo>
                    <a:pt x="82042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61" y="442156"/>
                  </a:lnTo>
                  <a:lnTo>
                    <a:pt x="24066" y="468233"/>
                  </a:lnTo>
                  <a:lnTo>
                    <a:pt x="50149" y="485808"/>
                  </a:lnTo>
                  <a:lnTo>
                    <a:pt x="82042" y="492251"/>
                  </a:lnTo>
                  <a:lnTo>
                    <a:pt x="2950463" y="492251"/>
                  </a:lnTo>
                  <a:lnTo>
                    <a:pt x="2982410" y="485808"/>
                  </a:lnTo>
                  <a:lnTo>
                    <a:pt x="3008487" y="468233"/>
                  </a:lnTo>
                  <a:lnTo>
                    <a:pt x="3026062" y="442156"/>
                  </a:lnTo>
                  <a:lnTo>
                    <a:pt x="3032505" y="410209"/>
                  </a:lnTo>
                  <a:lnTo>
                    <a:pt x="3032505" y="82041"/>
                  </a:lnTo>
                  <a:lnTo>
                    <a:pt x="3026062" y="50095"/>
                  </a:lnTo>
                  <a:lnTo>
                    <a:pt x="3008487" y="24018"/>
                  </a:lnTo>
                  <a:lnTo>
                    <a:pt x="2982410" y="6443"/>
                  </a:lnTo>
                  <a:lnTo>
                    <a:pt x="2950463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836141" y="3813683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60">
                  <a:moveTo>
                    <a:pt x="0" y="82041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2" y="0"/>
                  </a:lnTo>
                  <a:lnTo>
                    <a:pt x="2950463" y="0"/>
                  </a:lnTo>
                  <a:lnTo>
                    <a:pt x="2982410" y="6443"/>
                  </a:lnTo>
                  <a:lnTo>
                    <a:pt x="3008487" y="24018"/>
                  </a:lnTo>
                  <a:lnTo>
                    <a:pt x="3026062" y="50095"/>
                  </a:lnTo>
                  <a:lnTo>
                    <a:pt x="3032505" y="82041"/>
                  </a:lnTo>
                  <a:lnTo>
                    <a:pt x="3032505" y="410209"/>
                  </a:lnTo>
                  <a:lnTo>
                    <a:pt x="3026062" y="442156"/>
                  </a:lnTo>
                  <a:lnTo>
                    <a:pt x="3008487" y="468233"/>
                  </a:lnTo>
                  <a:lnTo>
                    <a:pt x="2982410" y="485808"/>
                  </a:lnTo>
                  <a:lnTo>
                    <a:pt x="2950463" y="492251"/>
                  </a:lnTo>
                  <a:lnTo>
                    <a:pt x="82042" y="492251"/>
                  </a:lnTo>
                  <a:lnTo>
                    <a:pt x="50149" y="485808"/>
                  </a:lnTo>
                  <a:lnTo>
                    <a:pt x="24066" y="468233"/>
                  </a:lnTo>
                  <a:lnTo>
                    <a:pt x="6461" y="442156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852072" y="3897579"/>
            <a:ext cx="300101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963930">
              <a:lnSpc>
                <a:spcPct val="100000"/>
              </a:lnSpc>
              <a:spcBef>
                <a:spcPts val="110"/>
              </a:spcBef>
            </a:pP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물류/운송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324736" y="6727952"/>
            <a:ext cx="3058160" cy="518159"/>
            <a:chOff x="1324736" y="6727952"/>
            <a:chExt cx="3058160" cy="518159"/>
          </a:xfrm>
        </p:grpSpPr>
        <p:sp>
          <p:nvSpPr>
            <p:cNvPr id="29" name="object 29"/>
            <p:cNvSpPr/>
            <p:nvPr/>
          </p:nvSpPr>
          <p:spPr>
            <a:xfrm>
              <a:off x="1337436" y="6740652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60" h="492759">
                  <a:moveTo>
                    <a:pt x="2950464" y="0"/>
                  </a:moveTo>
                  <a:lnTo>
                    <a:pt x="82041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61" y="442102"/>
                  </a:lnTo>
                  <a:lnTo>
                    <a:pt x="24066" y="468185"/>
                  </a:lnTo>
                  <a:lnTo>
                    <a:pt x="50149" y="485790"/>
                  </a:lnTo>
                  <a:lnTo>
                    <a:pt x="82041" y="492252"/>
                  </a:lnTo>
                  <a:lnTo>
                    <a:pt x="2950464" y="492252"/>
                  </a:lnTo>
                  <a:lnTo>
                    <a:pt x="2982410" y="485790"/>
                  </a:lnTo>
                  <a:lnTo>
                    <a:pt x="3008487" y="468185"/>
                  </a:lnTo>
                  <a:lnTo>
                    <a:pt x="3026062" y="442102"/>
                  </a:lnTo>
                  <a:lnTo>
                    <a:pt x="3032505" y="410210"/>
                  </a:lnTo>
                  <a:lnTo>
                    <a:pt x="3032505" y="82042"/>
                  </a:lnTo>
                  <a:lnTo>
                    <a:pt x="3026062" y="50095"/>
                  </a:lnTo>
                  <a:lnTo>
                    <a:pt x="3008487" y="24018"/>
                  </a:lnTo>
                  <a:lnTo>
                    <a:pt x="2982410" y="6443"/>
                  </a:lnTo>
                  <a:lnTo>
                    <a:pt x="2950464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37436" y="6740652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60" h="492759">
                  <a:moveTo>
                    <a:pt x="0" y="82042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1" y="0"/>
                  </a:lnTo>
                  <a:lnTo>
                    <a:pt x="2950464" y="0"/>
                  </a:lnTo>
                  <a:lnTo>
                    <a:pt x="2982410" y="6443"/>
                  </a:lnTo>
                  <a:lnTo>
                    <a:pt x="3008487" y="24018"/>
                  </a:lnTo>
                  <a:lnTo>
                    <a:pt x="3026062" y="50095"/>
                  </a:lnTo>
                  <a:lnTo>
                    <a:pt x="3032505" y="82042"/>
                  </a:lnTo>
                  <a:lnTo>
                    <a:pt x="3032505" y="410210"/>
                  </a:lnTo>
                  <a:lnTo>
                    <a:pt x="3026062" y="442102"/>
                  </a:lnTo>
                  <a:lnTo>
                    <a:pt x="3008487" y="468185"/>
                  </a:lnTo>
                  <a:lnTo>
                    <a:pt x="2982410" y="485790"/>
                  </a:lnTo>
                  <a:lnTo>
                    <a:pt x="2950464" y="492252"/>
                  </a:lnTo>
                  <a:lnTo>
                    <a:pt x="82041" y="492252"/>
                  </a:lnTo>
                  <a:lnTo>
                    <a:pt x="50149" y="485790"/>
                  </a:lnTo>
                  <a:lnTo>
                    <a:pt x="24066" y="468185"/>
                  </a:lnTo>
                  <a:lnTo>
                    <a:pt x="6461" y="442102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353367" y="6825488"/>
            <a:ext cx="300101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42644">
              <a:lnSpc>
                <a:spcPct val="100000"/>
              </a:lnSpc>
              <a:spcBef>
                <a:spcPts val="105"/>
              </a:spcBef>
            </a:pP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공공/에너지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5490971" y="6727952"/>
            <a:ext cx="3058160" cy="518159"/>
            <a:chOff x="5490971" y="6727952"/>
            <a:chExt cx="3058160" cy="518159"/>
          </a:xfrm>
        </p:grpSpPr>
        <p:sp>
          <p:nvSpPr>
            <p:cNvPr id="33" name="object 33"/>
            <p:cNvSpPr/>
            <p:nvPr/>
          </p:nvSpPr>
          <p:spPr>
            <a:xfrm>
              <a:off x="5503671" y="6740652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59">
                  <a:moveTo>
                    <a:pt x="2950463" y="0"/>
                  </a:moveTo>
                  <a:lnTo>
                    <a:pt x="82041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61" y="442102"/>
                  </a:lnTo>
                  <a:lnTo>
                    <a:pt x="24066" y="468185"/>
                  </a:lnTo>
                  <a:lnTo>
                    <a:pt x="50149" y="485790"/>
                  </a:lnTo>
                  <a:lnTo>
                    <a:pt x="82041" y="492252"/>
                  </a:lnTo>
                  <a:lnTo>
                    <a:pt x="2950463" y="492252"/>
                  </a:lnTo>
                  <a:lnTo>
                    <a:pt x="2982410" y="485790"/>
                  </a:lnTo>
                  <a:lnTo>
                    <a:pt x="3008487" y="468185"/>
                  </a:lnTo>
                  <a:lnTo>
                    <a:pt x="3026062" y="442102"/>
                  </a:lnTo>
                  <a:lnTo>
                    <a:pt x="3032505" y="410210"/>
                  </a:lnTo>
                  <a:lnTo>
                    <a:pt x="3032505" y="82042"/>
                  </a:lnTo>
                  <a:lnTo>
                    <a:pt x="3026062" y="50095"/>
                  </a:lnTo>
                  <a:lnTo>
                    <a:pt x="3008487" y="24018"/>
                  </a:lnTo>
                  <a:lnTo>
                    <a:pt x="2982410" y="6443"/>
                  </a:lnTo>
                  <a:lnTo>
                    <a:pt x="2950463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503671" y="6740652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59">
                  <a:moveTo>
                    <a:pt x="0" y="82042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1" y="0"/>
                  </a:lnTo>
                  <a:lnTo>
                    <a:pt x="2950463" y="0"/>
                  </a:lnTo>
                  <a:lnTo>
                    <a:pt x="2982410" y="6443"/>
                  </a:lnTo>
                  <a:lnTo>
                    <a:pt x="3008487" y="24018"/>
                  </a:lnTo>
                  <a:lnTo>
                    <a:pt x="3026062" y="50095"/>
                  </a:lnTo>
                  <a:lnTo>
                    <a:pt x="3032505" y="82042"/>
                  </a:lnTo>
                  <a:lnTo>
                    <a:pt x="3032505" y="410210"/>
                  </a:lnTo>
                  <a:lnTo>
                    <a:pt x="3026062" y="442102"/>
                  </a:lnTo>
                  <a:lnTo>
                    <a:pt x="3008487" y="468185"/>
                  </a:lnTo>
                  <a:lnTo>
                    <a:pt x="2982410" y="485790"/>
                  </a:lnTo>
                  <a:lnTo>
                    <a:pt x="2950463" y="492252"/>
                  </a:lnTo>
                  <a:lnTo>
                    <a:pt x="82041" y="492252"/>
                  </a:lnTo>
                  <a:lnTo>
                    <a:pt x="50149" y="485790"/>
                  </a:lnTo>
                  <a:lnTo>
                    <a:pt x="24066" y="468185"/>
                  </a:lnTo>
                  <a:lnTo>
                    <a:pt x="6461" y="442102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519602" y="6825488"/>
            <a:ext cx="300101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통신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9657206" y="6727952"/>
            <a:ext cx="3058160" cy="518159"/>
            <a:chOff x="9657206" y="6727952"/>
            <a:chExt cx="3058160" cy="518159"/>
          </a:xfrm>
        </p:grpSpPr>
        <p:sp>
          <p:nvSpPr>
            <p:cNvPr id="37" name="object 37"/>
            <p:cNvSpPr/>
            <p:nvPr/>
          </p:nvSpPr>
          <p:spPr>
            <a:xfrm>
              <a:off x="9669906" y="6740652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59">
                  <a:moveTo>
                    <a:pt x="2950464" y="0"/>
                  </a:moveTo>
                  <a:lnTo>
                    <a:pt x="82042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61" y="442102"/>
                  </a:lnTo>
                  <a:lnTo>
                    <a:pt x="24066" y="468185"/>
                  </a:lnTo>
                  <a:lnTo>
                    <a:pt x="50149" y="485790"/>
                  </a:lnTo>
                  <a:lnTo>
                    <a:pt x="82042" y="492252"/>
                  </a:lnTo>
                  <a:lnTo>
                    <a:pt x="2950464" y="492252"/>
                  </a:lnTo>
                  <a:lnTo>
                    <a:pt x="2982410" y="485790"/>
                  </a:lnTo>
                  <a:lnTo>
                    <a:pt x="3008487" y="468185"/>
                  </a:lnTo>
                  <a:lnTo>
                    <a:pt x="3026062" y="442102"/>
                  </a:lnTo>
                  <a:lnTo>
                    <a:pt x="3032506" y="410210"/>
                  </a:lnTo>
                  <a:lnTo>
                    <a:pt x="3032506" y="82042"/>
                  </a:lnTo>
                  <a:lnTo>
                    <a:pt x="3026062" y="50095"/>
                  </a:lnTo>
                  <a:lnTo>
                    <a:pt x="3008487" y="24018"/>
                  </a:lnTo>
                  <a:lnTo>
                    <a:pt x="2982410" y="6443"/>
                  </a:lnTo>
                  <a:lnTo>
                    <a:pt x="2950464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9669906" y="6740652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59">
                  <a:moveTo>
                    <a:pt x="0" y="82042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2" y="0"/>
                  </a:lnTo>
                  <a:lnTo>
                    <a:pt x="2950464" y="0"/>
                  </a:lnTo>
                  <a:lnTo>
                    <a:pt x="2982410" y="6443"/>
                  </a:lnTo>
                  <a:lnTo>
                    <a:pt x="3008487" y="24018"/>
                  </a:lnTo>
                  <a:lnTo>
                    <a:pt x="3026062" y="50095"/>
                  </a:lnTo>
                  <a:lnTo>
                    <a:pt x="3032506" y="82042"/>
                  </a:lnTo>
                  <a:lnTo>
                    <a:pt x="3032506" y="410210"/>
                  </a:lnTo>
                  <a:lnTo>
                    <a:pt x="3026062" y="442102"/>
                  </a:lnTo>
                  <a:lnTo>
                    <a:pt x="3008487" y="468185"/>
                  </a:lnTo>
                  <a:lnTo>
                    <a:pt x="2982410" y="485790"/>
                  </a:lnTo>
                  <a:lnTo>
                    <a:pt x="2950464" y="492252"/>
                  </a:lnTo>
                  <a:lnTo>
                    <a:pt x="82042" y="492252"/>
                  </a:lnTo>
                  <a:lnTo>
                    <a:pt x="50149" y="485790"/>
                  </a:lnTo>
                  <a:lnTo>
                    <a:pt x="24066" y="468185"/>
                  </a:lnTo>
                  <a:lnTo>
                    <a:pt x="6461" y="442102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9685837" y="6825488"/>
            <a:ext cx="300101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05"/>
              </a:spcBef>
            </a:pP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기술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3823441" y="6727952"/>
            <a:ext cx="3058160" cy="518159"/>
            <a:chOff x="13823441" y="6727952"/>
            <a:chExt cx="3058160" cy="518159"/>
          </a:xfrm>
        </p:grpSpPr>
        <p:sp>
          <p:nvSpPr>
            <p:cNvPr id="41" name="object 41"/>
            <p:cNvSpPr/>
            <p:nvPr/>
          </p:nvSpPr>
          <p:spPr>
            <a:xfrm>
              <a:off x="13836141" y="6740652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59">
                  <a:moveTo>
                    <a:pt x="2950463" y="0"/>
                  </a:moveTo>
                  <a:lnTo>
                    <a:pt x="82042" y="0"/>
                  </a:lnTo>
                  <a:lnTo>
                    <a:pt x="50149" y="6443"/>
                  </a:lnTo>
                  <a:lnTo>
                    <a:pt x="24066" y="24018"/>
                  </a:lnTo>
                  <a:lnTo>
                    <a:pt x="6461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61" y="442102"/>
                  </a:lnTo>
                  <a:lnTo>
                    <a:pt x="24066" y="468185"/>
                  </a:lnTo>
                  <a:lnTo>
                    <a:pt x="50149" y="485790"/>
                  </a:lnTo>
                  <a:lnTo>
                    <a:pt x="82042" y="492252"/>
                  </a:lnTo>
                  <a:lnTo>
                    <a:pt x="2950463" y="492252"/>
                  </a:lnTo>
                  <a:lnTo>
                    <a:pt x="2982410" y="485790"/>
                  </a:lnTo>
                  <a:lnTo>
                    <a:pt x="3008487" y="468185"/>
                  </a:lnTo>
                  <a:lnTo>
                    <a:pt x="3026062" y="442102"/>
                  </a:lnTo>
                  <a:lnTo>
                    <a:pt x="3032505" y="410210"/>
                  </a:lnTo>
                  <a:lnTo>
                    <a:pt x="3032505" y="82042"/>
                  </a:lnTo>
                  <a:lnTo>
                    <a:pt x="3026062" y="50095"/>
                  </a:lnTo>
                  <a:lnTo>
                    <a:pt x="3008487" y="24018"/>
                  </a:lnTo>
                  <a:lnTo>
                    <a:pt x="2982410" y="6443"/>
                  </a:lnTo>
                  <a:lnTo>
                    <a:pt x="2950463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3836141" y="6740652"/>
              <a:ext cx="3032760" cy="492759"/>
            </a:xfrm>
            <a:custGeom>
              <a:avLst/>
              <a:gdLst/>
              <a:ahLst/>
              <a:cxnLst/>
              <a:rect l="l" t="t" r="r" b="b"/>
              <a:pathLst>
                <a:path w="3032759" h="492759">
                  <a:moveTo>
                    <a:pt x="0" y="82042"/>
                  </a:moveTo>
                  <a:lnTo>
                    <a:pt x="6461" y="50095"/>
                  </a:lnTo>
                  <a:lnTo>
                    <a:pt x="24066" y="24018"/>
                  </a:lnTo>
                  <a:lnTo>
                    <a:pt x="50149" y="6443"/>
                  </a:lnTo>
                  <a:lnTo>
                    <a:pt x="82042" y="0"/>
                  </a:lnTo>
                  <a:lnTo>
                    <a:pt x="2950463" y="0"/>
                  </a:lnTo>
                  <a:lnTo>
                    <a:pt x="2982410" y="6443"/>
                  </a:lnTo>
                  <a:lnTo>
                    <a:pt x="3008487" y="24018"/>
                  </a:lnTo>
                  <a:lnTo>
                    <a:pt x="3026062" y="50095"/>
                  </a:lnTo>
                  <a:lnTo>
                    <a:pt x="3032505" y="82042"/>
                  </a:lnTo>
                  <a:lnTo>
                    <a:pt x="3032505" y="410210"/>
                  </a:lnTo>
                  <a:lnTo>
                    <a:pt x="3026062" y="442102"/>
                  </a:lnTo>
                  <a:lnTo>
                    <a:pt x="3008487" y="468185"/>
                  </a:lnTo>
                  <a:lnTo>
                    <a:pt x="2982410" y="485790"/>
                  </a:lnTo>
                  <a:lnTo>
                    <a:pt x="2950463" y="492252"/>
                  </a:lnTo>
                  <a:lnTo>
                    <a:pt x="82042" y="492252"/>
                  </a:lnTo>
                  <a:lnTo>
                    <a:pt x="50149" y="485790"/>
                  </a:lnTo>
                  <a:lnTo>
                    <a:pt x="24066" y="468185"/>
                  </a:lnTo>
                  <a:lnTo>
                    <a:pt x="6461" y="442102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3852072" y="6825488"/>
            <a:ext cx="300101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05"/>
              </a:spcBef>
            </a:pP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게이밍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879219" y="3234689"/>
            <a:ext cx="146812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57225" algn="l"/>
                <a:tab pos="1052830" algn="l"/>
              </a:tabLst>
            </a:pP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/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963927" y="6143371"/>
            <a:ext cx="126746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6565" algn="l"/>
                <a:tab pos="852805" algn="l"/>
              </a:tabLst>
            </a:pP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9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/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913501" y="3234689"/>
            <a:ext cx="146812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57225" algn="l"/>
                <a:tab pos="1052830" algn="l"/>
              </a:tabLst>
            </a:pP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/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6065901" y="6143371"/>
            <a:ext cx="126746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6565" algn="l"/>
                <a:tab pos="852805" algn="l"/>
              </a:tabLst>
            </a:pP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8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/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0210038" y="3234689"/>
            <a:ext cx="146812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57225" algn="l"/>
                <a:tab pos="1052830" algn="l"/>
              </a:tabLst>
            </a:pP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/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0210038" y="6143371"/>
            <a:ext cx="146812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657225" algn="l"/>
                <a:tab pos="1052830" algn="l"/>
              </a:tabLst>
            </a:pP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/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4539087" y="3234689"/>
            <a:ext cx="126746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6565" algn="l"/>
                <a:tab pos="852805" algn="l"/>
              </a:tabLst>
            </a:pP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8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/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4556105" y="6143371"/>
            <a:ext cx="126746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56565" algn="l"/>
                <a:tab pos="852805" algn="l"/>
              </a:tabLst>
            </a:pP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8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50" dirty="0">
                <a:solidFill>
                  <a:srgbClr val="005679"/>
                </a:solidFill>
                <a:latin typeface="Malgun Gothic"/>
                <a:cs typeface="Malgun Gothic"/>
              </a:rPr>
              <a:t>/</a:t>
            </a:r>
            <a:r>
              <a:rPr sz="2700" b="1" dirty="0">
                <a:solidFill>
                  <a:srgbClr val="005679"/>
                </a:solidFill>
                <a:latin typeface="Malgun Gothic"/>
                <a:cs typeface="Malgun Gothic"/>
              </a:rPr>
              <a:t>	</a:t>
            </a:r>
            <a:r>
              <a:rPr sz="2700" b="1" spc="-25" dirty="0">
                <a:solidFill>
                  <a:srgbClr val="005679"/>
                </a:solidFill>
                <a:latin typeface="Malgun Gothic"/>
                <a:cs typeface="Malgun Gothic"/>
              </a:rPr>
              <a:t>10</a:t>
            </a:r>
            <a:endParaRPr sz="2700">
              <a:latin typeface="Malgun Gothic"/>
              <a:cs typeface="Malgun Gothic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883280" y="7690866"/>
            <a:ext cx="12588875" cy="1005840"/>
            <a:chOff x="2883280" y="7690866"/>
            <a:chExt cx="12588875" cy="1005840"/>
          </a:xfrm>
        </p:grpSpPr>
        <p:sp>
          <p:nvSpPr>
            <p:cNvPr id="53" name="object 53"/>
            <p:cNvSpPr/>
            <p:nvPr/>
          </p:nvSpPr>
          <p:spPr>
            <a:xfrm>
              <a:off x="2895980" y="7703566"/>
              <a:ext cx="12563475" cy="980440"/>
            </a:xfrm>
            <a:custGeom>
              <a:avLst/>
              <a:gdLst/>
              <a:ahLst/>
              <a:cxnLst/>
              <a:rect l="l" t="t" r="r" b="b"/>
              <a:pathLst>
                <a:path w="12563475" h="980440">
                  <a:moveTo>
                    <a:pt x="12399772" y="0"/>
                  </a:moveTo>
                  <a:lnTo>
                    <a:pt x="163449" y="0"/>
                  </a:lnTo>
                  <a:lnTo>
                    <a:pt x="119988" y="5827"/>
                  </a:lnTo>
                  <a:lnTo>
                    <a:pt x="80941" y="22276"/>
                  </a:lnTo>
                  <a:lnTo>
                    <a:pt x="47863" y="47799"/>
                  </a:lnTo>
                  <a:lnTo>
                    <a:pt x="22309" y="80847"/>
                  </a:lnTo>
                  <a:lnTo>
                    <a:pt x="5836" y="119870"/>
                  </a:lnTo>
                  <a:lnTo>
                    <a:pt x="0" y="163321"/>
                  </a:lnTo>
                  <a:lnTo>
                    <a:pt x="0" y="816863"/>
                  </a:lnTo>
                  <a:lnTo>
                    <a:pt x="5836" y="860324"/>
                  </a:lnTo>
                  <a:lnTo>
                    <a:pt x="22309" y="899371"/>
                  </a:lnTo>
                  <a:lnTo>
                    <a:pt x="47863" y="932449"/>
                  </a:lnTo>
                  <a:lnTo>
                    <a:pt x="80941" y="958003"/>
                  </a:lnTo>
                  <a:lnTo>
                    <a:pt x="119988" y="974476"/>
                  </a:lnTo>
                  <a:lnTo>
                    <a:pt x="163449" y="980312"/>
                  </a:lnTo>
                  <a:lnTo>
                    <a:pt x="12399772" y="980312"/>
                  </a:lnTo>
                  <a:lnTo>
                    <a:pt x="12443232" y="974476"/>
                  </a:lnTo>
                  <a:lnTo>
                    <a:pt x="12482279" y="958003"/>
                  </a:lnTo>
                  <a:lnTo>
                    <a:pt x="12515357" y="932449"/>
                  </a:lnTo>
                  <a:lnTo>
                    <a:pt x="12540911" y="899371"/>
                  </a:lnTo>
                  <a:lnTo>
                    <a:pt x="12557384" y="860324"/>
                  </a:lnTo>
                  <a:lnTo>
                    <a:pt x="12563221" y="816863"/>
                  </a:lnTo>
                  <a:lnTo>
                    <a:pt x="12563221" y="163321"/>
                  </a:lnTo>
                  <a:lnTo>
                    <a:pt x="12557384" y="119870"/>
                  </a:lnTo>
                  <a:lnTo>
                    <a:pt x="12540911" y="80847"/>
                  </a:lnTo>
                  <a:lnTo>
                    <a:pt x="12515357" y="47799"/>
                  </a:lnTo>
                  <a:lnTo>
                    <a:pt x="12482279" y="22276"/>
                  </a:lnTo>
                  <a:lnTo>
                    <a:pt x="12443232" y="5827"/>
                  </a:lnTo>
                  <a:lnTo>
                    <a:pt x="12399772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895980" y="7703566"/>
              <a:ext cx="12563475" cy="980440"/>
            </a:xfrm>
            <a:custGeom>
              <a:avLst/>
              <a:gdLst/>
              <a:ahLst/>
              <a:cxnLst/>
              <a:rect l="l" t="t" r="r" b="b"/>
              <a:pathLst>
                <a:path w="12563475" h="980440">
                  <a:moveTo>
                    <a:pt x="0" y="163321"/>
                  </a:moveTo>
                  <a:lnTo>
                    <a:pt x="5836" y="119870"/>
                  </a:lnTo>
                  <a:lnTo>
                    <a:pt x="22309" y="80847"/>
                  </a:lnTo>
                  <a:lnTo>
                    <a:pt x="47863" y="47799"/>
                  </a:lnTo>
                  <a:lnTo>
                    <a:pt x="80941" y="22276"/>
                  </a:lnTo>
                  <a:lnTo>
                    <a:pt x="119988" y="5827"/>
                  </a:lnTo>
                  <a:lnTo>
                    <a:pt x="163449" y="0"/>
                  </a:lnTo>
                  <a:lnTo>
                    <a:pt x="12399772" y="0"/>
                  </a:lnTo>
                  <a:lnTo>
                    <a:pt x="12443232" y="5827"/>
                  </a:lnTo>
                  <a:lnTo>
                    <a:pt x="12482279" y="22276"/>
                  </a:lnTo>
                  <a:lnTo>
                    <a:pt x="12515357" y="47799"/>
                  </a:lnTo>
                  <a:lnTo>
                    <a:pt x="12540911" y="80847"/>
                  </a:lnTo>
                  <a:lnTo>
                    <a:pt x="12557384" y="119870"/>
                  </a:lnTo>
                  <a:lnTo>
                    <a:pt x="12563221" y="163321"/>
                  </a:lnTo>
                  <a:lnTo>
                    <a:pt x="12563221" y="816863"/>
                  </a:lnTo>
                  <a:lnTo>
                    <a:pt x="12557384" y="860324"/>
                  </a:lnTo>
                  <a:lnTo>
                    <a:pt x="12540911" y="899371"/>
                  </a:lnTo>
                  <a:lnTo>
                    <a:pt x="12515357" y="932449"/>
                  </a:lnTo>
                  <a:lnTo>
                    <a:pt x="12482279" y="958003"/>
                  </a:lnTo>
                  <a:lnTo>
                    <a:pt x="12443232" y="974476"/>
                  </a:lnTo>
                  <a:lnTo>
                    <a:pt x="12399772" y="980312"/>
                  </a:lnTo>
                  <a:lnTo>
                    <a:pt x="163449" y="980312"/>
                  </a:lnTo>
                  <a:lnTo>
                    <a:pt x="119988" y="974476"/>
                  </a:lnTo>
                  <a:lnTo>
                    <a:pt x="80941" y="958003"/>
                  </a:lnTo>
                  <a:lnTo>
                    <a:pt x="47863" y="932449"/>
                  </a:lnTo>
                  <a:lnTo>
                    <a:pt x="22309" y="899371"/>
                  </a:lnTo>
                  <a:lnTo>
                    <a:pt x="5836" y="860324"/>
                  </a:lnTo>
                  <a:lnTo>
                    <a:pt x="0" y="816863"/>
                  </a:lnTo>
                  <a:lnTo>
                    <a:pt x="0" y="163321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747129" y="7736840"/>
            <a:ext cx="827405" cy="1686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450" b="1" spc="-25" dirty="0">
                <a:solidFill>
                  <a:srgbClr val="D1EBED"/>
                </a:solidFill>
                <a:latin typeface="Malgun Gothic"/>
                <a:cs typeface="Malgun Gothic"/>
              </a:rPr>
              <a:t>70</a:t>
            </a:r>
            <a:endParaRPr sz="5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5450" b="1" spc="-50" dirty="0">
                <a:solidFill>
                  <a:srgbClr val="D1EBED"/>
                </a:solidFill>
                <a:latin typeface="Malgun Gothic"/>
                <a:cs typeface="Malgun Gothic"/>
              </a:rPr>
              <a:t>%</a:t>
            </a:r>
            <a:endParaRPr sz="5450">
              <a:latin typeface="Malgun Gothic"/>
              <a:cs typeface="Malgun Gothic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sp>
        <p:nvSpPr>
          <p:cNvPr id="56" name="object 56"/>
          <p:cNvSpPr txBox="1"/>
          <p:nvPr/>
        </p:nvSpPr>
        <p:spPr>
          <a:xfrm>
            <a:off x="8315070" y="7880984"/>
            <a:ext cx="263525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포춘지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선정</a:t>
            </a:r>
            <a:r>
              <a:rPr sz="19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500대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기업</a:t>
            </a:r>
            <a:endParaRPr sz="19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Apache</a:t>
            </a:r>
            <a:r>
              <a:rPr sz="19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도입</a:t>
            </a:r>
            <a:endParaRPr sz="19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18842" y="2952876"/>
            <a:ext cx="6661150" cy="1414145"/>
            <a:chOff x="1918842" y="2952876"/>
            <a:chExt cx="6661150" cy="1414145"/>
          </a:xfrm>
        </p:grpSpPr>
        <p:sp>
          <p:nvSpPr>
            <p:cNvPr id="3" name="object 3"/>
            <p:cNvSpPr/>
            <p:nvPr/>
          </p:nvSpPr>
          <p:spPr>
            <a:xfrm>
              <a:off x="1931542" y="2965576"/>
              <a:ext cx="6635750" cy="1388745"/>
            </a:xfrm>
            <a:custGeom>
              <a:avLst/>
              <a:gdLst/>
              <a:ahLst/>
              <a:cxnLst/>
              <a:rect l="l" t="t" r="r" b="b"/>
              <a:pathLst>
                <a:path w="6635750" h="1388745">
                  <a:moveTo>
                    <a:pt x="6404102" y="0"/>
                  </a:moveTo>
                  <a:lnTo>
                    <a:pt x="231394" y="0"/>
                  </a:lnTo>
                  <a:lnTo>
                    <a:pt x="184769" y="4702"/>
                  </a:lnTo>
                  <a:lnTo>
                    <a:pt x="141339" y="18188"/>
                  </a:lnTo>
                  <a:lnTo>
                    <a:pt x="102034" y="39527"/>
                  </a:lnTo>
                  <a:lnTo>
                    <a:pt x="67786" y="67786"/>
                  </a:lnTo>
                  <a:lnTo>
                    <a:pt x="39527" y="102034"/>
                  </a:lnTo>
                  <a:lnTo>
                    <a:pt x="18188" y="141339"/>
                  </a:lnTo>
                  <a:lnTo>
                    <a:pt x="4702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702" y="1203594"/>
                  </a:lnTo>
                  <a:lnTo>
                    <a:pt x="18188" y="1247024"/>
                  </a:lnTo>
                  <a:lnTo>
                    <a:pt x="39527" y="1286329"/>
                  </a:lnTo>
                  <a:lnTo>
                    <a:pt x="67786" y="1320577"/>
                  </a:lnTo>
                  <a:lnTo>
                    <a:pt x="102034" y="1348836"/>
                  </a:lnTo>
                  <a:lnTo>
                    <a:pt x="141339" y="1370175"/>
                  </a:lnTo>
                  <a:lnTo>
                    <a:pt x="184769" y="1383661"/>
                  </a:lnTo>
                  <a:lnTo>
                    <a:pt x="231394" y="1388364"/>
                  </a:lnTo>
                  <a:lnTo>
                    <a:pt x="6404102" y="1388364"/>
                  </a:lnTo>
                  <a:lnTo>
                    <a:pt x="6450762" y="1383661"/>
                  </a:lnTo>
                  <a:lnTo>
                    <a:pt x="6494210" y="1370175"/>
                  </a:lnTo>
                  <a:lnTo>
                    <a:pt x="6533517" y="1348836"/>
                  </a:lnTo>
                  <a:lnTo>
                    <a:pt x="6567757" y="1320577"/>
                  </a:lnTo>
                  <a:lnTo>
                    <a:pt x="6596002" y="1286329"/>
                  </a:lnTo>
                  <a:lnTo>
                    <a:pt x="6617325" y="1247024"/>
                  </a:lnTo>
                  <a:lnTo>
                    <a:pt x="6630798" y="1203594"/>
                  </a:lnTo>
                  <a:lnTo>
                    <a:pt x="6635496" y="1156970"/>
                  </a:lnTo>
                  <a:lnTo>
                    <a:pt x="6635496" y="231394"/>
                  </a:lnTo>
                  <a:lnTo>
                    <a:pt x="6630798" y="184769"/>
                  </a:lnTo>
                  <a:lnTo>
                    <a:pt x="6617325" y="141339"/>
                  </a:lnTo>
                  <a:lnTo>
                    <a:pt x="6596002" y="102034"/>
                  </a:lnTo>
                  <a:lnTo>
                    <a:pt x="6567757" y="67786"/>
                  </a:lnTo>
                  <a:lnTo>
                    <a:pt x="6533517" y="39527"/>
                  </a:lnTo>
                  <a:lnTo>
                    <a:pt x="6494210" y="18188"/>
                  </a:lnTo>
                  <a:lnTo>
                    <a:pt x="6450762" y="4702"/>
                  </a:lnTo>
                  <a:lnTo>
                    <a:pt x="6404102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31542" y="2965576"/>
              <a:ext cx="6635750" cy="1388745"/>
            </a:xfrm>
            <a:custGeom>
              <a:avLst/>
              <a:gdLst/>
              <a:ahLst/>
              <a:cxnLst/>
              <a:rect l="l" t="t" r="r" b="b"/>
              <a:pathLst>
                <a:path w="6635750" h="1388745">
                  <a:moveTo>
                    <a:pt x="0" y="231394"/>
                  </a:moveTo>
                  <a:lnTo>
                    <a:pt x="4702" y="184769"/>
                  </a:lnTo>
                  <a:lnTo>
                    <a:pt x="18188" y="141339"/>
                  </a:lnTo>
                  <a:lnTo>
                    <a:pt x="39527" y="102034"/>
                  </a:lnTo>
                  <a:lnTo>
                    <a:pt x="67786" y="67786"/>
                  </a:lnTo>
                  <a:lnTo>
                    <a:pt x="102034" y="39527"/>
                  </a:lnTo>
                  <a:lnTo>
                    <a:pt x="141339" y="18188"/>
                  </a:lnTo>
                  <a:lnTo>
                    <a:pt x="184769" y="4702"/>
                  </a:lnTo>
                  <a:lnTo>
                    <a:pt x="231394" y="0"/>
                  </a:lnTo>
                  <a:lnTo>
                    <a:pt x="6404102" y="0"/>
                  </a:lnTo>
                  <a:lnTo>
                    <a:pt x="6450762" y="4702"/>
                  </a:lnTo>
                  <a:lnTo>
                    <a:pt x="6494210" y="18188"/>
                  </a:lnTo>
                  <a:lnTo>
                    <a:pt x="6533517" y="39527"/>
                  </a:lnTo>
                  <a:lnTo>
                    <a:pt x="6567757" y="67786"/>
                  </a:lnTo>
                  <a:lnTo>
                    <a:pt x="6596002" y="102034"/>
                  </a:lnTo>
                  <a:lnTo>
                    <a:pt x="6617325" y="141339"/>
                  </a:lnTo>
                  <a:lnTo>
                    <a:pt x="6630798" y="184769"/>
                  </a:lnTo>
                  <a:lnTo>
                    <a:pt x="6635496" y="231394"/>
                  </a:lnTo>
                  <a:lnTo>
                    <a:pt x="6635496" y="1156970"/>
                  </a:lnTo>
                  <a:lnTo>
                    <a:pt x="6630798" y="1203594"/>
                  </a:lnTo>
                  <a:lnTo>
                    <a:pt x="6617325" y="1247024"/>
                  </a:lnTo>
                  <a:lnTo>
                    <a:pt x="6596002" y="1286329"/>
                  </a:lnTo>
                  <a:lnTo>
                    <a:pt x="6567757" y="1320577"/>
                  </a:lnTo>
                  <a:lnTo>
                    <a:pt x="6533517" y="1348836"/>
                  </a:lnTo>
                  <a:lnTo>
                    <a:pt x="6494210" y="1370175"/>
                  </a:lnTo>
                  <a:lnTo>
                    <a:pt x="6450762" y="1383661"/>
                  </a:lnTo>
                  <a:lnTo>
                    <a:pt x="6404102" y="1388364"/>
                  </a:lnTo>
                  <a:lnTo>
                    <a:pt x="231394" y="1388364"/>
                  </a:lnTo>
                  <a:lnTo>
                    <a:pt x="184769" y="1383661"/>
                  </a:lnTo>
                  <a:lnTo>
                    <a:pt x="141339" y="1370175"/>
                  </a:lnTo>
                  <a:lnTo>
                    <a:pt x="102034" y="1348836"/>
                  </a:lnTo>
                  <a:lnTo>
                    <a:pt x="67786" y="1320577"/>
                  </a:lnTo>
                  <a:lnTo>
                    <a:pt x="39527" y="1286329"/>
                  </a:lnTo>
                  <a:lnTo>
                    <a:pt x="18188" y="1247024"/>
                  </a:lnTo>
                  <a:lnTo>
                    <a:pt x="4702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09066" y="663956"/>
            <a:ext cx="1656969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192260" algn="l"/>
              </a:tabLst>
            </a:pPr>
            <a:r>
              <a:rPr sz="4200" dirty="0"/>
              <a:t>금융(보험/카드/증권)</a:t>
            </a:r>
            <a:r>
              <a:rPr sz="4200" spc="-370" dirty="0"/>
              <a:t> </a:t>
            </a:r>
            <a:r>
              <a:rPr sz="3400" dirty="0"/>
              <a:t>서비스의</a:t>
            </a:r>
            <a:r>
              <a:rPr sz="3400" spc="-60" dirty="0"/>
              <a:t> </a:t>
            </a:r>
            <a:r>
              <a:rPr sz="3400" spc="-20" dirty="0"/>
              <a:t>트렌드는</a:t>
            </a:r>
            <a:r>
              <a:rPr sz="3400" dirty="0"/>
              <a:t>	</a:t>
            </a:r>
            <a:r>
              <a:rPr sz="3400" dirty="0">
                <a:solidFill>
                  <a:srgbClr val="00AFEF"/>
                </a:solidFill>
              </a:rPr>
              <a:t>부정거래방지</a:t>
            </a:r>
            <a:r>
              <a:rPr sz="3400" dirty="0"/>
              <a:t>와</a:t>
            </a:r>
            <a:r>
              <a:rPr sz="3400" spc="-125" dirty="0"/>
              <a:t> </a:t>
            </a:r>
            <a:r>
              <a:rPr sz="3400" dirty="0">
                <a:solidFill>
                  <a:srgbClr val="00AFEF"/>
                </a:solidFill>
              </a:rPr>
              <a:t>실시간</a:t>
            </a:r>
            <a:r>
              <a:rPr sz="3400" spc="-135" dirty="0">
                <a:solidFill>
                  <a:srgbClr val="00AFEF"/>
                </a:solidFill>
              </a:rPr>
              <a:t> </a:t>
            </a:r>
            <a:r>
              <a:rPr sz="3400" dirty="0">
                <a:solidFill>
                  <a:srgbClr val="00AFEF"/>
                </a:solidFill>
              </a:rPr>
              <a:t>개인화</a:t>
            </a:r>
            <a:r>
              <a:rPr sz="3400" spc="-130" dirty="0">
                <a:solidFill>
                  <a:srgbClr val="00AFEF"/>
                </a:solidFill>
              </a:rPr>
              <a:t> </a:t>
            </a:r>
            <a:r>
              <a:rPr sz="3400" spc="-25" dirty="0">
                <a:solidFill>
                  <a:srgbClr val="00AFEF"/>
                </a:solidFill>
              </a:rPr>
              <a:t>마케팅</a:t>
            </a:r>
            <a:endParaRPr sz="3400"/>
          </a:p>
        </p:txBody>
      </p:sp>
      <p:grpSp>
        <p:nvGrpSpPr>
          <p:cNvPr id="6" name="object 6"/>
          <p:cNvGrpSpPr/>
          <p:nvPr/>
        </p:nvGrpSpPr>
        <p:grpSpPr>
          <a:xfrm>
            <a:off x="9277350" y="2023236"/>
            <a:ext cx="6661150" cy="821055"/>
            <a:chOff x="9277350" y="2023236"/>
            <a:chExt cx="6661150" cy="821055"/>
          </a:xfrm>
        </p:grpSpPr>
        <p:sp>
          <p:nvSpPr>
            <p:cNvPr id="7" name="object 7"/>
            <p:cNvSpPr/>
            <p:nvPr/>
          </p:nvSpPr>
          <p:spPr>
            <a:xfrm>
              <a:off x="9290050" y="2035936"/>
              <a:ext cx="6635750" cy="795655"/>
            </a:xfrm>
            <a:custGeom>
              <a:avLst/>
              <a:gdLst/>
              <a:ahLst/>
              <a:cxnLst/>
              <a:rect l="l" t="t" r="r" b="b"/>
              <a:pathLst>
                <a:path w="6635750" h="795655">
                  <a:moveTo>
                    <a:pt x="6503034" y="0"/>
                  </a:moveTo>
                  <a:lnTo>
                    <a:pt x="132588" y="0"/>
                  </a:lnTo>
                  <a:lnTo>
                    <a:pt x="90708" y="6766"/>
                  </a:lnTo>
                  <a:lnTo>
                    <a:pt x="54315" y="25603"/>
                  </a:lnTo>
                  <a:lnTo>
                    <a:pt x="25603" y="54315"/>
                  </a:lnTo>
                  <a:lnTo>
                    <a:pt x="6766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66" y="704819"/>
                  </a:lnTo>
                  <a:lnTo>
                    <a:pt x="25603" y="741212"/>
                  </a:lnTo>
                  <a:lnTo>
                    <a:pt x="54315" y="769924"/>
                  </a:lnTo>
                  <a:lnTo>
                    <a:pt x="90708" y="788761"/>
                  </a:lnTo>
                  <a:lnTo>
                    <a:pt x="132588" y="795528"/>
                  </a:lnTo>
                  <a:lnTo>
                    <a:pt x="6503034" y="795528"/>
                  </a:lnTo>
                  <a:lnTo>
                    <a:pt x="6544914" y="788761"/>
                  </a:lnTo>
                  <a:lnTo>
                    <a:pt x="6581307" y="769924"/>
                  </a:lnTo>
                  <a:lnTo>
                    <a:pt x="6610019" y="741212"/>
                  </a:lnTo>
                  <a:lnTo>
                    <a:pt x="6628856" y="704819"/>
                  </a:lnTo>
                  <a:lnTo>
                    <a:pt x="6635623" y="662940"/>
                  </a:lnTo>
                  <a:lnTo>
                    <a:pt x="6635623" y="132588"/>
                  </a:lnTo>
                  <a:lnTo>
                    <a:pt x="6628856" y="90708"/>
                  </a:lnTo>
                  <a:lnTo>
                    <a:pt x="6610019" y="54315"/>
                  </a:lnTo>
                  <a:lnTo>
                    <a:pt x="6581307" y="25603"/>
                  </a:lnTo>
                  <a:lnTo>
                    <a:pt x="6544914" y="6766"/>
                  </a:lnTo>
                  <a:lnTo>
                    <a:pt x="6503034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90050" y="2035936"/>
              <a:ext cx="6635750" cy="795655"/>
            </a:xfrm>
            <a:custGeom>
              <a:avLst/>
              <a:gdLst/>
              <a:ahLst/>
              <a:cxnLst/>
              <a:rect l="l" t="t" r="r" b="b"/>
              <a:pathLst>
                <a:path w="6635750" h="795655">
                  <a:moveTo>
                    <a:pt x="0" y="132588"/>
                  </a:moveTo>
                  <a:lnTo>
                    <a:pt x="6766" y="90708"/>
                  </a:lnTo>
                  <a:lnTo>
                    <a:pt x="25603" y="54315"/>
                  </a:lnTo>
                  <a:lnTo>
                    <a:pt x="54315" y="25603"/>
                  </a:lnTo>
                  <a:lnTo>
                    <a:pt x="90708" y="6766"/>
                  </a:lnTo>
                  <a:lnTo>
                    <a:pt x="132588" y="0"/>
                  </a:lnTo>
                  <a:lnTo>
                    <a:pt x="6503034" y="0"/>
                  </a:lnTo>
                  <a:lnTo>
                    <a:pt x="6544914" y="6766"/>
                  </a:lnTo>
                  <a:lnTo>
                    <a:pt x="6581307" y="25603"/>
                  </a:lnTo>
                  <a:lnTo>
                    <a:pt x="6610019" y="54315"/>
                  </a:lnTo>
                  <a:lnTo>
                    <a:pt x="6628856" y="90708"/>
                  </a:lnTo>
                  <a:lnTo>
                    <a:pt x="6635623" y="132588"/>
                  </a:lnTo>
                  <a:lnTo>
                    <a:pt x="6635623" y="662940"/>
                  </a:lnTo>
                  <a:lnTo>
                    <a:pt x="6628856" y="704819"/>
                  </a:lnTo>
                  <a:lnTo>
                    <a:pt x="6610019" y="741212"/>
                  </a:lnTo>
                  <a:lnTo>
                    <a:pt x="6581307" y="769924"/>
                  </a:lnTo>
                  <a:lnTo>
                    <a:pt x="6544914" y="788761"/>
                  </a:lnTo>
                  <a:lnTo>
                    <a:pt x="6503034" y="795528"/>
                  </a:lnTo>
                  <a:lnTo>
                    <a:pt x="132588" y="795528"/>
                  </a:lnTo>
                  <a:lnTo>
                    <a:pt x="90708" y="788761"/>
                  </a:lnTo>
                  <a:lnTo>
                    <a:pt x="54315" y="769924"/>
                  </a:lnTo>
                  <a:lnTo>
                    <a:pt x="25603" y="741212"/>
                  </a:lnTo>
                  <a:lnTo>
                    <a:pt x="6766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271507" y="2948177"/>
            <a:ext cx="6721475" cy="1414145"/>
            <a:chOff x="9271507" y="2948177"/>
            <a:chExt cx="6721475" cy="1414145"/>
          </a:xfrm>
        </p:grpSpPr>
        <p:sp>
          <p:nvSpPr>
            <p:cNvPr id="10" name="object 10"/>
            <p:cNvSpPr/>
            <p:nvPr/>
          </p:nvSpPr>
          <p:spPr>
            <a:xfrm>
              <a:off x="9284207" y="2960877"/>
              <a:ext cx="6696075" cy="1388745"/>
            </a:xfrm>
            <a:custGeom>
              <a:avLst/>
              <a:gdLst/>
              <a:ahLst/>
              <a:cxnLst/>
              <a:rect l="l" t="t" r="r" b="b"/>
              <a:pathLst>
                <a:path w="6696075" h="1388745">
                  <a:moveTo>
                    <a:pt x="6464681" y="0"/>
                  </a:moveTo>
                  <a:lnTo>
                    <a:pt x="231394" y="0"/>
                  </a:lnTo>
                  <a:lnTo>
                    <a:pt x="184769" y="4702"/>
                  </a:lnTo>
                  <a:lnTo>
                    <a:pt x="141339" y="18188"/>
                  </a:lnTo>
                  <a:lnTo>
                    <a:pt x="102034" y="39527"/>
                  </a:lnTo>
                  <a:lnTo>
                    <a:pt x="67786" y="67786"/>
                  </a:lnTo>
                  <a:lnTo>
                    <a:pt x="39527" y="102034"/>
                  </a:lnTo>
                  <a:lnTo>
                    <a:pt x="18188" y="141339"/>
                  </a:lnTo>
                  <a:lnTo>
                    <a:pt x="4702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702" y="1203594"/>
                  </a:lnTo>
                  <a:lnTo>
                    <a:pt x="18188" y="1247024"/>
                  </a:lnTo>
                  <a:lnTo>
                    <a:pt x="39527" y="1286329"/>
                  </a:lnTo>
                  <a:lnTo>
                    <a:pt x="67786" y="1320577"/>
                  </a:lnTo>
                  <a:lnTo>
                    <a:pt x="102034" y="1348836"/>
                  </a:lnTo>
                  <a:lnTo>
                    <a:pt x="141339" y="1370175"/>
                  </a:lnTo>
                  <a:lnTo>
                    <a:pt x="184769" y="1383661"/>
                  </a:lnTo>
                  <a:lnTo>
                    <a:pt x="231394" y="1388364"/>
                  </a:lnTo>
                  <a:lnTo>
                    <a:pt x="6464681" y="1388364"/>
                  </a:lnTo>
                  <a:lnTo>
                    <a:pt x="6511341" y="1383661"/>
                  </a:lnTo>
                  <a:lnTo>
                    <a:pt x="6554789" y="1370175"/>
                  </a:lnTo>
                  <a:lnTo>
                    <a:pt x="6594096" y="1348836"/>
                  </a:lnTo>
                  <a:lnTo>
                    <a:pt x="6628336" y="1320577"/>
                  </a:lnTo>
                  <a:lnTo>
                    <a:pt x="6656581" y="1286329"/>
                  </a:lnTo>
                  <a:lnTo>
                    <a:pt x="6677904" y="1247024"/>
                  </a:lnTo>
                  <a:lnTo>
                    <a:pt x="6691377" y="1203594"/>
                  </a:lnTo>
                  <a:lnTo>
                    <a:pt x="6696075" y="1156970"/>
                  </a:lnTo>
                  <a:lnTo>
                    <a:pt x="6696075" y="231394"/>
                  </a:lnTo>
                  <a:lnTo>
                    <a:pt x="6691377" y="184769"/>
                  </a:lnTo>
                  <a:lnTo>
                    <a:pt x="6677904" y="141339"/>
                  </a:lnTo>
                  <a:lnTo>
                    <a:pt x="6656581" y="102034"/>
                  </a:lnTo>
                  <a:lnTo>
                    <a:pt x="6628336" y="67786"/>
                  </a:lnTo>
                  <a:lnTo>
                    <a:pt x="6594096" y="39527"/>
                  </a:lnTo>
                  <a:lnTo>
                    <a:pt x="6554789" y="18188"/>
                  </a:lnTo>
                  <a:lnTo>
                    <a:pt x="6511341" y="4702"/>
                  </a:lnTo>
                  <a:lnTo>
                    <a:pt x="6464681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84207" y="2960877"/>
              <a:ext cx="6696075" cy="1388745"/>
            </a:xfrm>
            <a:custGeom>
              <a:avLst/>
              <a:gdLst/>
              <a:ahLst/>
              <a:cxnLst/>
              <a:rect l="l" t="t" r="r" b="b"/>
              <a:pathLst>
                <a:path w="6696075" h="1388745">
                  <a:moveTo>
                    <a:pt x="0" y="231394"/>
                  </a:moveTo>
                  <a:lnTo>
                    <a:pt x="4702" y="184769"/>
                  </a:lnTo>
                  <a:lnTo>
                    <a:pt x="18188" y="141339"/>
                  </a:lnTo>
                  <a:lnTo>
                    <a:pt x="39527" y="102034"/>
                  </a:lnTo>
                  <a:lnTo>
                    <a:pt x="67786" y="67786"/>
                  </a:lnTo>
                  <a:lnTo>
                    <a:pt x="102034" y="39527"/>
                  </a:lnTo>
                  <a:lnTo>
                    <a:pt x="141339" y="18188"/>
                  </a:lnTo>
                  <a:lnTo>
                    <a:pt x="184769" y="4702"/>
                  </a:lnTo>
                  <a:lnTo>
                    <a:pt x="231394" y="0"/>
                  </a:lnTo>
                  <a:lnTo>
                    <a:pt x="6464681" y="0"/>
                  </a:lnTo>
                  <a:lnTo>
                    <a:pt x="6511341" y="4702"/>
                  </a:lnTo>
                  <a:lnTo>
                    <a:pt x="6554789" y="18188"/>
                  </a:lnTo>
                  <a:lnTo>
                    <a:pt x="6594096" y="39527"/>
                  </a:lnTo>
                  <a:lnTo>
                    <a:pt x="6628336" y="67786"/>
                  </a:lnTo>
                  <a:lnTo>
                    <a:pt x="6656581" y="102034"/>
                  </a:lnTo>
                  <a:lnTo>
                    <a:pt x="6677904" y="141339"/>
                  </a:lnTo>
                  <a:lnTo>
                    <a:pt x="6691377" y="184769"/>
                  </a:lnTo>
                  <a:lnTo>
                    <a:pt x="6696075" y="231394"/>
                  </a:lnTo>
                  <a:lnTo>
                    <a:pt x="6696075" y="1156970"/>
                  </a:lnTo>
                  <a:lnTo>
                    <a:pt x="6691377" y="1203594"/>
                  </a:lnTo>
                  <a:lnTo>
                    <a:pt x="6677904" y="1247024"/>
                  </a:lnTo>
                  <a:lnTo>
                    <a:pt x="6656581" y="1286329"/>
                  </a:lnTo>
                  <a:lnTo>
                    <a:pt x="6628336" y="1320577"/>
                  </a:lnTo>
                  <a:lnTo>
                    <a:pt x="6594096" y="1348836"/>
                  </a:lnTo>
                  <a:lnTo>
                    <a:pt x="6554789" y="1370175"/>
                  </a:lnTo>
                  <a:lnTo>
                    <a:pt x="6511341" y="1383661"/>
                  </a:lnTo>
                  <a:lnTo>
                    <a:pt x="6464681" y="1388364"/>
                  </a:lnTo>
                  <a:lnTo>
                    <a:pt x="231394" y="1388364"/>
                  </a:lnTo>
                  <a:lnTo>
                    <a:pt x="184769" y="1383661"/>
                  </a:lnTo>
                  <a:lnTo>
                    <a:pt x="141339" y="1370175"/>
                  </a:lnTo>
                  <a:lnTo>
                    <a:pt x="102034" y="1348836"/>
                  </a:lnTo>
                  <a:lnTo>
                    <a:pt x="67786" y="1320577"/>
                  </a:lnTo>
                  <a:lnTo>
                    <a:pt x="39527" y="1286329"/>
                  </a:lnTo>
                  <a:lnTo>
                    <a:pt x="18188" y="1247024"/>
                  </a:lnTo>
                  <a:lnTo>
                    <a:pt x="4702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627489" y="2083435"/>
            <a:ext cx="6042660" cy="2132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73660" algn="ctr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초</a:t>
            </a:r>
            <a:r>
              <a:rPr sz="24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개인화</a:t>
            </a:r>
            <a:r>
              <a:rPr sz="24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245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고객</a:t>
            </a:r>
            <a:r>
              <a:rPr sz="24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마케팅</a:t>
            </a:r>
            <a:endParaRPr sz="2450">
              <a:latin typeface="Malgun Gothic"/>
              <a:cs typeface="Malgun Gothic"/>
            </a:endParaRPr>
          </a:p>
          <a:p>
            <a:pPr marR="74930" algn="ctr">
              <a:lnSpc>
                <a:spcPct val="100000"/>
              </a:lnSpc>
              <a:spcBef>
                <a:spcPts val="25"/>
              </a:spcBef>
            </a:pP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(Hyper-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personalized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customer</a:t>
            </a:r>
            <a:r>
              <a:rPr sz="190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experiences)</a:t>
            </a:r>
            <a:endParaRPr sz="1900">
              <a:latin typeface="Malgun Gothic"/>
              <a:cs typeface="Malgun Gothic"/>
            </a:endParaRPr>
          </a:p>
          <a:p>
            <a:pPr marL="12700" marR="5080">
              <a:lnSpc>
                <a:spcPct val="100200"/>
              </a:lnSpc>
              <a:spcBef>
                <a:spcPts val="2215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레거시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사일로에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분산되어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있는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고객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데이터와,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고객의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모든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상호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작용까지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결합/분석하여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실시간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고객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상태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정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보 시스템을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통해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개인별로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원하는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상품을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즉시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광고합 니다.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18842" y="2023236"/>
            <a:ext cx="6661150" cy="821055"/>
            <a:chOff x="1918842" y="2023236"/>
            <a:chExt cx="6661150" cy="821055"/>
          </a:xfrm>
        </p:grpSpPr>
        <p:sp>
          <p:nvSpPr>
            <p:cNvPr id="14" name="object 14"/>
            <p:cNvSpPr/>
            <p:nvPr/>
          </p:nvSpPr>
          <p:spPr>
            <a:xfrm>
              <a:off x="1931542" y="2035936"/>
              <a:ext cx="6635750" cy="795655"/>
            </a:xfrm>
            <a:custGeom>
              <a:avLst/>
              <a:gdLst/>
              <a:ahLst/>
              <a:cxnLst/>
              <a:rect l="l" t="t" r="r" b="b"/>
              <a:pathLst>
                <a:path w="6635750" h="795655">
                  <a:moveTo>
                    <a:pt x="6502908" y="0"/>
                  </a:moveTo>
                  <a:lnTo>
                    <a:pt x="132587" y="0"/>
                  </a:lnTo>
                  <a:lnTo>
                    <a:pt x="90659" y="6766"/>
                  </a:lnTo>
                  <a:lnTo>
                    <a:pt x="54260" y="25603"/>
                  </a:lnTo>
                  <a:lnTo>
                    <a:pt x="25566" y="54315"/>
                  </a:lnTo>
                  <a:lnTo>
                    <a:pt x="6754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54" y="704819"/>
                  </a:lnTo>
                  <a:lnTo>
                    <a:pt x="25566" y="741212"/>
                  </a:lnTo>
                  <a:lnTo>
                    <a:pt x="54260" y="769924"/>
                  </a:lnTo>
                  <a:lnTo>
                    <a:pt x="90659" y="788761"/>
                  </a:lnTo>
                  <a:lnTo>
                    <a:pt x="132587" y="795528"/>
                  </a:lnTo>
                  <a:lnTo>
                    <a:pt x="6502908" y="795528"/>
                  </a:lnTo>
                  <a:lnTo>
                    <a:pt x="6544836" y="788761"/>
                  </a:lnTo>
                  <a:lnTo>
                    <a:pt x="6581235" y="769924"/>
                  </a:lnTo>
                  <a:lnTo>
                    <a:pt x="6609929" y="741212"/>
                  </a:lnTo>
                  <a:lnTo>
                    <a:pt x="6628741" y="704819"/>
                  </a:lnTo>
                  <a:lnTo>
                    <a:pt x="6635496" y="662940"/>
                  </a:lnTo>
                  <a:lnTo>
                    <a:pt x="6635496" y="132588"/>
                  </a:lnTo>
                  <a:lnTo>
                    <a:pt x="6628741" y="90708"/>
                  </a:lnTo>
                  <a:lnTo>
                    <a:pt x="6609929" y="54315"/>
                  </a:lnTo>
                  <a:lnTo>
                    <a:pt x="6581235" y="25603"/>
                  </a:lnTo>
                  <a:lnTo>
                    <a:pt x="6544836" y="6766"/>
                  </a:lnTo>
                  <a:lnTo>
                    <a:pt x="6502908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31542" y="2035936"/>
              <a:ext cx="6635750" cy="795655"/>
            </a:xfrm>
            <a:custGeom>
              <a:avLst/>
              <a:gdLst/>
              <a:ahLst/>
              <a:cxnLst/>
              <a:rect l="l" t="t" r="r" b="b"/>
              <a:pathLst>
                <a:path w="6635750" h="795655">
                  <a:moveTo>
                    <a:pt x="0" y="132588"/>
                  </a:moveTo>
                  <a:lnTo>
                    <a:pt x="6754" y="90708"/>
                  </a:lnTo>
                  <a:lnTo>
                    <a:pt x="25566" y="54315"/>
                  </a:lnTo>
                  <a:lnTo>
                    <a:pt x="54260" y="25603"/>
                  </a:lnTo>
                  <a:lnTo>
                    <a:pt x="90659" y="6766"/>
                  </a:lnTo>
                  <a:lnTo>
                    <a:pt x="132587" y="0"/>
                  </a:lnTo>
                  <a:lnTo>
                    <a:pt x="6502908" y="0"/>
                  </a:lnTo>
                  <a:lnTo>
                    <a:pt x="6544836" y="6766"/>
                  </a:lnTo>
                  <a:lnTo>
                    <a:pt x="6581235" y="25603"/>
                  </a:lnTo>
                  <a:lnTo>
                    <a:pt x="6609929" y="54315"/>
                  </a:lnTo>
                  <a:lnTo>
                    <a:pt x="6628741" y="90708"/>
                  </a:lnTo>
                  <a:lnTo>
                    <a:pt x="6635496" y="132588"/>
                  </a:lnTo>
                  <a:lnTo>
                    <a:pt x="6635496" y="662940"/>
                  </a:lnTo>
                  <a:lnTo>
                    <a:pt x="6628741" y="704819"/>
                  </a:lnTo>
                  <a:lnTo>
                    <a:pt x="6609929" y="741212"/>
                  </a:lnTo>
                  <a:lnTo>
                    <a:pt x="6581235" y="769924"/>
                  </a:lnTo>
                  <a:lnTo>
                    <a:pt x="6544836" y="788761"/>
                  </a:lnTo>
                  <a:lnTo>
                    <a:pt x="6502908" y="795528"/>
                  </a:lnTo>
                  <a:lnTo>
                    <a:pt x="132587" y="795528"/>
                  </a:lnTo>
                  <a:lnTo>
                    <a:pt x="90659" y="788761"/>
                  </a:lnTo>
                  <a:lnTo>
                    <a:pt x="54260" y="769924"/>
                  </a:lnTo>
                  <a:lnTo>
                    <a:pt x="25566" y="741212"/>
                  </a:lnTo>
                  <a:lnTo>
                    <a:pt x="6754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97683" y="2083435"/>
            <a:ext cx="5845810" cy="2132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880" algn="ctr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부정거래</a:t>
            </a:r>
            <a:r>
              <a:rPr sz="245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탐지</a:t>
            </a:r>
            <a:r>
              <a:rPr sz="24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245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예방</a:t>
            </a:r>
            <a:endParaRPr sz="2450">
              <a:latin typeface="Malgun Gothic"/>
              <a:cs typeface="Malgun Gothic"/>
            </a:endParaRPr>
          </a:p>
          <a:p>
            <a:pPr marL="56515" algn="ctr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(Fraud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detection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and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prevention)</a:t>
            </a:r>
            <a:endParaRPr sz="1900">
              <a:latin typeface="Malgun Gothic"/>
              <a:cs typeface="Malgun Gothic"/>
            </a:endParaRPr>
          </a:p>
          <a:p>
            <a:pPr marL="12700" marR="5080">
              <a:lnSpc>
                <a:spcPct val="100200"/>
              </a:lnSpc>
              <a:spcBef>
                <a:spcPts val="2215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실시간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이벤트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및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과거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데이터를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통해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구조화된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거래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데이터(예: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이체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금액)와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구조화되지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않은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컨텍스트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데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이터(예: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지리적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위치)를</a:t>
            </a:r>
            <a:r>
              <a:rPr sz="1900" b="1" spc="-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결합함으로써</a:t>
            </a:r>
            <a:r>
              <a:rPr sz="1900" b="1" spc="-4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즉각적인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부정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거래를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탐지하여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고객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손실을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최소화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합니다.</a:t>
            </a:r>
            <a:endParaRPr sz="1900">
              <a:latin typeface="Malgun Gothic"/>
              <a:cs typeface="Malgun Gothic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72709" y="4809655"/>
            <a:ext cx="10017955" cy="4205072"/>
          </a:xfrm>
          <a:prstGeom prst="rect">
            <a:avLst/>
          </a:prstGeom>
        </p:spPr>
      </p:pic>
      <p:sp>
        <p:nvSpPr>
          <p:cNvPr id="18" name="object 18"/>
          <p:cNvSpPr txBox="1"/>
          <p:nvPr/>
        </p:nvSpPr>
        <p:spPr>
          <a:xfrm>
            <a:off x="2997835" y="5763895"/>
            <a:ext cx="2022475" cy="209486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dirty="0">
                <a:solidFill>
                  <a:srgbClr val="28466C"/>
                </a:solidFill>
                <a:latin typeface="Malgun Gothic"/>
                <a:cs typeface="Malgun Gothic"/>
              </a:rPr>
              <a:t>웹사이트</a:t>
            </a:r>
            <a:r>
              <a:rPr sz="1600" b="1" spc="16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28466C"/>
                </a:solidFill>
                <a:latin typeface="Malgun Gothic"/>
                <a:cs typeface="Malgun Gothic"/>
              </a:rPr>
              <a:t>로그(HTTP)</a:t>
            </a:r>
            <a:endParaRPr sz="1600">
              <a:latin typeface="Malgun Gothic"/>
              <a:cs typeface="Malgun Gothic"/>
            </a:endParaRPr>
          </a:p>
          <a:p>
            <a:pPr marR="10795" algn="r">
              <a:lnSpc>
                <a:spcPct val="100000"/>
              </a:lnSpc>
              <a:spcBef>
                <a:spcPts val="1340"/>
              </a:spcBef>
            </a:pPr>
            <a:r>
              <a:rPr sz="1600" b="1" dirty="0">
                <a:solidFill>
                  <a:srgbClr val="28466C"/>
                </a:solidFill>
                <a:latin typeface="Malgun Gothic"/>
                <a:cs typeface="Malgun Gothic"/>
              </a:rPr>
              <a:t>인증</a:t>
            </a:r>
            <a:r>
              <a:rPr sz="1600" b="1" spc="85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28466C"/>
                </a:solidFill>
                <a:latin typeface="Malgun Gothic"/>
                <a:cs typeface="Malgun Gothic"/>
              </a:rPr>
              <a:t>로그</a:t>
            </a:r>
            <a:endParaRPr sz="1600">
              <a:latin typeface="Malgun Gothic"/>
              <a:cs typeface="Malgun Gothic"/>
            </a:endParaRPr>
          </a:p>
          <a:p>
            <a:pPr marR="20955" algn="r">
              <a:lnSpc>
                <a:spcPct val="100000"/>
              </a:lnSpc>
              <a:spcBef>
                <a:spcPts val="1680"/>
              </a:spcBef>
            </a:pPr>
            <a:r>
              <a:rPr sz="1600" b="1" dirty="0">
                <a:solidFill>
                  <a:srgbClr val="28466C"/>
                </a:solidFill>
                <a:latin typeface="Malgun Gothic"/>
                <a:cs typeface="Malgun Gothic"/>
              </a:rPr>
              <a:t>User</a:t>
            </a:r>
            <a:r>
              <a:rPr sz="1600" b="1" spc="5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28466C"/>
                </a:solidFill>
                <a:latin typeface="Malgun Gothic"/>
                <a:cs typeface="Malgun Gothic"/>
              </a:rPr>
              <a:t>Action</a:t>
            </a:r>
            <a:r>
              <a:rPr sz="1600" b="1" spc="85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28466C"/>
                </a:solidFill>
                <a:latin typeface="Malgun Gothic"/>
                <a:cs typeface="Malgun Gothic"/>
              </a:rPr>
              <a:t>데이터</a:t>
            </a:r>
            <a:endParaRPr sz="1600">
              <a:latin typeface="Malgun Gothic"/>
              <a:cs typeface="Malgun Gothic"/>
            </a:endParaRPr>
          </a:p>
          <a:p>
            <a:pPr marL="62865">
              <a:lnSpc>
                <a:spcPct val="100000"/>
              </a:lnSpc>
              <a:spcBef>
                <a:spcPts val="2295"/>
              </a:spcBef>
            </a:pPr>
            <a:r>
              <a:rPr sz="1600" b="1" dirty="0">
                <a:solidFill>
                  <a:srgbClr val="28466C"/>
                </a:solidFill>
                <a:latin typeface="Malgun Gothic"/>
                <a:cs typeface="Malgun Gothic"/>
              </a:rPr>
              <a:t>각</a:t>
            </a:r>
            <a:r>
              <a:rPr sz="1600" b="1" spc="6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28466C"/>
                </a:solidFill>
                <a:latin typeface="Malgun Gothic"/>
                <a:cs typeface="Malgun Gothic"/>
              </a:rPr>
              <a:t>지점</a:t>
            </a:r>
            <a:r>
              <a:rPr sz="1600" b="1" spc="8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28466C"/>
                </a:solidFill>
                <a:latin typeface="Malgun Gothic"/>
                <a:cs typeface="Malgun Gothic"/>
              </a:rPr>
              <a:t>ATM</a:t>
            </a:r>
            <a:r>
              <a:rPr sz="1600" b="1" spc="6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28466C"/>
                </a:solidFill>
                <a:latin typeface="Malgun Gothic"/>
                <a:cs typeface="Malgun Gothic"/>
              </a:rPr>
              <a:t>데이터</a:t>
            </a:r>
            <a:endParaRPr sz="1600">
              <a:latin typeface="Malgun Gothic"/>
              <a:cs typeface="Malgun Gothic"/>
            </a:endParaRPr>
          </a:p>
          <a:p>
            <a:pPr marR="17780" algn="r">
              <a:lnSpc>
                <a:spcPct val="100000"/>
              </a:lnSpc>
              <a:spcBef>
                <a:spcPts val="1340"/>
              </a:spcBef>
            </a:pPr>
            <a:r>
              <a:rPr sz="1600" b="1" dirty="0">
                <a:solidFill>
                  <a:srgbClr val="28466C"/>
                </a:solidFill>
                <a:latin typeface="Malgun Gothic"/>
                <a:cs typeface="Malgun Gothic"/>
              </a:rPr>
              <a:t>거래</a:t>
            </a:r>
            <a:r>
              <a:rPr sz="1600" b="1" spc="85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28466C"/>
                </a:solidFill>
                <a:latin typeface="Malgun Gothic"/>
                <a:cs typeface="Malgun Gothic"/>
              </a:rPr>
              <a:t>데이터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420099" y="5167872"/>
            <a:ext cx="4612005" cy="3498215"/>
            <a:chOff x="2420099" y="5167872"/>
            <a:chExt cx="4612005" cy="3498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20099" y="5167872"/>
              <a:ext cx="4611648" cy="349760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1612" y="5219319"/>
              <a:ext cx="4473448" cy="335864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72562" y="5200269"/>
              <a:ext cx="4511675" cy="3397250"/>
            </a:xfrm>
            <a:custGeom>
              <a:avLst/>
              <a:gdLst/>
              <a:ahLst/>
              <a:cxnLst/>
              <a:rect l="l" t="t" r="r" b="b"/>
              <a:pathLst>
                <a:path w="4511675" h="3397250">
                  <a:moveTo>
                    <a:pt x="0" y="3396741"/>
                  </a:moveTo>
                  <a:lnTo>
                    <a:pt x="4511548" y="3396741"/>
                  </a:lnTo>
                  <a:lnTo>
                    <a:pt x="4511548" y="0"/>
                  </a:lnTo>
                  <a:lnTo>
                    <a:pt x="0" y="0"/>
                  </a:lnTo>
                  <a:lnTo>
                    <a:pt x="0" y="339674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1905254" y="2952876"/>
            <a:ext cx="6671945" cy="1414145"/>
            <a:chOff x="1905254" y="2952876"/>
            <a:chExt cx="6671945" cy="1414145"/>
          </a:xfrm>
        </p:grpSpPr>
        <p:sp>
          <p:nvSpPr>
            <p:cNvPr id="7" name="object 7"/>
            <p:cNvSpPr/>
            <p:nvPr/>
          </p:nvSpPr>
          <p:spPr>
            <a:xfrm>
              <a:off x="1917954" y="2965576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5" h="1388745">
                  <a:moveTo>
                    <a:pt x="6415024" y="0"/>
                  </a:moveTo>
                  <a:lnTo>
                    <a:pt x="231394" y="0"/>
                  </a:lnTo>
                  <a:lnTo>
                    <a:pt x="184733" y="4702"/>
                  </a:lnTo>
                  <a:lnTo>
                    <a:pt x="141285" y="18188"/>
                  </a:lnTo>
                  <a:lnTo>
                    <a:pt x="101978" y="39527"/>
                  </a:lnTo>
                  <a:lnTo>
                    <a:pt x="67738" y="67786"/>
                  </a:lnTo>
                  <a:lnTo>
                    <a:pt x="39493" y="102034"/>
                  </a:lnTo>
                  <a:lnTo>
                    <a:pt x="18170" y="141339"/>
                  </a:lnTo>
                  <a:lnTo>
                    <a:pt x="4697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697" y="1203594"/>
                  </a:lnTo>
                  <a:lnTo>
                    <a:pt x="18170" y="1247024"/>
                  </a:lnTo>
                  <a:lnTo>
                    <a:pt x="39493" y="1286329"/>
                  </a:lnTo>
                  <a:lnTo>
                    <a:pt x="67738" y="1320577"/>
                  </a:lnTo>
                  <a:lnTo>
                    <a:pt x="101978" y="1348836"/>
                  </a:lnTo>
                  <a:lnTo>
                    <a:pt x="141285" y="1370175"/>
                  </a:lnTo>
                  <a:lnTo>
                    <a:pt x="184733" y="1383661"/>
                  </a:lnTo>
                  <a:lnTo>
                    <a:pt x="231394" y="1388364"/>
                  </a:lnTo>
                  <a:lnTo>
                    <a:pt x="6415024" y="1388364"/>
                  </a:lnTo>
                  <a:lnTo>
                    <a:pt x="6461648" y="1383661"/>
                  </a:lnTo>
                  <a:lnTo>
                    <a:pt x="6505078" y="1370175"/>
                  </a:lnTo>
                  <a:lnTo>
                    <a:pt x="6544383" y="1348836"/>
                  </a:lnTo>
                  <a:lnTo>
                    <a:pt x="6578631" y="1320577"/>
                  </a:lnTo>
                  <a:lnTo>
                    <a:pt x="6606890" y="1286329"/>
                  </a:lnTo>
                  <a:lnTo>
                    <a:pt x="6628229" y="1247024"/>
                  </a:lnTo>
                  <a:lnTo>
                    <a:pt x="6641715" y="1203594"/>
                  </a:lnTo>
                  <a:lnTo>
                    <a:pt x="6646418" y="1156970"/>
                  </a:lnTo>
                  <a:lnTo>
                    <a:pt x="6646418" y="231394"/>
                  </a:lnTo>
                  <a:lnTo>
                    <a:pt x="6641715" y="184769"/>
                  </a:lnTo>
                  <a:lnTo>
                    <a:pt x="6628229" y="141339"/>
                  </a:lnTo>
                  <a:lnTo>
                    <a:pt x="6606890" y="102034"/>
                  </a:lnTo>
                  <a:lnTo>
                    <a:pt x="6578631" y="67786"/>
                  </a:lnTo>
                  <a:lnTo>
                    <a:pt x="6544383" y="39527"/>
                  </a:lnTo>
                  <a:lnTo>
                    <a:pt x="6505078" y="18188"/>
                  </a:lnTo>
                  <a:lnTo>
                    <a:pt x="6461648" y="4702"/>
                  </a:lnTo>
                  <a:lnTo>
                    <a:pt x="6415024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917954" y="2965576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5" h="1388745">
                  <a:moveTo>
                    <a:pt x="0" y="231394"/>
                  </a:moveTo>
                  <a:lnTo>
                    <a:pt x="4697" y="184769"/>
                  </a:lnTo>
                  <a:lnTo>
                    <a:pt x="18170" y="141339"/>
                  </a:lnTo>
                  <a:lnTo>
                    <a:pt x="39493" y="102034"/>
                  </a:lnTo>
                  <a:lnTo>
                    <a:pt x="67738" y="67786"/>
                  </a:lnTo>
                  <a:lnTo>
                    <a:pt x="101978" y="39527"/>
                  </a:lnTo>
                  <a:lnTo>
                    <a:pt x="141285" y="18188"/>
                  </a:lnTo>
                  <a:lnTo>
                    <a:pt x="184733" y="4702"/>
                  </a:lnTo>
                  <a:lnTo>
                    <a:pt x="231394" y="0"/>
                  </a:lnTo>
                  <a:lnTo>
                    <a:pt x="6415024" y="0"/>
                  </a:lnTo>
                  <a:lnTo>
                    <a:pt x="6461648" y="4702"/>
                  </a:lnTo>
                  <a:lnTo>
                    <a:pt x="6505078" y="18188"/>
                  </a:lnTo>
                  <a:lnTo>
                    <a:pt x="6544383" y="39527"/>
                  </a:lnTo>
                  <a:lnTo>
                    <a:pt x="6578631" y="67786"/>
                  </a:lnTo>
                  <a:lnTo>
                    <a:pt x="6606890" y="102034"/>
                  </a:lnTo>
                  <a:lnTo>
                    <a:pt x="6628229" y="141339"/>
                  </a:lnTo>
                  <a:lnTo>
                    <a:pt x="6641715" y="184769"/>
                  </a:lnTo>
                  <a:lnTo>
                    <a:pt x="6646418" y="231394"/>
                  </a:lnTo>
                  <a:lnTo>
                    <a:pt x="6646418" y="1156970"/>
                  </a:lnTo>
                  <a:lnTo>
                    <a:pt x="6641715" y="1203594"/>
                  </a:lnTo>
                  <a:lnTo>
                    <a:pt x="6628229" y="1247024"/>
                  </a:lnTo>
                  <a:lnTo>
                    <a:pt x="6606890" y="1286329"/>
                  </a:lnTo>
                  <a:lnTo>
                    <a:pt x="6578631" y="1320577"/>
                  </a:lnTo>
                  <a:lnTo>
                    <a:pt x="6544383" y="1348836"/>
                  </a:lnTo>
                  <a:lnTo>
                    <a:pt x="6505078" y="1370175"/>
                  </a:lnTo>
                  <a:lnTo>
                    <a:pt x="6461648" y="1383661"/>
                  </a:lnTo>
                  <a:lnTo>
                    <a:pt x="6415024" y="1388364"/>
                  </a:lnTo>
                  <a:lnTo>
                    <a:pt x="231394" y="1388364"/>
                  </a:lnTo>
                  <a:lnTo>
                    <a:pt x="184733" y="1383661"/>
                  </a:lnTo>
                  <a:lnTo>
                    <a:pt x="141285" y="1370175"/>
                  </a:lnTo>
                  <a:lnTo>
                    <a:pt x="101978" y="1348836"/>
                  </a:lnTo>
                  <a:lnTo>
                    <a:pt x="67738" y="1320577"/>
                  </a:lnTo>
                  <a:lnTo>
                    <a:pt x="39493" y="1286329"/>
                  </a:lnTo>
                  <a:lnTo>
                    <a:pt x="18170" y="1247024"/>
                  </a:lnTo>
                  <a:lnTo>
                    <a:pt x="4697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07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130"/>
              </a:spcBef>
            </a:pPr>
            <a:r>
              <a:rPr sz="4600" dirty="0"/>
              <a:t>제조</a:t>
            </a:r>
            <a:r>
              <a:rPr sz="4600" spc="-15" dirty="0"/>
              <a:t> </a:t>
            </a:r>
            <a:r>
              <a:rPr dirty="0"/>
              <a:t>제품의</a:t>
            </a:r>
            <a:r>
              <a:rPr spc="30" dirty="0"/>
              <a:t> </a:t>
            </a:r>
            <a:r>
              <a:rPr dirty="0"/>
              <a:t>생산부터</a:t>
            </a:r>
            <a:r>
              <a:rPr spc="35" dirty="0"/>
              <a:t> </a:t>
            </a:r>
            <a:r>
              <a:rPr dirty="0"/>
              <a:t>판매까지</a:t>
            </a:r>
            <a:r>
              <a:rPr spc="25" dirty="0"/>
              <a:t> </a:t>
            </a:r>
            <a:r>
              <a:rPr dirty="0">
                <a:solidFill>
                  <a:srgbClr val="00AFEF"/>
                </a:solidFill>
              </a:rPr>
              <a:t>생산품질</a:t>
            </a:r>
            <a:r>
              <a:rPr spc="40" dirty="0">
                <a:solidFill>
                  <a:srgbClr val="00AFEF"/>
                </a:solidFill>
              </a:rPr>
              <a:t> </a:t>
            </a:r>
            <a:r>
              <a:rPr dirty="0"/>
              <a:t>및</a:t>
            </a:r>
            <a:r>
              <a:rPr spc="5" dirty="0"/>
              <a:t> </a:t>
            </a:r>
            <a:r>
              <a:rPr dirty="0">
                <a:solidFill>
                  <a:srgbClr val="00AFEF"/>
                </a:solidFill>
              </a:rPr>
              <a:t>공장운영,</a:t>
            </a:r>
            <a:r>
              <a:rPr spc="40" dirty="0">
                <a:solidFill>
                  <a:srgbClr val="00AFEF"/>
                </a:solidFill>
              </a:rPr>
              <a:t> </a:t>
            </a:r>
            <a:r>
              <a:rPr dirty="0">
                <a:solidFill>
                  <a:srgbClr val="00AFEF"/>
                </a:solidFill>
              </a:rPr>
              <a:t>재고제로</a:t>
            </a:r>
            <a:r>
              <a:rPr spc="30" dirty="0">
                <a:solidFill>
                  <a:srgbClr val="00AFEF"/>
                </a:solidFill>
              </a:rPr>
              <a:t> </a:t>
            </a:r>
            <a:r>
              <a:rPr spc="-25" dirty="0">
                <a:solidFill>
                  <a:srgbClr val="00AFEF"/>
                </a:solidFill>
              </a:rPr>
              <a:t>혁신</a:t>
            </a:r>
            <a:endParaRPr sz="4600"/>
          </a:p>
        </p:txBody>
      </p:sp>
      <p:grpSp>
        <p:nvGrpSpPr>
          <p:cNvPr id="10" name="object 10"/>
          <p:cNvGrpSpPr/>
          <p:nvPr/>
        </p:nvGrpSpPr>
        <p:grpSpPr>
          <a:xfrm>
            <a:off x="9263760" y="2023236"/>
            <a:ext cx="6671945" cy="821055"/>
            <a:chOff x="9263760" y="2023236"/>
            <a:chExt cx="6671945" cy="821055"/>
          </a:xfrm>
        </p:grpSpPr>
        <p:sp>
          <p:nvSpPr>
            <p:cNvPr id="11" name="object 11"/>
            <p:cNvSpPr/>
            <p:nvPr/>
          </p:nvSpPr>
          <p:spPr>
            <a:xfrm>
              <a:off x="9276460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4" h="795655">
                  <a:moveTo>
                    <a:pt x="6513830" y="0"/>
                  </a:moveTo>
                  <a:lnTo>
                    <a:pt x="132588" y="0"/>
                  </a:lnTo>
                  <a:lnTo>
                    <a:pt x="90659" y="6766"/>
                  </a:lnTo>
                  <a:lnTo>
                    <a:pt x="54260" y="25603"/>
                  </a:lnTo>
                  <a:lnTo>
                    <a:pt x="25566" y="54315"/>
                  </a:lnTo>
                  <a:lnTo>
                    <a:pt x="6754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54" y="704819"/>
                  </a:lnTo>
                  <a:lnTo>
                    <a:pt x="25566" y="741212"/>
                  </a:lnTo>
                  <a:lnTo>
                    <a:pt x="54260" y="769924"/>
                  </a:lnTo>
                  <a:lnTo>
                    <a:pt x="90659" y="788761"/>
                  </a:lnTo>
                  <a:lnTo>
                    <a:pt x="132588" y="795528"/>
                  </a:lnTo>
                  <a:lnTo>
                    <a:pt x="6513830" y="795528"/>
                  </a:lnTo>
                  <a:lnTo>
                    <a:pt x="6555758" y="788761"/>
                  </a:lnTo>
                  <a:lnTo>
                    <a:pt x="6592157" y="769924"/>
                  </a:lnTo>
                  <a:lnTo>
                    <a:pt x="6620851" y="741212"/>
                  </a:lnTo>
                  <a:lnTo>
                    <a:pt x="6639663" y="704819"/>
                  </a:lnTo>
                  <a:lnTo>
                    <a:pt x="6646418" y="662940"/>
                  </a:lnTo>
                  <a:lnTo>
                    <a:pt x="6646418" y="132588"/>
                  </a:lnTo>
                  <a:lnTo>
                    <a:pt x="6639663" y="90708"/>
                  </a:lnTo>
                  <a:lnTo>
                    <a:pt x="6620851" y="54315"/>
                  </a:lnTo>
                  <a:lnTo>
                    <a:pt x="6592157" y="25603"/>
                  </a:lnTo>
                  <a:lnTo>
                    <a:pt x="6555758" y="6766"/>
                  </a:lnTo>
                  <a:lnTo>
                    <a:pt x="6513830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76460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4" h="795655">
                  <a:moveTo>
                    <a:pt x="0" y="132588"/>
                  </a:moveTo>
                  <a:lnTo>
                    <a:pt x="6754" y="90708"/>
                  </a:lnTo>
                  <a:lnTo>
                    <a:pt x="25566" y="54315"/>
                  </a:lnTo>
                  <a:lnTo>
                    <a:pt x="54260" y="25603"/>
                  </a:lnTo>
                  <a:lnTo>
                    <a:pt x="90659" y="6766"/>
                  </a:lnTo>
                  <a:lnTo>
                    <a:pt x="132588" y="0"/>
                  </a:lnTo>
                  <a:lnTo>
                    <a:pt x="6513830" y="0"/>
                  </a:lnTo>
                  <a:lnTo>
                    <a:pt x="6555758" y="6766"/>
                  </a:lnTo>
                  <a:lnTo>
                    <a:pt x="6592157" y="25603"/>
                  </a:lnTo>
                  <a:lnTo>
                    <a:pt x="6620851" y="54315"/>
                  </a:lnTo>
                  <a:lnTo>
                    <a:pt x="6639663" y="90708"/>
                  </a:lnTo>
                  <a:lnTo>
                    <a:pt x="6646418" y="132588"/>
                  </a:lnTo>
                  <a:lnTo>
                    <a:pt x="6646418" y="662940"/>
                  </a:lnTo>
                  <a:lnTo>
                    <a:pt x="6639663" y="704819"/>
                  </a:lnTo>
                  <a:lnTo>
                    <a:pt x="6620851" y="741212"/>
                  </a:lnTo>
                  <a:lnTo>
                    <a:pt x="6592157" y="769924"/>
                  </a:lnTo>
                  <a:lnTo>
                    <a:pt x="6555758" y="788761"/>
                  </a:lnTo>
                  <a:lnTo>
                    <a:pt x="6513830" y="795528"/>
                  </a:lnTo>
                  <a:lnTo>
                    <a:pt x="132588" y="795528"/>
                  </a:lnTo>
                  <a:lnTo>
                    <a:pt x="90659" y="788761"/>
                  </a:lnTo>
                  <a:lnTo>
                    <a:pt x="54260" y="769924"/>
                  </a:lnTo>
                  <a:lnTo>
                    <a:pt x="25566" y="741212"/>
                  </a:lnTo>
                  <a:lnTo>
                    <a:pt x="6754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9263760" y="2948177"/>
            <a:ext cx="6671945" cy="1414145"/>
            <a:chOff x="9263760" y="2948177"/>
            <a:chExt cx="6671945" cy="1414145"/>
          </a:xfrm>
        </p:grpSpPr>
        <p:sp>
          <p:nvSpPr>
            <p:cNvPr id="14" name="object 14"/>
            <p:cNvSpPr/>
            <p:nvPr/>
          </p:nvSpPr>
          <p:spPr>
            <a:xfrm>
              <a:off x="9276460" y="2960877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4" h="1388745">
                  <a:moveTo>
                    <a:pt x="6415024" y="0"/>
                  </a:moveTo>
                  <a:lnTo>
                    <a:pt x="231394" y="0"/>
                  </a:lnTo>
                  <a:lnTo>
                    <a:pt x="184769" y="4702"/>
                  </a:lnTo>
                  <a:lnTo>
                    <a:pt x="141339" y="18188"/>
                  </a:lnTo>
                  <a:lnTo>
                    <a:pt x="102034" y="39527"/>
                  </a:lnTo>
                  <a:lnTo>
                    <a:pt x="67786" y="67786"/>
                  </a:lnTo>
                  <a:lnTo>
                    <a:pt x="39527" y="102034"/>
                  </a:lnTo>
                  <a:lnTo>
                    <a:pt x="18188" y="141339"/>
                  </a:lnTo>
                  <a:lnTo>
                    <a:pt x="4702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702" y="1203594"/>
                  </a:lnTo>
                  <a:lnTo>
                    <a:pt x="18188" y="1247024"/>
                  </a:lnTo>
                  <a:lnTo>
                    <a:pt x="39527" y="1286329"/>
                  </a:lnTo>
                  <a:lnTo>
                    <a:pt x="67786" y="1320577"/>
                  </a:lnTo>
                  <a:lnTo>
                    <a:pt x="102034" y="1348836"/>
                  </a:lnTo>
                  <a:lnTo>
                    <a:pt x="141339" y="1370175"/>
                  </a:lnTo>
                  <a:lnTo>
                    <a:pt x="184769" y="1383661"/>
                  </a:lnTo>
                  <a:lnTo>
                    <a:pt x="231394" y="1388364"/>
                  </a:lnTo>
                  <a:lnTo>
                    <a:pt x="6415024" y="1388364"/>
                  </a:lnTo>
                  <a:lnTo>
                    <a:pt x="6461684" y="1383661"/>
                  </a:lnTo>
                  <a:lnTo>
                    <a:pt x="6505132" y="1370175"/>
                  </a:lnTo>
                  <a:lnTo>
                    <a:pt x="6544439" y="1348836"/>
                  </a:lnTo>
                  <a:lnTo>
                    <a:pt x="6578679" y="1320577"/>
                  </a:lnTo>
                  <a:lnTo>
                    <a:pt x="6606924" y="1286329"/>
                  </a:lnTo>
                  <a:lnTo>
                    <a:pt x="6628247" y="1247024"/>
                  </a:lnTo>
                  <a:lnTo>
                    <a:pt x="6641720" y="1203594"/>
                  </a:lnTo>
                  <a:lnTo>
                    <a:pt x="6646418" y="1156970"/>
                  </a:lnTo>
                  <a:lnTo>
                    <a:pt x="6646418" y="231394"/>
                  </a:lnTo>
                  <a:lnTo>
                    <a:pt x="6641720" y="184769"/>
                  </a:lnTo>
                  <a:lnTo>
                    <a:pt x="6628247" y="141339"/>
                  </a:lnTo>
                  <a:lnTo>
                    <a:pt x="6606924" y="102034"/>
                  </a:lnTo>
                  <a:lnTo>
                    <a:pt x="6578679" y="67786"/>
                  </a:lnTo>
                  <a:lnTo>
                    <a:pt x="6544439" y="39527"/>
                  </a:lnTo>
                  <a:lnTo>
                    <a:pt x="6505132" y="18188"/>
                  </a:lnTo>
                  <a:lnTo>
                    <a:pt x="6461684" y="4702"/>
                  </a:lnTo>
                  <a:lnTo>
                    <a:pt x="6415024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276460" y="2960877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4" h="1388745">
                  <a:moveTo>
                    <a:pt x="0" y="231394"/>
                  </a:moveTo>
                  <a:lnTo>
                    <a:pt x="4702" y="184769"/>
                  </a:lnTo>
                  <a:lnTo>
                    <a:pt x="18188" y="141339"/>
                  </a:lnTo>
                  <a:lnTo>
                    <a:pt x="39527" y="102034"/>
                  </a:lnTo>
                  <a:lnTo>
                    <a:pt x="67786" y="67786"/>
                  </a:lnTo>
                  <a:lnTo>
                    <a:pt x="102034" y="39527"/>
                  </a:lnTo>
                  <a:lnTo>
                    <a:pt x="141339" y="18188"/>
                  </a:lnTo>
                  <a:lnTo>
                    <a:pt x="184769" y="4702"/>
                  </a:lnTo>
                  <a:lnTo>
                    <a:pt x="231394" y="0"/>
                  </a:lnTo>
                  <a:lnTo>
                    <a:pt x="6415024" y="0"/>
                  </a:lnTo>
                  <a:lnTo>
                    <a:pt x="6461684" y="4702"/>
                  </a:lnTo>
                  <a:lnTo>
                    <a:pt x="6505132" y="18188"/>
                  </a:lnTo>
                  <a:lnTo>
                    <a:pt x="6544439" y="39527"/>
                  </a:lnTo>
                  <a:lnTo>
                    <a:pt x="6578679" y="67786"/>
                  </a:lnTo>
                  <a:lnTo>
                    <a:pt x="6606924" y="102034"/>
                  </a:lnTo>
                  <a:lnTo>
                    <a:pt x="6628247" y="141339"/>
                  </a:lnTo>
                  <a:lnTo>
                    <a:pt x="6641720" y="184769"/>
                  </a:lnTo>
                  <a:lnTo>
                    <a:pt x="6646418" y="231394"/>
                  </a:lnTo>
                  <a:lnTo>
                    <a:pt x="6646418" y="1156970"/>
                  </a:lnTo>
                  <a:lnTo>
                    <a:pt x="6641720" y="1203594"/>
                  </a:lnTo>
                  <a:lnTo>
                    <a:pt x="6628247" y="1247024"/>
                  </a:lnTo>
                  <a:lnTo>
                    <a:pt x="6606924" y="1286329"/>
                  </a:lnTo>
                  <a:lnTo>
                    <a:pt x="6578679" y="1320577"/>
                  </a:lnTo>
                  <a:lnTo>
                    <a:pt x="6544439" y="1348836"/>
                  </a:lnTo>
                  <a:lnTo>
                    <a:pt x="6505132" y="1370175"/>
                  </a:lnTo>
                  <a:lnTo>
                    <a:pt x="6461684" y="1383661"/>
                  </a:lnTo>
                  <a:lnTo>
                    <a:pt x="6415024" y="1388364"/>
                  </a:lnTo>
                  <a:lnTo>
                    <a:pt x="231394" y="1388364"/>
                  </a:lnTo>
                  <a:lnTo>
                    <a:pt x="184769" y="1383661"/>
                  </a:lnTo>
                  <a:lnTo>
                    <a:pt x="141339" y="1370175"/>
                  </a:lnTo>
                  <a:lnTo>
                    <a:pt x="102034" y="1348836"/>
                  </a:lnTo>
                  <a:lnTo>
                    <a:pt x="67786" y="1320577"/>
                  </a:lnTo>
                  <a:lnTo>
                    <a:pt x="39527" y="1286329"/>
                  </a:lnTo>
                  <a:lnTo>
                    <a:pt x="18188" y="1247024"/>
                  </a:lnTo>
                  <a:lnTo>
                    <a:pt x="4702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629393" y="2083130"/>
            <a:ext cx="5935980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" algn="ctr">
              <a:lnSpc>
                <a:spcPct val="100000"/>
              </a:lnSpc>
              <a:spcBef>
                <a:spcPts val="100"/>
              </a:spcBef>
            </a:pPr>
            <a:r>
              <a:rPr sz="2450" b="1" spc="-20" dirty="0">
                <a:solidFill>
                  <a:srgbClr val="FFFFFF"/>
                </a:solidFill>
                <a:latin typeface="Malgun Gothic"/>
                <a:cs typeface="Malgun Gothic"/>
              </a:rPr>
              <a:t>End-</a:t>
            </a:r>
            <a:r>
              <a:rPr sz="2450" b="1" spc="-10" dirty="0">
                <a:solidFill>
                  <a:srgbClr val="FFFFFF"/>
                </a:solidFill>
                <a:latin typeface="Malgun Gothic"/>
                <a:cs typeface="Malgun Gothic"/>
              </a:rPr>
              <a:t>to-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end</a:t>
            </a:r>
            <a:r>
              <a:rPr sz="245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공급망</a:t>
            </a:r>
            <a:r>
              <a:rPr sz="245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구축</a:t>
            </a:r>
            <a:endParaRPr sz="2450">
              <a:latin typeface="Malgun Gothic"/>
              <a:cs typeface="Malgun Gothic"/>
            </a:endParaRPr>
          </a:p>
          <a:p>
            <a:pPr marL="3175" algn="ctr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(Build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an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End-to-end</a:t>
            </a:r>
            <a:r>
              <a:rPr sz="19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Connected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Supply</a:t>
            </a:r>
            <a:r>
              <a:rPr sz="19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Chain)</a:t>
            </a:r>
            <a:endParaRPr sz="1900">
              <a:latin typeface="Malgun Gothic"/>
              <a:cs typeface="Malgun Gothic"/>
            </a:endParaRPr>
          </a:p>
          <a:p>
            <a:pPr marL="12700" marR="5080">
              <a:lnSpc>
                <a:spcPct val="100200"/>
              </a:lnSpc>
              <a:spcBef>
                <a:spcPts val="2210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생산공장과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창고운영에서부터</a:t>
            </a:r>
            <a:r>
              <a:rPr sz="1900" b="1" spc="-4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유통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및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운송에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이르기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까지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공급망을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실시간으로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파악하고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상품,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사람,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자산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및 이벤트에</a:t>
            </a:r>
            <a:r>
              <a:rPr sz="1900" b="1" spc="-4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대한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추적성과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가시성을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개선하여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재고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제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로</a:t>
            </a:r>
            <a:r>
              <a:rPr sz="1900" b="1" spc="-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혁신을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선도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합니다.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905254" y="2023236"/>
            <a:ext cx="6671945" cy="821055"/>
            <a:chOff x="1905254" y="2023236"/>
            <a:chExt cx="6671945" cy="821055"/>
          </a:xfrm>
        </p:grpSpPr>
        <p:sp>
          <p:nvSpPr>
            <p:cNvPr id="18" name="object 18"/>
            <p:cNvSpPr/>
            <p:nvPr/>
          </p:nvSpPr>
          <p:spPr>
            <a:xfrm>
              <a:off x="1917954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5" h="795655">
                  <a:moveTo>
                    <a:pt x="6513830" y="0"/>
                  </a:moveTo>
                  <a:lnTo>
                    <a:pt x="132587" y="0"/>
                  </a:lnTo>
                  <a:lnTo>
                    <a:pt x="90659" y="6766"/>
                  </a:lnTo>
                  <a:lnTo>
                    <a:pt x="54260" y="25603"/>
                  </a:lnTo>
                  <a:lnTo>
                    <a:pt x="25566" y="54315"/>
                  </a:lnTo>
                  <a:lnTo>
                    <a:pt x="6754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54" y="704819"/>
                  </a:lnTo>
                  <a:lnTo>
                    <a:pt x="25566" y="741212"/>
                  </a:lnTo>
                  <a:lnTo>
                    <a:pt x="54260" y="769924"/>
                  </a:lnTo>
                  <a:lnTo>
                    <a:pt x="90659" y="788761"/>
                  </a:lnTo>
                  <a:lnTo>
                    <a:pt x="132587" y="795528"/>
                  </a:lnTo>
                  <a:lnTo>
                    <a:pt x="6513830" y="795528"/>
                  </a:lnTo>
                  <a:lnTo>
                    <a:pt x="6555758" y="788761"/>
                  </a:lnTo>
                  <a:lnTo>
                    <a:pt x="6592157" y="769924"/>
                  </a:lnTo>
                  <a:lnTo>
                    <a:pt x="6620851" y="741212"/>
                  </a:lnTo>
                  <a:lnTo>
                    <a:pt x="6639663" y="704819"/>
                  </a:lnTo>
                  <a:lnTo>
                    <a:pt x="6646418" y="662940"/>
                  </a:lnTo>
                  <a:lnTo>
                    <a:pt x="6646418" y="132588"/>
                  </a:lnTo>
                  <a:lnTo>
                    <a:pt x="6639663" y="90708"/>
                  </a:lnTo>
                  <a:lnTo>
                    <a:pt x="6620851" y="54315"/>
                  </a:lnTo>
                  <a:lnTo>
                    <a:pt x="6592157" y="25603"/>
                  </a:lnTo>
                  <a:lnTo>
                    <a:pt x="6555758" y="6766"/>
                  </a:lnTo>
                  <a:lnTo>
                    <a:pt x="6513830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17954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5" h="795655">
                  <a:moveTo>
                    <a:pt x="0" y="132588"/>
                  </a:moveTo>
                  <a:lnTo>
                    <a:pt x="6754" y="90708"/>
                  </a:lnTo>
                  <a:lnTo>
                    <a:pt x="25566" y="54315"/>
                  </a:lnTo>
                  <a:lnTo>
                    <a:pt x="54260" y="25603"/>
                  </a:lnTo>
                  <a:lnTo>
                    <a:pt x="90659" y="6766"/>
                  </a:lnTo>
                  <a:lnTo>
                    <a:pt x="132587" y="0"/>
                  </a:lnTo>
                  <a:lnTo>
                    <a:pt x="6513830" y="0"/>
                  </a:lnTo>
                  <a:lnTo>
                    <a:pt x="6555758" y="6766"/>
                  </a:lnTo>
                  <a:lnTo>
                    <a:pt x="6592157" y="25603"/>
                  </a:lnTo>
                  <a:lnTo>
                    <a:pt x="6620851" y="54315"/>
                  </a:lnTo>
                  <a:lnTo>
                    <a:pt x="6639663" y="90708"/>
                  </a:lnTo>
                  <a:lnTo>
                    <a:pt x="6646418" y="132588"/>
                  </a:lnTo>
                  <a:lnTo>
                    <a:pt x="6646418" y="662940"/>
                  </a:lnTo>
                  <a:lnTo>
                    <a:pt x="6639663" y="704819"/>
                  </a:lnTo>
                  <a:lnTo>
                    <a:pt x="6620851" y="741212"/>
                  </a:lnTo>
                  <a:lnTo>
                    <a:pt x="6592157" y="769924"/>
                  </a:lnTo>
                  <a:lnTo>
                    <a:pt x="6555758" y="788761"/>
                  </a:lnTo>
                  <a:lnTo>
                    <a:pt x="6513830" y="795528"/>
                  </a:lnTo>
                  <a:lnTo>
                    <a:pt x="132587" y="795528"/>
                  </a:lnTo>
                  <a:lnTo>
                    <a:pt x="90659" y="788761"/>
                  </a:lnTo>
                  <a:lnTo>
                    <a:pt x="54260" y="769924"/>
                  </a:lnTo>
                  <a:lnTo>
                    <a:pt x="25566" y="741212"/>
                  </a:lnTo>
                  <a:lnTo>
                    <a:pt x="6754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260219" y="2083130"/>
            <a:ext cx="5962015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생산품질</a:t>
            </a:r>
            <a:r>
              <a:rPr sz="245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2450" b="1" spc="-10" dirty="0">
                <a:solidFill>
                  <a:srgbClr val="FFFFFF"/>
                </a:solidFill>
                <a:latin typeface="Malgun Gothic"/>
                <a:cs typeface="Malgun Gothic"/>
              </a:rPr>
              <a:t> 공장운영개선</a:t>
            </a:r>
            <a:endParaRPr sz="2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</a:t>
            </a:r>
            <a:r>
              <a:rPr sz="1750" b="1" dirty="0">
                <a:solidFill>
                  <a:srgbClr val="FFFFFF"/>
                </a:solidFill>
                <a:latin typeface="Malgun Gothic"/>
                <a:cs typeface="Malgun Gothic"/>
              </a:rPr>
              <a:t>Boost</a:t>
            </a:r>
            <a:r>
              <a:rPr sz="175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FFFF"/>
                </a:solidFill>
                <a:latin typeface="Malgun Gothic"/>
                <a:cs typeface="Malgun Gothic"/>
              </a:rPr>
              <a:t>Product</a:t>
            </a:r>
            <a:r>
              <a:rPr sz="1750" b="1" spc="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FFFF"/>
                </a:solidFill>
                <a:latin typeface="Malgun Gothic"/>
                <a:cs typeface="Malgun Gothic"/>
              </a:rPr>
              <a:t>Quality</a:t>
            </a:r>
            <a:r>
              <a:rPr sz="1750" b="1" spc="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FFFF"/>
                </a:solidFill>
                <a:latin typeface="Malgun Gothic"/>
                <a:cs typeface="Malgun Gothic"/>
              </a:rPr>
              <a:t>and</a:t>
            </a:r>
            <a:r>
              <a:rPr sz="1750" b="1" spc="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50" b="1" dirty="0">
                <a:solidFill>
                  <a:srgbClr val="FFFFFF"/>
                </a:solidFill>
                <a:latin typeface="Malgun Gothic"/>
                <a:cs typeface="Malgun Gothic"/>
              </a:rPr>
              <a:t>Manufacturing</a:t>
            </a:r>
            <a:r>
              <a:rPr sz="1750" b="1" spc="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750" b="1" spc="-10" dirty="0">
                <a:solidFill>
                  <a:srgbClr val="FFFFFF"/>
                </a:solidFill>
                <a:latin typeface="Malgun Gothic"/>
                <a:cs typeface="Malgun Gothic"/>
              </a:rPr>
              <a:t>Operations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)</a:t>
            </a:r>
            <a:endParaRPr sz="1900">
              <a:latin typeface="Malgun Gothic"/>
              <a:cs typeface="Malgun Gothic"/>
            </a:endParaRPr>
          </a:p>
          <a:p>
            <a:pPr marL="22225" marR="104139">
              <a:lnSpc>
                <a:spcPct val="100200"/>
              </a:lnSpc>
              <a:spcBef>
                <a:spcPts val="2210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SCM,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ERP,</a:t>
            </a:r>
            <a:r>
              <a:rPr sz="1900" b="1" spc="-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IoT 디바이스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및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시스템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전반의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사일로를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허물고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데이터의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실시간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통합으로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생산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수율을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높이고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폐기물을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줄여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최종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제품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품질을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개선하고,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장비의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고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장/다운타임/유지보수</a:t>
            </a:r>
            <a:r>
              <a:rPr sz="1900" b="1" spc="-9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문제를</a:t>
            </a:r>
            <a:r>
              <a:rPr sz="1900" b="1" spc="-6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예측합니다.</a:t>
            </a:r>
            <a:endParaRPr sz="1900">
              <a:latin typeface="Malgun Gothic"/>
              <a:cs typeface="Malgun Gothic"/>
            </a:endParaRPr>
          </a:p>
        </p:txBody>
      </p: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92919" y="5895582"/>
            <a:ext cx="2141888" cy="2536242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0261472" y="5231383"/>
            <a:ext cx="2446020" cy="3987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0" dirty="0">
                <a:latin typeface="Malgun Gothic Semilight"/>
                <a:cs typeface="Malgun Gothic Semilight"/>
              </a:rPr>
              <a:t>Machine</a:t>
            </a:r>
            <a:r>
              <a:rPr sz="2450" b="0" spc="-90" dirty="0">
                <a:latin typeface="Malgun Gothic Semilight"/>
                <a:cs typeface="Malgun Gothic Semilight"/>
              </a:rPr>
              <a:t> </a:t>
            </a:r>
            <a:r>
              <a:rPr sz="2450" b="0" spc="-10" dirty="0">
                <a:latin typeface="Malgun Gothic Semilight"/>
                <a:cs typeface="Malgun Gothic Semilight"/>
              </a:rPr>
              <a:t>Learning</a:t>
            </a:r>
            <a:endParaRPr sz="2450">
              <a:latin typeface="Malgun Gothic Semilight"/>
              <a:cs typeface="Malgun Gothic Semilight"/>
            </a:endParaRPr>
          </a:p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310108" y="5219446"/>
            <a:ext cx="2253107" cy="3518789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324852" y="5219319"/>
            <a:ext cx="2977388" cy="3358641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254" y="2952876"/>
            <a:ext cx="6671945" cy="1414145"/>
            <a:chOff x="1905254" y="2952876"/>
            <a:chExt cx="6671945" cy="1414145"/>
          </a:xfrm>
        </p:grpSpPr>
        <p:sp>
          <p:nvSpPr>
            <p:cNvPr id="3" name="object 3"/>
            <p:cNvSpPr/>
            <p:nvPr/>
          </p:nvSpPr>
          <p:spPr>
            <a:xfrm>
              <a:off x="1917954" y="2965576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5" h="1388745">
                  <a:moveTo>
                    <a:pt x="6415024" y="0"/>
                  </a:moveTo>
                  <a:lnTo>
                    <a:pt x="231394" y="0"/>
                  </a:lnTo>
                  <a:lnTo>
                    <a:pt x="184733" y="4702"/>
                  </a:lnTo>
                  <a:lnTo>
                    <a:pt x="141285" y="18188"/>
                  </a:lnTo>
                  <a:lnTo>
                    <a:pt x="101978" y="39527"/>
                  </a:lnTo>
                  <a:lnTo>
                    <a:pt x="67738" y="67786"/>
                  </a:lnTo>
                  <a:lnTo>
                    <a:pt x="39493" y="102034"/>
                  </a:lnTo>
                  <a:lnTo>
                    <a:pt x="18170" y="141339"/>
                  </a:lnTo>
                  <a:lnTo>
                    <a:pt x="4697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697" y="1203594"/>
                  </a:lnTo>
                  <a:lnTo>
                    <a:pt x="18170" y="1247024"/>
                  </a:lnTo>
                  <a:lnTo>
                    <a:pt x="39493" y="1286329"/>
                  </a:lnTo>
                  <a:lnTo>
                    <a:pt x="67738" y="1320577"/>
                  </a:lnTo>
                  <a:lnTo>
                    <a:pt x="101978" y="1348836"/>
                  </a:lnTo>
                  <a:lnTo>
                    <a:pt x="141285" y="1370175"/>
                  </a:lnTo>
                  <a:lnTo>
                    <a:pt x="184733" y="1383661"/>
                  </a:lnTo>
                  <a:lnTo>
                    <a:pt x="231394" y="1388364"/>
                  </a:lnTo>
                  <a:lnTo>
                    <a:pt x="6415024" y="1388364"/>
                  </a:lnTo>
                  <a:lnTo>
                    <a:pt x="6461648" y="1383661"/>
                  </a:lnTo>
                  <a:lnTo>
                    <a:pt x="6505078" y="1370175"/>
                  </a:lnTo>
                  <a:lnTo>
                    <a:pt x="6544383" y="1348836"/>
                  </a:lnTo>
                  <a:lnTo>
                    <a:pt x="6578631" y="1320577"/>
                  </a:lnTo>
                  <a:lnTo>
                    <a:pt x="6606890" y="1286329"/>
                  </a:lnTo>
                  <a:lnTo>
                    <a:pt x="6628229" y="1247024"/>
                  </a:lnTo>
                  <a:lnTo>
                    <a:pt x="6641715" y="1203594"/>
                  </a:lnTo>
                  <a:lnTo>
                    <a:pt x="6646418" y="1156970"/>
                  </a:lnTo>
                  <a:lnTo>
                    <a:pt x="6646418" y="231394"/>
                  </a:lnTo>
                  <a:lnTo>
                    <a:pt x="6641715" y="184769"/>
                  </a:lnTo>
                  <a:lnTo>
                    <a:pt x="6628229" y="141339"/>
                  </a:lnTo>
                  <a:lnTo>
                    <a:pt x="6606890" y="102034"/>
                  </a:lnTo>
                  <a:lnTo>
                    <a:pt x="6578631" y="67786"/>
                  </a:lnTo>
                  <a:lnTo>
                    <a:pt x="6544383" y="39527"/>
                  </a:lnTo>
                  <a:lnTo>
                    <a:pt x="6505078" y="18188"/>
                  </a:lnTo>
                  <a:lnTo>
                    <a:pt x="6461648" y="4702"/>
                  </a:lnTo>
                  <a:lnTo>
                    <a:pt x="6415024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17954" y="2965576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5" h="1388745">
                  <a:moveTo>
                    <a:pt x="0" y="231394"/>
                  </a:moveTo>
                  <a:lnTo>
                    <a:pt x="4697" y="184769"/>
                  </a:lnTo>
                  <a:lnTo>
                    <a:pt x="18170" y="141339"/>
                  </a:lnTo>
                  <a:lnTo>
                    <a:pt x="39493" y="102034"/>
                  </a:lnTo>
                  <a:lnTo>
                    <a:pt x="67738" y="67786"/>
                  </a:lnTo>
                  <a:lnTo>
                    <a:pt x="101978" y="39527"/>
                  </a:lnTo>
                  <a:lnTo>
                    <a:pt x="141285" y="18188"/>
                  </a:lnTo>
                  <a:lnTo>
                    <a:pt x="184733" y="4702"/>
                  </a:lnTo>
                  <a:lnTo>
                    <a:pt x="231394" y="0"/>
                  </a:lnTo>
                  <a:lnTo>
                    <a:pt x="6415024" y="0"/>
                  </a:lnTo>
                  <a:lnTo>
                    <a:pt x="6461648" y="4702"/>
                  </a:lnTo>
                  <a:lnTo>
                    <a:pt x="6505078" y="18188"/>
                  </a:lnTo>
                  <a:lnTo>
                    <a:pt x="6544383" y="39527"/>
                  </a:lnTo>
                  <a:lnTo>
                    <a:pt x="6578631" y="67786"/>
                  </a:lnTo>
                  <a:lnTo>
                    <a:pt x="6606890" y="102034"/>
                  </a:lnTo>
                  <a:lnTo>
                    <a:pt x="6628229" y="141339"/>
                  </a:lnTo>
                  <a:lnTo>
                    <a:pt x="6641715" y="184769"/>
                  </a:lnTo>
                  <a:lnTo>
                    <a:pt x="6646418" y="231394"/>
                  </a:lnTo>
                  <a:lnTo>
                    <a:pt x="6646418" y="1156970"/>
                  </a:lnTo>
                  <a:lnTo>
                    <a:pt x="6641715" y="1203594"/>
                  </a:lnTo>
                  <a:lnTo>
                    <a:pt x="6628229" y="1247024"/>
                  </a:lnTo>
                  <a:lnTo>
                    <a:pt x="6606890" y="1286329"/>
                  </a:lnTo>
                  <a:lnTo>
                    <a:pt x="6578631" y="1320577"/>
                  </a:lnTo>
                  <a:lnTo>
                    <a:pt x="6544383" y="1348836"/>
                  </a:lnTo>
                  <a:lnTo>
                    <a:pt x="6505078" y="1370175"/>
                  </a:lnTo>
                  <a:lnTo>
                    <a:pt x="6461648" y="1383661"/>
                  </a:lnTo>
                  <a:lnTo>
                    <a:pt x="6415024" y="1388364"/>
                  </a:lnTo>
                  <a:lnTo>
                    <a:pt x="231394" y="1388364"/>
                  </a:lnTo>
                  <a:lnTo>
                    <a:pt x="184733" y="1383661"/>
                  </a:lnTo>
                  <a:lnTo>
                    <a:pt x="141285" y="1370175"/>
                  </a:lnTo>
                  <a:lnTo>
                    <a:pt x="101978" y="1348836"/>
                  </a:lnTo>
                  <a:lnTo>
                    <a:pt x="67738" y="1320577"/>
                  </a:lnTo>
                  <a:lnTo>
                    <a:pt x="39493" y="1286329"/>
                  </a:lnTo>
                  <a:lnTo>
                    <a:pt x="18170" y="1247024"/>
                  </a:lnTo>
                  <a:lnTo>
                    <a:pt x="4697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751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전자상거래&amp;리테일</a:t>
            </a:r>
            <a:r>
              <a:rPr sz="3400" dirty="0"/>
              <a:t>신규고객</a:t>
            </a:r>
            <a:r>
              <a:rPr sz="3400" spc="-90" dirty="0"/>
              <a:t> </a:t>
            </a:r>
            <a:r>
              <a:rPr sz="3400" dirty="0"/>
              <a:t>유치,</a:t>
            </a:r>
            <a:r>
              <a:rPr sz="3400" spc="-85" dirty="0"/>
              <a:t> </a:t>
            </a:r>
            <a:r>
              <a:rPr sz="3400" dirty="0"/>
              <a:t>이탈을</a:t>
            </a:r>
            <a:r>
              <a:rPr sz="3400" spc="-85" dirty="0"/>
              <a:t> </a:t>
            </a:r>
            <a:r>
              <a:rPr sz="3400" dirty="0"/>
              <a:t>막기</a:t>
            </a:r>
            <a:r>
              <a:rPr sz="3400" spc="-90" dirty="0"/>
              <a:t> </a:t>
            </a:r>
            <a:r>
              <a:rPr sz="3400" dirty="0"/>
              <a:t>위한</a:t>
            </a:r>
            <a:r>
              <a:rPr sz="3400" spc="-95" dirty="0"/>
              <a:t> </a:t>
            </a:r>
            <a:r>
              <a:rPr sz="3400" dirty="0">
                <a:solidFill>
                  <a:srgbClr val="00AFEF"/>
                </a:solidFill>
              </a:rPr>
              <a:t>맞춤형</a:t>
            </a:r>
            <a:r>
              <a:rPr sz="3400" spc="-85" dirty="0">
                <a:solidFill>
                  <a:srgbClr val="00AFEF"/>
                </a:solidFill>
              </a:rPr>
              <a:t> </a:t>
            </a:r>
            <a:r>
              <a:rPr sz="3400" dirty="0">
                <a:solidFill>
                  <a:srgbClr val="00AFEF"/>
                </a:solidFill>
              </a:rPr>
              <a:t>추천,</a:t>
            </a:r>
            <a:r>
              <a:rPr sz="3400" spc="-95" dirty="0">
                <a:solidFill>
                  <a:srgbClr val="00AFEF"/>
                </a:solidFill>
              </a:rPr>
              <a:t> </a:t>
            </a:r>
            <a:r>
              <a:rPr sz="3400" dirty="0">
                <a:solidFill>
                  <a:srgbClr val="00AFEF"/>
                </a:solidFill>
              </a:rPr>
              <a:t>Customer</a:t>
            </a:r>
            <a:r>
              <a:rPr sz="3400" spc="-65" dirty="0">
                <a:solidFill>
                  <a:srgbClr val="00AFEF"/>
                </a:solidFill>
              </a:rPr>
              <a:t> </a:t>
            </a:r>
            <a:r>
              <a:rPr sz="3400" spc="-25" dirty="0">
                <a:solidFill>
                  <a:srgbClr val="00AFEF"/>
                </a:solidFill>
              </a:rPr>
              <a:t>360</a:t>
            </a:r>
            <a:endParaRPr sz="3400"/>
          </a:p>
        </p:txBody>
      </p:sp>
      <p:grpSp>
        <p:nvGrpSpPr>
          <p:cNvPr id="6" name="object 6"/>
          <p:cNvGrpSpPr/>
          <p:nvPr/>
        </p:nvGrpSpPr>
        <p:grpSpPr>
          <a:xfrm>
            <a:off x="9277350" y="2023236"/>
            <a:ext cx="6671945" cy="821055"/>
            <a:chOff x="9277350" y="2023236"/>
            <a:chExt cx="6671945" cy="821055"/>
          </a:xfrm>
        </p:grpSpPr>
        <p:sp>
          <p:nvSpPr>
            <p:cNvPr id="7" name="object 7"/>
            <p:cNvSpPr/>
            <p:nvPr/>
          </p:nvSpPr>
          <p:spPr>
            <a:xfrm>
              <a:off x="9290050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4" h="795655">
                  <a:moveTo>
                    <a:pt x="6513957" y="0"/>
                  </a:moveTo>
                  <a:lnTo>
                    <a:pt x="132588" y="0"/>
                  </a:lnTo>
                  <a:lnTo>
                    <a:pt x="90708" y="6766"/>
                  </a:lnTo>
                  <a:lnTo>
                    <a:pt x="54315" y="25603"/>
                  </a:lnTo>
                  <a:lnTo>
                    <a:pt x="25603" y="54315"/>
                  </a:lnTo>
                  <a:lnTo>
                    <a:pt x="6766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66" y="704819"/>
                  </a:lnTo>
                  <a:lnTo>
                    <a:pt x="25603" y="741212"/>
                  </a:lnTo>
                  <a:lnTo>
                    <a:pt x="54315" y="769924"/>
                  </a:lnTo>
                  <a:lnTo>
                    <a:pt x="90708" y="788761"/>
                  </a:lnTo>
                  <a:lnTo>
                    <a:pt x="132588" y="795528"/>
                  </a:lnTo>
                  <a:lnTo>
                    <a:pt x="6513957" y="795528"/>
                  </a:lnTo>
                  <a:lnTo>
                    <a:pt x="6555836" y="788761"/>
                  </a:lnTo>
                  <a:lnTo>
                    <a:pt x="6592229" y="769924"/>
                  </a:lnTo>
                  <a:lnTo>
                    <a:pt x="6620941" y="741212"/>
                  </a:lnTo>
                  <a:lnTo>
                    <a:pt x="6639778" y="704819"/>
                  </a:lnTo>
                  <a:lnTo>
                    <a:pt x="6646544" y="662940"/>
                  </a:lnTo>
                  <a:lnTo>
                    <a:pt x="6646544" y="132588"/>
                  </a:lnTo>
                  <a:lnTo>
                    <a:pt x="6639778" y="90708"/>
                  </a:lnTo>
                  <a:lnTo>
                    <a:pt x="6620941" y="54315"/>
                  </a:lnTo>
                  <a:lnTo>
                    <a:pt x="6592229" y="25603"/>
                  </a:lnTo>
                  <a:lnTo>
                    <a:pt x="6555836" y="6766"/>
                  </a:lnTo>
                  <a:lnTo>
                    <a:pt x="6513957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90050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4" h="795655">
                  <a:moveTo>
                    <a:pt x="0" y="132588"/>
                  </a:moveTo>
                  <a:lnTo>
                    <a:pt x="6766" y="90708"/>
                  </a:lnTo>
                  <a:lnTo>
                    <a:pt x="25603" y="54315"/>
                  </a:lnTo>
                  <a:lnTo>
                    <a:pt x="54315" y="25603"/>
                  </a:lnTo>
                  <a:lnTo>
                    <a:pt x="90708" y="6766"/>
                  </a:lnTo>
                  <a:lnTo>
                    <a:pt x="132588" y="0"/>
                  </a:lnTo>
                  <a:lnTo>
                    <a:pt x="6513957" y="0"/>
                  </a:lnTo>
                  <a:lnTo>
                    <a:pt x="6555836" y="6766"/>
                  </a:lnTo>
                  <a:lnTo>
                    <a:pt x="6592229" y="25603"/>
                  </a:lnTo>
                  <a:lnTo>
                    <a:pt x="6620941" y="54315"/>
                  </a:lnTo>
                  <a:lnTo>
                    <a:pt x="6639778" y="90708"/>
                  </a:lnTo>
                  <a:lnTo>
                    <a:pt x="6646544" y="132588"/>
                  </a:lnTo>
                  <a:lnTo>
                    <a:pt x="6646544" y="662940"/>
                  </a:lnTo>
                  <a:lnTo>
                    <a:pt x="6639778" y="704819"/>
                  </a:lnTo>
                  <a:lnTo>
                    <a:pt x="6620941" y="741212"/>
                  </a:lnTo>
                  <a:lnTo>
                    <a:pt x="6592229" y="769924"/>
                  </a:lnTo>
                  <a:lnTo>
                    <a:pt x="6555836" y="788761"/>
                  </a:lnTo>
                  <a:lnTo>
                    <a:pt x="6513957" y="795528"/>
                  </a:lnTo>
                  <a:lnTo>
                    <a:pt x="132588" y="795528"/>
                  </a:lnTo>
                  <a:lnTo>
                    <a:pt x="90708" y="788761"/>
                  </a:lnTo>
                  <a:lnTo>
                    <a:pt x="54315" y="769924"/>
                  </a:lnTo>
                  <a:lnTo>
                    <a:pt x="25603" y="741212"/>
                  </a:lnTo>
                  <a:lnTo>
                    <a:pt x="6766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277350" y="2948177"/>
            <a:ext cx="6671945" cy="1414145"/>
            <a:chOff x="9277350" y="2948177"/>
            <a:chExt cx="6671945" cy="1414145"/>
          </a:xfrm>
        </p:grpSpPr>
        <p:sp>
          <p:nvSpPr>
            <p:cNvPr id="10" name="object 10"/>
            <p:cNvSpPr/>
            <p:nvPr/>
          </p:nvSpPr>
          <p:spPr>
            <a:xfrm>
              <a:off x="9290050" y="2960877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4" h="1388745">
                  <a:moveTo>
                    <a:pt x="6415151" y="0"/>
                  </a:moveTo>
                  <a:lnTo>
                    <a:pt x="231394" y="0"/>
                  </a:lnTo>
                  <a:lnTo>
                    <a:pt x="184769" y="4702"/>
                  </a:lnTo>
                  <a:lnTo>
                    <a:pt x="141339" y="18188"/>
                  </a:lnTo>
                  <a:lnTo>
                    <a:pt x="102034" y="39527"/>
                  </a:lnTo>
                  <a:lnTo>
                    <a:pt x="67786" y="67786"/>
                  </a:lnTo>
                  <a:lnTo>
                    <a:pt x="39527" y="102034"/>
                  </a:lnTo>
                  <a:lnTo>
                    <a:pt x="18188" y="141339"/>
                  </a:lnTo>
                  <a:lnTo>
                    <a:pt x="4702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702" y="1203594"/>
                  </a:lnTo>
                  <a:lnTo>
                    <a:pt x="18188" y="1247024"/>
                  </a:lnTo>
                  <a:lnTo>
                    <a:pt x="39527" y="1286329"/>
                  </a:lnTo>
                  <a:lnTo>
                    <a:pt x="67786" y="1320577"/>
                  </a:lnTo>
                  <a:lnTo>
                    <a:pt x="102034" y="1348836"/>
                  </a:lnTo>
                  <a:lnTo>
                    <a:pt x="141339" y="1370175"/>
                  </a:lnTo>
                  <a:lnTo>
                    <a:pt x="184769" y="1383661"/>
                  </a:lnTo>
                  <a:lnTo>
                    <a:pt x="231394" y="1388364"/>
                  </a:lnTo>
                  <a:lnTo>
                    <a:pt x="6415151" y="1388364"/>
                  </a:lnTo>
                  <a:lnTo>
                    <a:pt x="6461775" y="1383661"/>
                  </a:lnTo>
                  <a:lnTo>
                    <a:pt x="6505205" y="1370175"/>
                  </a:lnTo>
                  <a:lnTo>
                    <a:pt x="6544510" y="1348836"/>
                  </a:lnTo>
                  <a:lnTo>
                    <a:pt x="6578758" y="1320577"/>
                  </a:lnTo>
                  <a:lnTo>
                    <a:pt x="6607017" y="1286329"/>
                  </a:lnTo>
                  <a:lnTo>
                    <a:pt x="6628356" y="1247024"/>
                  </a:lnTo>
                  <a:lnTo>
                    <a:pt x="6641842" y="1203594"/>
                  </a:lnTo>
                  <a:lnTo>
                    <a:pt x="6646544" y="1156970"/>
                  </a:lnTo>
                  <a:lnTo>
                    <a:pt x="6646544" y="231394"/>
                  </a:lnTo>
                  <a:lnTo>
                    <a:pt x="6641842" y="184769"/>
                  </a:lnTo>
                  <a:lnTo>
                    <a:pt x="6628356" y="141339"/>
                  </a:lnTo>
                  <a:lnTo>
                    <a:pt x="6607017" y="102034"/>
                  </a:lnTo>
                  <a:lnTo>
                    <a:pt x="6578758" y="67786"/>
                  </a:lnTo>
                  <a:lnTo>
                    <a:pt x="6544510" y="39527"/>
                  </a:lnTo>
                  <a:lnTo>
                    <a:pt x="6505205" y="18188"/>
                  </a:lnTo>
                  <a:lnTo>
                    <a:pt x="6461775" y="4702"/>
                  </a:lnTo>
                  <a:lnTo>
                    <a:pt x="6415151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90050" y="2960877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4" h="1388745">
                  <a:moveTo>
                    <a:pt x="0" y="231394"/>
                  </a:moveTo>
                  <a:lnTo>
                    <a:pt x="4702" y="184769"/>
                  </a:lnTo>
                  <a:lnTo>
                    <a:pt x="18188" y="141339"/>
                  </a:lnTo>
                  <a:lnTo>
                    <a:pt x="39527" y="102034"/>
                  </a:lnTo>
                  <a:lnTo>
                    <a:pt x="67786" y="67786"/>
                  </a:lnTo>
                  <a:lnTo>
                    <a:pt x="102034" y="39527"/>
                  </a:lnTo>
                  <a:lnTo>
                    <a:pt x="141339" y="18188"/>
                  </a:lnTo>
                  <a:lnTo>
                    <a:pt x="184769" y="4702"/>
                  </a:lnTo>
                  <a:lnTo>
                    <a:pt x="231394" y="0"/>
                  </a:lnTo>
                  <a:lnTo>
                    <a:pt x="6415151" y="0"/>
                  </a:lnTo>
                  <a:lnTo>
                    <a:pt x="6461775" y="4702"/>
                  </a:lnTo>
                  <a:lnTo>
                    <a:pt x="6505205" y="18188"/>
                  </a:lnTo>
                  <a:lnTo>
                    <a:pt x="6544510" y="39527"/>
                  </a:lnTo>
                  <a:lnTo>
                    <a:pt x="6578758" y="67786"/>
                  </a:lnTo>
                  <a:lnTo>
                    <a:pt x="6607017" y="102034"/>
                  </a:lnTo>
                  <a:lnTo>
                    <a:pt x="6628356" y="141339"/>
                  </a:lnTo>
                  <a:lnTo>
                    <a:pt x="6641842" y="184769"/>
                  </a:lnTo>
                  <a:lnTo>
                    <a:pt x="6646544" y="231394"/>
                  </a:lnTo>
                  <a:lnTo>
                    <a:pt x="6646544" y="1156970"/>
                  </a:lnTo>
                  <a:lnTo>
                    <a:pt x="6641842" y="1203594"/>
                  </a:lnTo>
                  <a:lnTo>
                    <a:pt x="6628356" y="1247024"/>
                  </a:lnTo>
                  <a:lnTo>
                    <a:pt x="6607017" y="1286329"/>
                  </a:lnTo>
                  <a:lnTo>
                    <a:pt x="6578758" y="1320577"/>
                  </a:lnTo>
                  <a:lnTo>
                    <a:pt x="6544510" y="1348836"/>
                  </a:lnTo>
                  <a:lnTo>
                    <a:pt x="6505205" y="1370175"/>
                  </a:lnTo>
                  <a:lnTo>
                    <a:pt x="6461775" y="1383661"/>
                  </a:lnTo>
                  <a:lnTo>
                    <a:pt x="6415151" y="1388364"/>
                  </a:lnTo>
                  <a:lnTo>
                    <a:pt x="231394" y="1388364"/>
                  </a:lnTo>
                  <a:lnTo>
                    <a:pt x="184769" y="1383661"/>
                  </a:lnTo>
                  <a:lnTo>
                    <a:pt x="141339" y="1370175"/>
                  </a:lnTo>
                  <a:lnTo>
                    <a:pt x="102034" y="1348836"/>
                  </a:lnTo>
                  <a:lnTo>
                    <a:pt x="67786" y="1320577"/>
                  </a:lnTo>
                  <a:lnTo>
                    <a:pt x="39527" y="1286329"/>
                  </a:lnTo>
                  <a:lnTo>
                    <a:pt x="18188" y="1247024"/>
                  </a:lnTo>
                  <a:lnTo>
                    <a:pt x="4702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643109" y="2083435"/>
            <a:ext cx="5977255" cy="2132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26034" algn="ctr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Customer</a:t>
            </a:r>
            <a:r>
              <a:rPr sz="2450" b="1" spc="-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360</a:t>
            </a:r>
            <a:r>
              <a:rPr sz="245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2450" b="1" spc="-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옴니채널</a:t>
            </a:r>
            <a:r>
              <a:rPr sz="245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경험</a:t>
            </a:r>
            <a:endParaRPr sz="2450">
              <a:latin typeface="Malgun Gothic"/>
              <a:cs typeface="Malgun Gothic"/>
            </a:endParaRPr>
          </a:p>
          <a:p>
            <a:pPr marR="29209" algn="ctr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(Customer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360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and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Omni-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channel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Experiences)</a:t>
            </a:r>
            <a:endParaRPr sz="1900">
              <a:latin typeface="Malgun Gothic"/>
              <a:cs typeface="Malgun Gothic"/>
            </a:endParaRPr>
          </a:p>
          <a:p>
            <a:pPr marL="12700" marR="5080">
              <a:lnSpc>
                <a:spcPct val="100200"/>
              </a:lnSpc>
              <a:spcBef>
                <a:spcPts val="2215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분산된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다양한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시스템과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모바일,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웹사이트,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오프라인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매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장,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소셜미디어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등 여러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채널간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원활한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데이터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통합으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로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개별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고객에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대한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인사이트를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확보하여,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고객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경험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을</a:t>
            </a:r>
            <a:r>
              <a:rPr sz="1900" b="1" spc="-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향상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시킵니다.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05254" y="2023236"/>
            <a:ext cx="6671945" cy="821055"/>
            <a:chOff x="1905254" y="2023236"/>
            <a:chExt cx="6671945" cy="821055"/>
          </a:xfrm>
        </p:grpSpPr>
        <p:sp>
          <p:nvSpPr>
            <p:cNvPr id="14" name="object 14"/>
            <p:cNvSpPr/>
            <p:nvPr/>
          </p:nvSpPr>
          <p:spPr>
            <a:xfrm>
              <a:off x="1917954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5" h="795655">
                  <a:moveTo>
                    <a:pt x="6513830" y="0"/>
                  </a:moveTo>
                  <a:lnTo>
                    <a:pt x="132460" y="0"/>
                  </a:lnTo>
                  <a:lnTo>
                    <a:pt x="90594" y="6766"/>
                  </a:lnTo>
                  <a:lnTo>
                    <a:pt x="54233" y="25603"/>
                  </a:lnTo>
                  <a:lnTo>
                    <a:pt x="25558" y="54315"/>
                  </a:lnTo>
                  <a:lnTo>
                    <a:pt x="6753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53" y="704819"/>
                  </a:lnTo>
                  <a:lnTo>
                    <a:pt x="25558" y="741212"/>
                  </a:lnTo>
                  <a:lnTo>
                    <a:pt x="54233" y="769924"/>
                  </a:lnTo>
                  <a:lnTo>
                    <a:pt x="90594" y="788761"/>
                  </a:lnTo>
                  <a:lnTo>
                    <a:pt x="132460" y="795528"/>
                  </a:lnTo>
                  <a:lnTo>
                    <a:pt x="6513830" y="795528"/>
                  </a:lnTo>
                  <a:lnTo>
                    <a:pt x="6555758" y="788761"/>
                  </a:lnTo>
                  <a:lnTo>
                    <a:pt x="6592157" y="769924"/>
                  </a:lnTo>
                  <a:lnTo>
                    <a:pt x="6620851" y="741212"/>
                  </a:lnTo>
                  <a:lnTo>
                    <a:pt x="6639663" y="704819"/>
                  </a:lnTo>
                  <a:lnTo>
                    <a:pt x="6646418" y="662940"/>
                  </a:lnTo>
                  <a:lnTo>
                    <a:pt x="6646418" y="132588"/>
                  </a:lnTo>
                  <a:lnTo>
                    <a:pt x="6639663" y="90708"/>
                  </a:lnTo>
                  <a:lnTo>
                    <a:pt x="6620851" y="54315"/>
                  </a:lnTo>
                  <a:lnTo>
                    <a:pt x="6592157" y="25603"/>
                  </a:lnTo>
                  <a:lnTo>
                    <a:pt x="6555758" y="6766"/>
                  </a:lnTo>
                  <a:lnTo>
                    <a:pt x="6513830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7954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5" h="795655">
                  <a:moveTo>
                    <a:pt x="0" y="132588"/>
                  </a:moveTo>
                  <a:lnTo>
                    <a:pt x="6753" y="90708"/>
                  </a:lnTo>
                  <a:lnTo>
                    <a:pt x="25558" y="54315"/>
                  </a:lnTo>
                  <a:lnTo>
                    <a:pt x="54233" y="25603"/>
                  </a:lnTo>
                  <a:lnTo>
                    <a:pt x="90594" y="6766"/>
                  </a:lnTo>
                  <a:lnTo>
                    <a:pt x="132460" y="0"/>
                  </a:lnTo>
                  <a:lnTo>
                    <a:pt x="6513830" y="0"/>
                  </a:lnTo>
                  <a:lnTo>
                    <a:pt x="6555758" y="6766"/>
                  </a:lnTo>
                  <a:lnTo>
                    <a:pt x="6592157" y="25603"/>
                  </a:lnTo>
                  <a:lnTo>
                    <a:pt x="6620851" y="54315"/>
                  </a:lnTo>
                  <a:lnTo>
                    <a:pt x="6639663" y="90708"/>
                  </a:lnTo>
                  <a:lnTo>
                    <a:pt x="6646418" y="132588"/>
                  </a:lnTo>
                  <a:lnTo>
                    <a:pt x="6646418" y="662940"/>
                  </a:lnTo>
                  <a:lnTo>
                    <a:pt x="6639663" y="704819"/>
                  </a:lnTo>
                  <a:lnTo>
                    <a:pt x="6620851" y="741212"/>
                  </a:lnTo>
                  <a:lnTo>
                    <a:pt x="6592157" y="769924"/>
                  </a:lnTo>
                  <a:lnTo>
                    <a:pt x="6555758" y="788761"/>
                  </a:lnTo>
                  <a:lnTo>
                    <a:pt x="6513830" y="795528"/>
                  </a:lnTo>
                  <a:lnTo>
                    <a:pt x="132460" y="795528"/>
                  </a:lnTo>
                  <a:lnTo>
                    <a:pt x="90594" y="788761"/>
                  </a:lnTo>
                  <a:lnTo>
                    <a:pt x="54233" y="769924"/>
                  </a:lnTo>
                  <a:lnTo>
                    <a:pt x="25558" y="741212"/>
                  </a:lnTo>
                  <a:lnTo>
                    <a:pt x="6753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051430" y="2083435"/>
            <a:ext cx="6379210" cy="2132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맞춤형</a:t>
            </a:r>
            <a:r>
              <a:rPr sz="24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추천</a:t>
            </a:r>
            <a:r>
              <a:rPr sz="245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24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24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제안</a:t>
            </a:r>
            <a:endParaRPr sz="24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(Personalized</a:t>
            </a:r>
            <a:r>
              <a:rPr sz="19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Recommendations</a:t>
            </a:r>
            <a:r>
              <a:rPr sz="190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and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Real-time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Offers)</a:t>
            </a:r>
            <a:endParaRPr sz="1900">
              <a:latin typeface="Malgun Gothic"/>
              <a:cs typeface="Malgun Gothic"/>
            </a:endParaRPr>
          </a:p>
          <a:p>
            <a:pPr marL="231140" marR="311150">
              <a:lnSpc>
                <a:spcPct val="100200"/>
              </a:lnSpc>
              <a:spcBef>
                <a:spcPts val="2215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과거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지출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및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검색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습관을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분석하여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개인화된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실시간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추천을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통해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프리미엄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고객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경험을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제공하고,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위치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데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이터를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활용한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성공적인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지오펜싱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마켓팅으로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고객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경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험의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질을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높입니다.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354370" y="4987797"/>
            <a:ext cx="10013315" cy="3568065"/>
            <a:chOff x="3354370" y="4987797"/>
            <a:chExt cx="10013315" cy="3568065"/>
          </a:xfrm>
        </p:grpSpPr>
        <p:sp>
          <p:nvSpPr>
            <p:cNvPr id="18" name="object 18"/>
            <p:cNvSpPr/>
            <p:nvPr/>
          </p:nvSpPr>
          <p:spPr>
            <a:xfrm>
              <a:off x="9674352" y="6116827"/>
              <a:ext cx="3535679" cy="539750"/>
            </a:xfrm>
            <a:custGeom>
              <a:avLst/>
              <a:gdLst/>
              <a:ahLst/>
              <a:cxnLst/>
              <a:rect l="l" t="t" r="r" b="b"/>
              <a:pathLst>
                <a:path w="3535680" h="539750">
                  <a:moveTo>
                    <a:pt x="0" y="512572"/>
                  </a:moveTo>
                  <a:lnTo>
                    <a:pt x="62001" y="516365"/>
                  </a:lnTo>
                  <a:lnTo>
                    <a:pt x="124131" y="519860"/>
                  </a:lnTo>
                  <a:lnTo>
                    <a:pt x="186369" y="523057"/>
                  </a:lnTo>
                  <a:lnTo>
                    <a:pt x="248691" y="525958"/>
                  </a:lnTo>
                  <a:lnTo>
                    <a:pt x="311076" y="528566"/>
                  </a:lnTo>
                  <a:lnTo>
                    <a:pt x="373501" y="530882"/>
                  </a:lnTo>
                  <a:lnTo>
                    <a:pt x="435944" y="532910"/>
                  </a:lnTo>
                  <a:lnTo>
                    <a:pt x="498383" y="534650"/>
                  </a:lnTo>
                  <a:lnTo>
                    <a:pt x="560795" y="536106"/>
                  </a:lnTo>
                  <a:lnTo>
                    <a:pt x="623159" y="537278"/>
                  </a:lnTo>
                  <a:lnTo>
                    <a:pt x="685452" y="538170"/>
                  </a:lnTo>
                  <a:lnTo>
                    <a:pt x="747652" y="538783"/>
                  </a:lnTo>
                  <a:lnTo>
                    <a:pt x="809736" y="539120"/>
                  </a:lnTo>
                  <a:lnTo>
                    <a:pt x="871683" y="539182"/>
                  </a:lnTo>
                  <a:lnTo>
                    <a:pt x="933469" y="538971"/>
                  </a:lnTo>
                  <a:lnTo>
                    <a:pt x="995074" y="538490"/>
                  </a:lnTo>
                  <a:lnTo>
                    <a:pt x="1056475" y="537741"/>
                  </a:lnTo>
                  <a:lnTo>
                    <a:pt x="1117649" y="536726"/>
                  </a:lnTo>
                  <a:lnTo>
                    <a:pt x="1178574" y="535447"/>
                  </a:lnTo>
                  <a:lnTo>
                    <a:pt x="1239228" y="533906"/>
                  </a:lnTo>
                  <a:lnTo>
                    <a:pt x="1299589" y="532105"/>
                  </a:lnTo>
                  <a:lnTo>
                    <a:pt x="1359634" y="530046"/>
                  </a:lnTo>
                  <a:lnTo>
                    <a:pt x="1419342" y="527731"/>
                  </a:lnTo>
                  <a:lnTo>
                    <a:pt x="1478690" y="525163"/>
                  </a:lnTo>
                  <a:lnTo>
                    <a:pt x="1537655" y="522344"/>
                  </a:lnTo>
                  <a:lnTo>
                    <a:pt x="1596216" y="519275"/>
                  </a:lnTo>
                  <a:lnTo>
                    <a:pt x="1654351" y="515959"/>
                  </a:lnTo>
                  <a:lnTo>
                    <a:pt x="1712036" y="512397"/>
                  </a:lnTo>
                  <a:lnTo>
                    <a:pt x="1769251" y="508593"/>
                  </a:lnTo>
                  <a:lnTo>
                    <a:pt x="1825972" y="504547"/>
                  </a:lnTo>
                  <a:lnTo>
                    <a:pt x="1882177" y="500263"/>
                  </a:lnTo>
                  <a:lnTo>
                    <a:pt x="1937845" y="495741"/>
                  </a:lnTo>
                  <a:lnTo>
                    <a:pt x="1992952" y="490985"/>
                  </a:lnTo>
                  <a:lnTo>
                    <a:pt x="2047478" y="485997"/>
                  </a:lnTo>
                  <a:lnTo>
                    <a:pt x="2101398" y="480778"/>
                  </a:lnTo>
                  <a:lnTo>
                    <a:pt x="2154692" y="475330"/>
                  </a:lnTo>
                  <a:lnTo>
                    <a:pt x="2207337" y="469656"/>
                  </a:lnTo>
                  <a:lnTo>
                    <a:pt x="2259311" y="463758"/>
                  </a:lnTo>
                  <a:lnTo>
                    <a:pt x="2310591" y="457637"/>
                  </a:lnTo>
                  <a:lnTo>
                    <a:pt x="2361155" y="451297"/>
                  </a:lnTo>
                  <a:lnTo>
                    <a:pt x="2410982" y="444738"/>
                  </a:lnTo>
                  <a:lnTo>
                    <a:pt x="2460048" y="437964"/>
                  </a:lnTo>
                  <a:lnTo>
                    <a:pt x="2508332" y="430976"/>
                  </a:lnTo>
                  <a:lnTo>
                    <a:pt x="2555811" y="423776"/>
                  </a:lnTo>
                  <a:lnTo>
                    <a:pt x="2602464" y="416366"/>
                  </a:lnTo>
                  <a:lnTo>
                    <a:pt x="2648267" y="408749"/>
                  </a:lnTo>
                  <a:lnTo>
                    <a:pt x="2693199" y="400927"/>
                  </a:lnTo>
                  <a:lnTo>
                    <a:pt x="2737237" y="392901"/>
                  </a:lnTo>
                  <a:lnTo>
                    <a:pt x="2780360" y="384674"/>
                  </a:lnTo>
                  <a:lnTo>
                    <a:pt x="2822544" y="376248"/>
                  </a:lnTo>
                  <a:lnTo>
                    <a:pt x="2863768" y="367625"/>
                  </a:lnTo>
                  <a:lnTo>
                    <a:pt x="2904010" y="358807"/>
                  </a:lnTo>
                  <a:lnTo>
                    <a:pt x="2943246" y="349796"/>
                  </a:lnTo>
                  <a:lnTo>
                    <a:pt x="2981456" y="340594"/>
                  </a:lnTo>
                  <a:lnTo>
                    <a:pt x="3018617" y="331204"/>
                  </a:lnTo>
                  <a:lnTo>
                    <a:pt x="3089701" y="311865"/>
                  </a:lnTo>
                  <a:lnTo>
                    <a:pt x="3156322" y="291797"/>
                  </a:lnTo>
                  <a:lnTo>
                    <a:pt x="3218301" y="271017"/>
                  </a:lnTo>
                  <a:lnTo>
                    <a:pt x="3275461" y="249540"/>
                  </a:lnTo>
                  <a:lnTo>
                    <a:pt x="3327623" y="227384"/>
                  </a:lnTo>
                  <a:lnTo>
                    <a:pt x="3374609" y="204565"/>
                  </a:lnTo>
                  <a:lnTo>
                    <a:pt x="3454426" y="155330"/>
                  </a:lnTo>
                  <a:lnTo>
                    <a:pt x="3497176" y="117070"/>
                  </a:lnTo>
                  <a:lnTo>
                    <a:pt x="3524241" y="78311"/>
                  </a:lnTo>
                  <a:lnTo>
                    <a:pt x="3535506" y="39228"/>
                  </a:lnTo>
                  <a:lnTo>
                    <a:pt x="3530854" y="0"/>
                  </a:lnTo>
                </a:path>
              </a:pathLst>
            </a:custGeom>
            <a:ln w="50800">
              <a:solidFill>
                <a:srgbClr val="005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379770" y="5589777"/>
              <a:ext cx="3572510" cy="1878330"/>
            </a:xfrm>
            <a:custGeom>
              <a:avLst/>
              <a:gdLst/>
              <a:ahLst/>
              <a:cxnLst/>
              <a:rect l="l" t="t" r="r" b="b"/>
              <a:pathLst>
                <a:path w="3572509" h="1878329">
                  <a:moveTo>
                    <a:pt x="3523695" y="1087627"/>
                  </a:moveTo>
                  <a:lnTo>
                    <a:pt x="3461300" y="1090949"/>
                  </a:lnTo>
                  <a:lnTo>
                    <a:pt x="3398809" y="1093991"/>
                  </a:lnTo>
                  <a:lnTo>
                    <a:pt x="3336242" y="1096754"/>
                  </a:lnTo>
                  <a:lnTo>
                    <a:pt x="3273622" y="1099241"/>
                  </a:lnTo>
                  <a:lnTo>
                    <a:pt x="3210970" y="1101454"/>
                  </a:lnTo>
                  <a:lnTo>
                    <a:pt x="3148310" y="1103395"/>
                  </a:lnTo>
                  <a:lnTo>
                    <a:pt x="3085662" y="1105066"/>
                  </a:lnTo>
                  <a:lnTo>
                    <a:pt x="3023048" y="1106469"/>
                  </a:lnTo>
                  <a:lnTo>
                    <a:pt x="2960492" y="1107606"/>
                  </a:lnTo>
                  <a:lnTo>
                    <a:pt x="2898015" y="1108478"/>
                  </a:lnTo>
                  <a:lnTo>
                    <a:pt x="2835638" y="1109089"/>
                  </a:lnTo>
                  <a:lnTo>
                    <a:pt x="2773384" y="1109440"/>
                  </a:lnTo>
                  <a:lnTo>
                    <a:pt x="2711275" y="1109533"/>
                  </a:lnTo>
                  <a:lnTo>
                    <a:pt x="2649333" y="1109371"/>
                  </a:lnTo>
                  <a:lnTo>
                    <a:pt x="2587579" y="1108954"/>
                  </a:lnTo>
                  <a:lnTo>
                    <a:pt x="2526037" y="1108286"/>
                  </a:lnTo>
                  <a:lnTo>
                    <a:pt x="2464727" y="1107368"/>
                  </a:lnTo>
                  <a:lnTo>
                    <a:pt x="2403672" y="1106202"/>
                  </a:lnTo>
                  <a:lnTo>
                    <a:pt x="2342894" y="1104791"/>
                  </a:lnTo>
                  <a:lnTo>
                    <a:pt x="2282415" y="1103136"/>
                  </a:lnTo>
                  <a:lnTo>
                    <a:pt x="2222257" y="1101240"/>
                  </a:lnTo>
                  <a:lnTo>
                    <a:pt x="2162442" y="1099104"/>
                  </a:lnTo>
                  <a:lnTo>
                    <a:pt x="2102992" y="1096730"/>
                  </a:lnTo>
                  <a:lnTo>
                    <a:pt x="2043929" y="1094121"/>
                  </a:lnTo>
                  <a:lnTo>
                    <a:pt x="1985275" y="1091279"/>
                  </a:lnTo>
                  <a:lnTo>
                    <a:pt x="1927052" y="1088205"/>
                  </a:lnTo>
                  <a:lnTo>
                    <a:pt x="1869282" y="1084902"/>
                  </a:lnTo>
                  <a:lnTo>
                    <a:pt x="1811986" y="1081371"/>
                  </a:lnTo>
                  <a:lnTo>
                    <a:pt x="1755188" y="1077615"/>
                  </a:lnTo>
                  <a:lnTo>
                    <a:pt x="1698909" y="1073636"/>
                  </a:lnTo>
                  <a:lnTo>
                    <a:pt x="1643171" y="1069436"/>
                  </a:lnTo>
                  <a:lnTo>
                    <a:pt x="1587996" y="1065017"/>
                  </a:lnTo>
                  <a:lnTo>
                    <a:pt x="1533406" y="1060380"/>
                  </a:lnTo>
                  <a:lnTo>
                    <a:pt x="1479423" y="1055528"/>
                  </a:lnTo>
                  <a:lnTo>
                    <a:pt x="1426070" y="1050463"/>
                  </a:lnTo>
                  <a:lnTo>
                    <a:pt x="1373367" y="1045188"/>
                  </a:lnTo>
                  <a:lnTo>
                    <a:pt x="1321337" y="1039703"/>
                  </a:lnTo>
                  <a:lnTo>
                    <a:pt x="1270003" y="1034011"/>
                  </a:lnTo>
                  <a:lnTo>
                    <a:pt x="1219386" y="1028114"/>
                  </a:lnTo>
                  <a:lnTo>
                    <a:pt x="1169508" y="1022015"/>
                  </a:lnTo>
                  <a:lnTo>
                    <a:pt x="1120391" y="1015714"/>
                  </a:lnTo>
                  <a:lnTo>
                    <a:pt x="1072057" y="1009215"/>
                  </a:lnTo>
                  <a:lnTo>
                    <a:pt x="1024528" y="1002519"/>
                  </a:lnTo>
                  <a:lnTo>
                    <a:pt x="977827" y="995628"/>
                  </a:lnTo>
                  <a:lnTo>
                    <a:pt x="931975" y="988544"/>
                  </a:lnTo>
                  <a:lnTo>
                    <a:pt x="886994" y="981270"/>
                  </a:lnTo>
                  <a:lnTo>
                    <a:pt x="842906" y="973807"/>
                  </a:lnTo>
                  <a:lnTo>
                    <a:pt x="799734" y="966157"/>
                  </a:lnTo>
                  <a:lnTo>
                    <a:pt x="757499" y="958323"/>
                  </a:lnTo>
                  <a:lnTo>
                    <a:pt x="716223" y="950306"/>
                  </a:lnTo>
                  <a:lnTo>
                    <a:pt x="675928" y="942109"/>
                  </a:lnTo>
                  <a:lnTo>
                    <a:pt x="636637" y="933734"/>
                  </a:lnTo>
                  <a:lnTo>
                    <a:pt x="598371" y="925182"/>
                  </a:lnTo>
                  <a:lnTo>
                    <a:pt x="561152" y="916455"/>
                  </a:lnTo>
                  <a:lnTo>
                    <a:pt x="489945" y="898487"/>
                  </a:lnTo>
                  <a:lnTo>
                    <a:pt x="423191" y="879846"/>
                  </a:lnTo>
                  <a:lnTo>
                    <a:pt x="361066" y="860548"/>
                  </a:lnTo>
                  <a:lnTo>
                    <a:pt x="303747" y="840609"/>
                  </a:lnTo>
                  <a:lnTo>
                    <a:pt x="251410" y="820046"/>
                  </a:lnTo>
                  <a:lnTo>
                    <a:pt x="204231" y="798875"/>
                  </a:lnTo>
                  <a:lnTo>
                    <a:pt x="162386" y="777113"/>
                  </a:lnTo>
                  <a:lnTo>
                    <a:pt x="115684" y="747476"/>
                  </a:lnTo>
                  <a:lnTo>
                    <a:pt x="80062" y="717475"/>
                  </a:lnTo>
                  <a:lnTo>
                    <a:pt x="55527" y="687206"/>
                  </a:lnTo>
                  <a:lnTo>
                    <a:pt x="39748" y="626246"/>
                  </a:lnTo>
                  <a:lnTo>
                    <a:pt x="48518" y="595747"/>
                  </a:lnTo>
                  <a:lnTo>
                    <a:pt x="68405" y="565365"/>
                  </a:lnTo>
                  <a:lnTo>
                    <a:pt x="99416" y="535194"/>
                  </a:lnTo>
                  <a:lnTo>
                    <a:pt x="141558" y="505333"/>
                  </a:lnTo>
                </a:path>
                <a:path w="3572509" h="1878329">
                  <a:moveTo>
                    <a:pt x="3535887" y="1271777"/>
                  </a:moveTo>
                  <a:lnTo>
                    <a:pt x="3473885" y="1267984"/>
                  </a:lnTo>
                  <a:lnTo>
                    <a:pt x="3411755" y="1264489"/>
                  </a:lnTo>
                  <a:lnTo>
                    <a:pt x="3349517" y="1261292"/>
                  </a:lnTo>
                  <a:lnTo>
                    <a:pt x="3287195" y="1258391"/>
                  </a:lnTo>
                  <a:lnTo>
                    <a:pt x="3224810" y="1255783"/>
                  </a:lnTo>
                  <a:lnTo>
                    <a:pt x="3162385" y="1253467"/>
                  </a:lnTo>
                  <a:lnTo>
                    <a:pt x="3099942" y="1251439"/>
                  </a:lnTo>
                  <a:lnTo>
                    <a:pt x="3037503" y="1249699"/>
                  </a:lnTo>
                  <a:lnTo>
                    <a:pt x="2975091" y="1248243"/>
                  </a:lnTo>
                  <a:lnTo>
                    <a:pt x="2912727" y="1247071"/>
                  </a:lnTo>
                  <a:lnTo>
                    <a:pt x="2850434" y="1246179"/>
                  </a:lnTo>
                  <a:lnTo>
                    <a:pt x="2788235" y="1245566"/>
                  </a:lnTo>
                  <a:lnTo>
                    <a:pt x="2726150" y="1245229"/>
                  </a:lnTo>
                  <a:lnTo>
                    <a:pt x="2664204" y="1245167"/>
                  </a:lnTo>
                  <a:lnTo>
                    <a:pt x="2602417" y="1245378"/>
                  </a:lnTo>
                  <a:lnTo>
                    <a:pt x="2540812" y="1245859"/>
                  </a:lnTo>
                  <a:lnTo>
                    <a:pt x="2479411" y="1246608"/>
                  </a:lnTo>
                  <a:lnTo>
                    <a:pt x="2418237" y="1247623"/>
                  </a:lnTo>
                  <a:lnTo>
                    <a:pt x="2357312" y="1248902"/>
                  </a:lnTo>
                  <a:lnTo>
                    <a:pt x="2296658" y="1250443"/>
                  </a:lnTo>
                  <a:lnTo>
                    <a:pt x="2236297" y="1252244"/>
                  </a:lnTo>
                  <a:lnTo>
                    <a:pt x="2176252" y="1254303"/>
                  </a:lnTo>
                  <a:lnTo>
                    <a:pt x="2116544" y="1256618"/>
                  </a:lnTo>
                  <a:lnTo>
                    <a:pt x="2057196" y="1259186"/>
                  </a:lnTo>
                  <a:lnTo>
                    <a:pt x="1998231" y="1262005"/>
                  </a:lnTo>
                  <a:lnTo>
                    <a:pt x="1939670" y="1265074"/>
                  </a:lnTo>
                  <a:lnTo>
                    <a:pt x="1881535" y="1268390"/>
                  </a:lnTo>
                  <a:lnTo>
                    <a:pt x="1823850" y="1271952"/>
                  </a:lnTo>
                  <a:lnTo>
                    <a:pt x="1766635" y="1275756"/>
                  </a:lnTo>
                  <a:lnTo>
                    <a:pt x="1709914" y="1279802"/>
                  </a:lnTo>
                  <a:lnTo>
                    <a:pt x="1653709" y="1284086"/>
                  </a:lnTo>
                  <a:lnTo>
                    <a:pt x="1598041" y="1288608"/>
                  </a:lnTo>
                  <a:lnTo>
                    <a:pt x="1542934" y="1293364"/>
                  </a:lnTo>
                  <a:lnTo>
                    <a:pt x="1488409" y="1298352"/>
                  </a:lnTo>
                  <a:lnTo>
                    <a:pt x="1434488" y="1303571"/>
                  </a:lnTo>
                  <a:lnTo>
                    <a:pt x="1381194" y="1309019"/>
                  </a:lnTo>
                  <a:lnTo>
                    <a:pt x="1328549" y="1314693"/>
                  </a:lnTo>
                  <a:lnTo>
                    <a:pt x="1276575" y="1320591"/>
                  </a:lnTo>
                  <a:lnTo>
                    <a:pt x="1225295" y="1326712"/>
                  </a:lnTo>
                  <a:lnTo>
                    <a:pt x="1174731" y="1333052"/>
                  </a:lnTo>
                  <a:lnTo>
                    <a:pt x="1124904" y="1339611"/>
                  </a:lnTo>
                  <a:lnTo>
                    <a:pt x="1075838" y="1346385"/>
                  </a:lnTo>
                  <a:lnTo>
                    <a:pt x="1027554" y="1353373"/>
                  </a:lnTo>
                  <a:lnTo>
                    <a:pt x="980075" y="1360573"/>
                  </a:lnTo>
                  <a:lnTo>
                    <a:pt x="933422" y="1367983"/>
                  </a:lnTo>
                  <a:lnTo>
                    <a:pt x="887619" y="1375600"/>
                  </a:lnTo>
                  <a:lnTo>
                    <a:pt x="842687" y="1383422"/>
                  </a:lnTo>
                  <a:lnTo>
                    <a:pt x="798649" y="1391448"/>
                  </a:lnTo>
                  <a:lnTo>
                    <a:pt x="755526" y="1399675"/>
                  </a:lnTo>
                  <a:lnTo>
                    <a:pt x="713342" y="1408101"/>
                  </a:lnTo>
                  <a:lnTo>
                    <a:pt x="672118" y="1416724"/>
                  </a:lnTo>
                  <a:lnTo>
                    <a:pt x="631876" y="1425542"/>
                  </a:lnTo>
                  <a:lnTo>
                    <a:pt x="592640" y="1434553"/>
                  </a:lnTo>
                  <a:lnTo>
                    <a:pt x="554430" y="1443755"/>
                  </a:lnTo>
                  <a:lnTo>
                    <a:pt x="517269" y="1453145"/>
                  </a:lnTo>
                  <a:lnTo>
                    <a:pt x="446185" y="1472484"/>
                  </a:lnTo>
                  <a:lnTo>
                    <a:pt x="379564" y="1492552"/>
                  </a:lnTo>
                  <a:lnTo>
                    <a:pt x="317585" y="1513332"/>
                  </a:lnTo>
                  <a:lnTo>
                    <a:pt x="260426" y="1534809"/>
                  </a:lnTo>
                  <a:lnTo>
                    <a:pt x="208264" y="1556965"/>
                  </a:lnTo>
                  <a:lnTo>
                    <a:pt x="161277" y="1579784"/>
                  </a:lnTo>
                  <a:lnTo>
                    <a:pt x="90352" y="1622540"/>
                  </a:lnTo>
                  <a:lnTo>
                    <a:pt x="51640" y="1654062"/>
                  </a:lnTo>
                  <a:lnTo>
                    <a:pt x="23664" y="1685906"/>
                  </a:lnTo>
                  <a:lnTo>
                    <a:pt x="0" y="1750162"/>
                  </a:lnTo>
                  <a:lnTo>
                    <a:pt x="4351" y="1782379"/>
                  </a:lnTo>
                  <a:lnTo>
                    <a:pt x="19517" y="1814523"/>
                  </a:lnTo>
                  <a:lnTo>
                    <a:pt x="45519" y="1846497"/>
                  </a:lnTo>
                  <a:lnTo>
                    <a:pt x="82376" y="1878203"/>
                  </a:lnTo>
                </a:path>
                <a:path w="3572509" h="1878329">
                  <a:moveTo>
                    <a:pt x="3572209" y="965326"/>
                  </a:moveTo>
                  <a:lnTo>
                    <a:pt x="3513592" y="972118"/>
                  </a:lnTo>
                  <a:lnTo>
                    <a:pt x="3454838" y="978069"/>
                  </a:lnTo>
                  <a:lnTo>
                    <a:pt x="3395992" y="983190"/>
                  </a:lnTo>
                  <a:lnTo>
                    <a:pt x="3337100" y="987488"/>
                  </a:lnTo>
                  <a:lnTo>
                    <a:pt x="3278207" y="990974"/>
                  </a:lnTo>
                  <a:lnTo>
                    <a:pt x="3219359" y="993655"/>
                  </a:lnTo>
                  <a:lnTo>
                    <a:pt x="3160601" y="995541"/>
                  </a:lnTo>
                  <a:lnTo>
                    <a:pt x="3101979" y="996641"/>
                  </a:lnTo>
                  <a:lnTo>
                    <a:pt x="3043537" y="996963"/>
                  </a:lnTo>
                  <a:lnTo>
                    <a:pt x="2985322" y="996517"/>
                  </a:lnTo>
                  <a:lnTo>
                    <a:pt x="2927379" y="995312"/>
                  </a:lnTo>
                  <a:lnTo>
                    <a:pt x="2869753" y="993356"/>
                  </a:lnTo>
                  <a:lnTo>
                    <a:pt x="2812490" y="990659"/>
                  </a:lnTo>
                  <a:lnTo>
                    <a:pt x="2755635" y="987229"/>
                  </a:lnTo>
                  <a:lnTo>
                    <a:pt x="2699233" y="983075"/>
                  </a:lnTo>
                  <a:lnTo>
                    <a:pt x="2643331" y="978206"/>
                  </a:lnTo>
                  <a:lnTo>
                    <a:pt x="2587974" y="972631"/>
                  </a:lnTo>
                  <a:lnTo>
                    <a:pt x="2533206" y="966360"/>
                  </a:lnTo>
                  <a:lnTo>
                    <a:pt x="2479074" y="959400"/>
                  </a:lnTo>
                  <a:lnTo>
                    <a:pt x="2425622" y="951762"/>
                  </a:lnTo>
                  <a:lnTo>
                    <a:pt x="2372897" y="943453"/>
                  </a:lnTo>
                  <a:lnTo>
                    <a:pt x="2320944" y="934483"/>
                  </a:lnTo>
                  <a:lnTo>
                    <a:pt x="2269808" y="924861"/>
                  </a:lnTo>
                  <a:lnTo>
                    <a:pt x="2219534" y="914596"/>
                  </a:lnTo>
                  <a:lnTo>
                    <a:pt x="2170169" y="903696"/>
                  </a:lnTo>
                  <a:lnTo>
                    <a:pt x="2121757" y="892170"/>
                  </a:lnTo>
                  <a:lnTo>
                    <a:pt x="2074344" y="880028"/>
                  </a:lnTo>
                  <a:lnTo>
                    <a:pt x="2027976" y="867279"/>
                  </a:lnTo>
                  <a:lnTo>
                    <a:pt x="1982697" y="853930"/>
                  </a:lnTo>
                  <a:lnTo>
                    <a:pt x="1938554" y="839992"/>
                  </a:lnTo>
                  <a:lnTo>
                    <a:pt x="1895592" y="825474"/>
                  </a:lnTo>
                  <a:lnTo>
                    <a:pt x="1853856" y="810383"/>
                  </a:lnTo>
                  <a:lnTo>
                    <a:pt x="1813391" y="794729"/>
                  </a:lnTo>
                  <a:lnTo>
                    <a:pt x="1774244" y="778522"/>
                  </a:lnTo>
                  <a:lnTo>
                    <a:pt x="1736459" y="761769"/>
                  </a:lnTo>
                  <a:lnTo>
                    <a:pt x="1700082" y="744480"/>
                  </a:lnTo>
                  <a:lnTo>
                    <a:pt x="1665158" y="726664"/>
                  </a:lnTo>
                  <a:lnTo>
                    <a:pt x="1631734" y="708329"/>
                  </a:lnTo>
                  <a:lnTo>
                    <a:pt x="1569563" y="670141"/>
                  </a:lnTo>
                  <a:lnTo>
                    <a:pt x="1513933" y="629987"/>
                  </a:lnTo>
                  <a:lnTo>
                    <a:pt x="1465207" y="587939"/>
                  </a:lnTo>
                  <a:lnTo>
                    <a:pt x="1423750" y="544068"/>
                  </a:lnTo>
                  <a:lnTo>
                    <a:pt x="1395930" y="507389"/>
                  </a:lnTo>
                  <a:lnTo>
                    <a:pt x="1373868" y="470363"/>
                  </a:lnTo>
                  <a:lnTo>
                    <a:pt x="1357535" y="433084"/>
                  </a:lnTo>
                  <a:lnTo>
                    <a:pt x="1346900" y="395645"/>
                  </a:lnTo>
                  <a:lnTo>
                    <a:pt x="1341933" y="358140"/>
                  </a:lnTo>
                  <a:lnTo>
                    <a:pt x="1342606" y="320661"/>
                  </a:lnTo>
                  <a:lnTo>
                    <a:pt x="1360748" y="246160"/>
                  </a:lnTo>
                  <a:lnTo>
                    <a:pt x="1378158" y="209324"/>
                  </a:lnTo>
                  <a:lnTo>
                    <a:pt x="1401087" y="172889"/>
                  </a:lnTo>
                  <a:lnTo>
                    <a:pt x="1429507" y="136948"/>
                  </a:lnTo>
                  <a:lnTo>
                    <a:pt x="1463386" y="101595"/>
                  </a:lnTo>
                  <a:lnTo>
                    <a:pt x="1502695" y="66924"/>
                  </a:lnTo>
                  <a:lnTo>
                    <a:pt x="1547405" y="33028"/>
                  </a:lnTo>
                  <a:lnTo>
                    <a:pt x="1597486" y="0"/>
                  </a:lnTo>
                </a:path>
              </a:pathLst>
            </a:custGeom>
            <a:ln w="50800">
              <a:solidFill>
                <a:srgbClr val="39AF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94575" y="5917691"/>
              <a:ext cx="1866265" cy="1745487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4744030" y="6971650"/>
              <a:ext cx="2190750" cy="929005"/>
            </a:xfrm>
            <a:custGeom>
              <a:avLst/>
              <a:gdLst/>
              <a:ahLst/>
              <a:cxnLst/>
              <a:rect l="l" t="t" r="r" b="b"/>
              <a:pathLst>
                <a:path w="2190750" h="929004">
                  <a:moveTo>
                    <a:pt x="2190296" y="24652"/>
                  </a:moveTo>
                  <a:lnTo>
                    <a:pt x="2129954" y="18817"/>
                  </a:lnTo>
                  <a:lnTo>
                    <a:pt x="2069526" y="13788"/>
                  </a:lnTo>
                  <a:lnTo>
                    <a:pt x="2009059" y="9554"/>
                  </a:lnTo>
                  <a:lnTo>
                    <a:pt x="1948602" y="6106"/>
                  </a:lnTo>
                  <a:lnTo>
                    <a:pt x="1888202" y="3436"/>
                  </a:lnTo>
                  <a:lnTo>
                    <a:pt x="1827907" y="1534"/>
                  </a:lnTo>
                  <a:lnTo>
                    <a:pt x="1767766" y="392"/>
                  </a:lnTo>
                  <a:lnTo>
                    <a:pt x="1707825" y="0"/>
                  </a:lnTo>
                  <a:lnTo>
                    <a:pt x="1648134" y="348"/>
                  </a:lnTo>
                  <a:lnTo>
                    <a:pt x="1588740" y="1428"/>
                  </a:lnTo>
                  <a:lnTo>
                    <a:pt x="1529690" y="3231"/>
                  </a:lnTo>
                  <a:lnTo>
                    <a:pt x="1471034" y="5748"/>
                  </a:lnTo>
                  <a:lnTo>
                    <a:pt x="1412818" y="8969"/>
                  </a:lnTo>
                  <a:lnTo>
                    <a:pt x="1355091" y="12885"/>
                  </a:lnTo>
                  <a:lnTo>
                    <a:pt x="1297900" y="17488"/>
                  </a:lnTo>
                  <a:lnTo>
                    <a:pt x="1241294" y="22768"/>
                  </a:lnTo>
                  <a:lnTo>
                    <a:pt x="1185320" y="28715"/>
                  </a:lnTo>
                  <a:lnTo>
                    <a:pt x="1130027" y="35322"/>
                  </a:lnTo>
                  <a:lnTo>
                    <a:pt x="1075462" y="42578"/>
                  </a:lnTo>
                  <a:lnTo>
                    <a:pt x="1021673" y="50475"/>
                  </a:lnTo>
                  <a:lnTo>
                    <a:pt x="968708" y="59003"/>
                  </a:lnTo>
                  <a:lnTo>
                    <a:pt x="916616" y="68154"/>
                  </a:lnTo>
                  <a:lnTo>
                    <a:pt x="865443" y="77917"/>
                  </a:lnTo>
                  <a:lnTo>
                    <a:pt x="815238" y="88285"/>
                  </a:lnTo>
                  <a:lnTo>
                    <a:pt x="766050" y="99248"/>
                  </a:lnTo>
                  <a:lnTo>
                    <a:pt x="717924" y="110797"/>
                  </a:lnTo>
                  <a:lnTo>
                    <a:pt x="670911" y="122922"/>
                  </a:lnTo>
                  <a:lnTo>
                    <a:pt x="625057" y="135615"/>
                  </a:lnTo>
                  <a:lnTo>
                    <a:pt x="580411" y="148867"/>
                  </a:lnTo>
                  <a:lnTo>
                    <a:pt x="537020" y="162668"/>
                  </a:lnTo>
                  <a:lnTo>
                    <a:pt x="494932" y="177009"/>
                  </a:lnTo>
                  <a:lnTo>
                    <a:pt x="454196" y="191881"/>
                  </a:lnTo>
                  <a:lnTo>
                    <a:pt x="414859" y="207275"/>
                  </a:lnTo>
                  <a:lnTo>
                    <a:pt x="376969" y="223183"/>
                  </a:lnTo>
                  <a:lnTo>
                    <a:pt x="340574" y="239593"/>
                  </a:lnTo>
                  <a:lnTo>
                    <a:pt x="305722" y="256499"/>
                  </a:lnTo>
                  <a:lnTo>
                    <a:pt x="240839" y="291757"/>
                  </a:lnTo>
                  <a:lnTo>
                    <a:pt x="182702" y="328885"/>
                  </a:lnTo>
                  <a:lnTo>
                    <a:pt x="131697" y="367808"/>
                  </a:lnTo>
                  <a:lnTo>
                    <a:pt x="88205" y="408454"/>
                  </a:lnTo>
                  <a:lnTo>
                    <a:pt x="42223" y="465838"/>
                  </a:lnTo>
                  <a:lnTo>
                    <a:pt x="21742" y="502582"/>
                  </a:lnTo>
                  <a:lnTo>
                    <a:pt x="7908" y="539524"/>
                  </a:lnTo>
                  <a:lnTo>
                    <a:pt x="0" y="613578"/>
                  </a:lnTo>
                  <a:lnTo>
                    <a:pt x="5835" y="650476"/>
                  </a:lnTo>
                  <a:lnTo>
                    <a:pt x="18136" y="687147"/>
                  </a:lnTo>
                  <a:lnTo>
                    <a:pt x="36858" y="723484"/>
                  </a:lnTo>
                  <a:lnTo>
                    <a:pt x="61955" y="759380"/>
                  </a:lnTo>
                  <a:lnTo>
                    <a:pt x="93382" y="794728"/>
                  </a:lnTo>
                  <a:lnTo>
                    <a:pt x="131094" y="829421"/>
                  </a:lnTo>
                  <a:lnTo>
                    <a:pt x="175045" y="863354"/>
                  </a:lnTo>
                  <a:lnTo>
                    <a:pt x="225191" y="896420"/>
                  </a:lnTo>
                  <a:lnTo>
                    <a:pt x="281486" y="928511"/>
                  </a:lnTo>
                </a:path>
              </a:pathLst>
            </a:custGeom>
            <a:ln w="50800">
              <a:solidFill>
                <a:srgbClr val="39AFC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85978" y="5038521"/>
              <a:ext cx="1530057" cy="134627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702040" y="4987797"/>
              <a:ext cx="1410677" cy="149769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6225" y="7057593"/>
              <a:ext cx="1455547" cy="149776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647874" y="6973442"/>
              <a:ext cx="1533702" cy="142847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678034" y="6835321"/>
              <a:ext cx="3663950" cy="532765"/>
            </a:xfrm>
            <a:custGeom>
              <a:avLst/>
              <a:gdLst/>
              <a:ahLst/>
              <a:cxnLst/>
              <a:rect l="l" t="t" r="r" b="b"/>
              <a:pathLst>
                <a:path w="3663950" h="532765">
                  <a:moveTo>
                    <a:pt x="0" y="32711"/>
                  </a:moveTo>
                  <a:lnTo>
                    <a:pt x="60286" y="28494"/>
                  </a:lnTo>
                  <a:lnTo>
                    <a:pt x="120723" y="24575"/>
                  </a:lnTo>
                  <a:lnTo>
                    <a:pt x="181293" y="20954"/>
                  </a:lnTo>
                  <a:lnTo>
                    <a:pt x="241974" y="17629"/>
                  </a:lnTo>
                  <a:lnTo>
                    <a:pt x="302746" y="14597"/>
                  </a:lnTo>
                  <a:lnTo>
                    <a:pt x="363590" y="11856"/>
                  </a:lnTo>
                  <a:lnTo>
                    <a:pt x="424485" y="9406"/>
                  </a:lnTo>
                  <a:lnTo>
                    <a:pt x="485410" y="7243"/>
                  </a:lnTo>
                  <a:lnTo>
                    <a:pt x="546346" y="5366"/>
                  </a:lnTo>
                  <a:lnTo>
                    <a:pt x="607273" y="3773"/>
                  </a:lnTo>
                  <a:lnTo>
                    <a:pt x="668170" y="2462"/>
                  </a:lnTo>
                  <a:lnTo>
                    <a:pt x="729018" y="1431"/>
                  </a:lnTo>
                  <a:lnTo>
                    <a:pt x="789795" y="678"/>
                  </a:lnTo>
                  <a:lnTo>
                    <a:pt x="850482" y="202"/>
                  </a:lnTo>
                  <a:lnTo>
                    <a:pt x="911059" y="0"/>
                  </a:lnTo>
                  <a:lnTo>
                    <a:pt x="971505" y="70"/>
                  </a:lnTo>
                  <a:lnTo>
                    <a:pt x="1031801" y="410"/>
                  </a:lnTo>
                  <a:lnTo>
                    <a:pt x="1091926" y="1020"/>
                  </a:lnTo>
                  <a:lnTo>
                    <a:pt x="1151860" y="1895"/>
                  </a:lnTo>
                  <a:lnTo>
                    <a:pt x="1211583" y="3036"/>
                  </a:lnTo>
                  <a:lnTo>
                    <a:pt x="1271074" y="4439"/>
                  </a:lnTo>
                  <a:lnTo>
                    <a:pt x="1330314" y="6103"/>
                  </a:lnTo>
                  <a:lnTo>
                    <a:pt x="1389283" y="8027"/>
                  </a:lnTo>
                  <a:lnTo>
                    <a:pt x="1447960" y="10207"/>
                  </a:lnTo>
                  <a:lnTo>
                    <a:pt x="1506324" y="12642"/>
                  </a:lnTo>
                  <a:lnTo>
                    <a:pt x="1564357" y="15330"/>
                  </a:lnTo>
                  <a:lnTo>
                    <a:pt x="1622037" y="18270"/>
                  </a:lnTo>
                  <a:lnTo>
                    <a:pt x="1679345" y="21458"/>
                  </a:lnTo>
                  <a:lnTo>
                    <a:pt x="1736260" y="24895"/>
                  </a:lnTo>
                  <a:lnTo>
                    <a:pt x="1792762" y="28576"/>
                  </a:lnTo>
                  <a:lnTo>
                    <a:pt x="1848832" y="32501"/>
                  </a:lnTo>
                  <a:lnTo>
                    <a:pt x="1904448" y="36668"/>
                  </a:lnTo>
                  <a:lnTo>
                    <a:pt x="1959591" y="41075"/>
                  </a:lnTo>
                  <a:lnTo>
                    <a:pt x="2014241" y="45719"/>
                  </a:lnTo>
                  <a:lnTo>
                    <a:pt x="2068376" y="50599"/>
                  </a:lnTo>
                  <a:lnTo>
                    <a:pt x="2121979" y="55713"/>
                  </a:lnTo>
                  <a:lnTo>
                    <a:pt x="2175027" y="61059"/>
                  </a:lnTo>
                  <a:lnTo>
                    <a:pt x="2227501" y="66634"/>
                  </a:lnTo>
                  <a:lnTo>
                    <a:pt x="2279380" y="72438"/>
                  </a:lnTo>
                  <a:lnTo>
                    <a:pt x="2330646" y="78469"/>
                  </a:lnTo>
                  <a:lnTo>
                    <a:pt x="2381276" y="84723"/>
                  </a:lnTo>
                  <a:lnTo>
                    <a:pt x="2431252" y="91200"/>
                  </a:lnTo>
                  <a:lnTo>
                    <a:pt x="2480553" y="97898"/>
                  </a:lnTo>
                  <a:lnTo>
                    <a:pt x="2529159" y="104813"/>
                  </a:lnTo>
                  <a:lnTo>
                    <a:pt x="2577049" y="111946"/>
                  </a:lnTo>
                  <a:lnTo>
                    <a:pt x="2624204" y="119293"/>
                  </a:lnTo>
                  <a:lnTo>
                    <a:pt x="2670604" y="126853"/>
                  </a:lnTo>
                  <a:lnTo>
                    <a:pt x="2716228" y="134623"/>
                  </a:lnTo>
                  <a:lnTo>
                    <a:pt x="2761055" y="142603"/>
                  </a:lnTo>
                  <a:lnTo>
                    <a:pt x="2805067" y="150789"/>
                  </a:lnTo>
                  <a:lnTo>
                    <a:pt x="2848242" y="159181"/>
                  </a:lnTo>
                  <a:lnTo>
                    <a:pt x="2890561" y="167775"/>
                  </a:lnTo>
                  <a:lnTo>
                    <a:pt x="2932003" y="176571"/>
                  </a:lnTo>
                  <a:lnTo>
                    <a:pt x="2972549" y="185566"/>
                  </a:lnTo>
                  <a:lnTo>
                    <a:pt x="3012177" y="194758"/>
                  </a:lnTo>
                  <a:lnTo>
                    <a:pt x="3050868" y="204146"/>
                  </a:lnTo>
                  <a:lnTo>
                    <a:pt x="3088603" y="213727"/>
                  </a:lnTo>
                  <a:lnTo>
                    <a:pt x="3161118" y="233462"/>
                  </a:lnTo>
                  <a:lnTo>
                    <a:pt x="3229563" y="253948"/>
                  </a:lnTo>
                  <a:lnTo>
                    <a:pt x="3293775" y="275170"/>
                  </a:lnTo>
                  <a:lnTo>
                    <a:pt x="3353593" y="297111"/>
                  </a:lnTo>
                  <a:lnTo>
                    <a:pt x="3408857" y="319758"/>
                  </a:lnTo>
                  <a:lnTo>
                    <a:pt x="3459403" y="343093"/>
                  </a:lnTo>
                  <a:lnTo>
                    <a:pt x="3505073" y="367102"/>
                  </a:lnTo>
                  <a:lnTo>
                    <a:pt x="3556782" y="399321"/>
                  </a:lnTo>
                  <a:lnTo>
                    <a:pt x="3598616" y="432063"/>
                  </a:lnTo>
                  <a:lnTo>
                    <a:pt x="3630482" y="465245"/>
                  </a:lnTo>
                  <a:lnTo>
                    <a:pt x="3652291" y="498780"/>
                  </a:lnTo>
                  <a:lnTo>
                    <a:pt x="3663950" y="532583"/>
                  </a:lnTo>
                </a:path>
              </a:pathLst>
            </a:custGeom>
            <a:ln w="50800">
              <a:solidFill>
                <a:srgbClr val="005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955540" y="8719819"/>
            <a:ext cx="8864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10" dirty="0">
                <a:solidFill>
                  <a:srgbClr val="39AFC7"/>
                </a:solidFill>
                <a:latin typeface="Malgun Gothic"/>
                <a:cs typeface="Malgun Gothic"/>
              </a:rPr>
              <a:t>소셜미디어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29280" y="8127618"/>
            <a:ext cx="7143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39AFC7"/>
                </a:solidFill>
                <a:latin typeface="Malgun Gothic"/>
                <a:cs typeface="Malgun Gothic"/>
              </a:rPr>
              <a:t>웹사이트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759710" y="5071109"/>
            <a:ext cx="54229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5" dirty="0">
                <a:solidFill>
                  <a:srgbClr val="39AFC7"/>
                </a:solidFill>
                <a:latin typeface="Malgun Gothic"/>
                <a:cs typeface="Malgun Gothic"/>
              </a:rPr>
              <a:t>모바일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75403" y="4795520"/>
            <a:ext cx="11233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39AFC7"/>
                </a:solidFill>
                <a:latin typeface="Malgun Gothic"/>
                <a:cs typeface="Malgun Gothic"/>
              </a:rPr>
              <a:t>오프라인</a:t>
            </a:r>
            <a:r>
              <a:rPr sz="1350" b="1" spc="30" dirty="0">
                <a:solidFill>
                  <a:srgbClr val="39AFC7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39AFC7"/>
                </a:solidFill>
                <a:latin typeface="Malgun Gothic"/>
                <a:cs typeface="Malgun Gothic"/>
              </a:rPr>
              <a:t>매장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069828" y="4808601"/>
            <a:ext cx="995044" cy="606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spc="-20" dirty="0">
                <a:solidFill>
                  <a:srgbClr val="005679"/>
                </a:solidFill>
                <a:latin typeface="Malgun Gothic"/>
                <a:cs typeface="Malgun Gothic"/>
              </a:rPr>
              <a:t>채널통합</a:t>
            </a:r>
            <a:endParaRPr sz="19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1900" b="1" spc="-20" dirty="0">
                <a:solidFill>
                  <a:srgbClr val="005679"/>
                </a:solidFill>
                <a:latin typeface="Malgun Gothic"/>
                <a:cs typeface="Malgun Gothic"/>
              </a:rPr>
              <a:t>정보분석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586482" y="5004282"/>
            <a:ext cx="10064750" cy="3759200"/>
            <a:chOff x="2586482" y="5004282"/>
            <a:chExt cx="10064750" cy="3759200"/>
          </a:xfrm>
        </p:grpSpPr>
        <p:pic>
          <p:nvPicPr>
            <p:cNvPr id="33" name="object 3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86482" y="7311491"/>
              <a:ext cx="848893" cy="84889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25979" y="5337784"/>
              <a:ext cx="848893" cy="84889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4336" y="7914233"/>
              <a:ext cx="848893" cy="84889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11292" y="5004282"/>
              <a:ext cx="848893" cy="84889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11031092" y="6231889"/>
              <a:ext cx="1620520" cy="981075"/>
            </a:xfrm>
            <a:custGeom>
              <a:avLst/>
              <a:gdLst/>
              <a:ahLst/>
              <a:cxnLst/>
              <a:rect l="l" t="t" r="r" b="b"/>
              <a:pathLst>
                <a:path w="1620520" h="981075">
                  <a:moveTo>
                    <a:pt x="1456689" y="0"/>
                  </a:moveTo>
                  <a:lnTo>
                    <a:pt x="163449" y="0"/>
                  </a:lnTo>
                  <a:lnTo>
                    <a:pt x="120032" y="5836"/>
                  </a:lnTo>
                  <a:lnTo>
                    <a:pt x="80997" y="22304"/>
                  </a:lnTo>
                  <a:lnTo>
                    <a:pt x="47910" y="47847"/>
                  </a:lnTo>
                  <a:lnTo>
                    <a:pt x="22337" y="80903"/>
                  </a:lnTo>
                  <a:lnTo>
                    <a:pt x="5845" y="119915"/>
                  </a:lnTo>
                  <a:lnTo>
                    <a:pt x="0" y="163322"/>
                  </a:lnTo>
                  <a:lnTo>
                    <a:pt x="0" y="817118"/>
                  </a:lnTo>
                  <a:lnTo>
                    <a:pt x="5845" y="860578"/>
                  </a:lnTo>
                  <a:lnTo>
                    <a:pt x="22337" y="899625"/>
                  </a:lnTo>
                  <a:lnTo>
                    <a:pt x="47910" y="932703"/>
                  </a:lnTo>
                  <a:lnTo>
                    <a:pt x="80997" y="958257"/>
                  </a:lnTo>
                  <a:lnTo>
                    <a:pt x="120032" y="974730"/>
                  </a:lnTo>
                  <a:lnTo>
                    <a:pt x="163449" y="980567"/>
                  </a:lnTo>
                  <a:lnTo>
                    <a:pt x="1456689" y="980567"/>
                  </a:lnTo>
                  <a:lnTo>
                    <a:pt x="1500150" y="974730"/>
                  </a:lnTo>
                  <a:lnTo>
                    <a:pt x="1539197" y="958257"/>
                  </a:lnTo>
                  <a:lnTo>
                    <a:pt x="1572275" y="932703"/>
                  </a:lnTo>
                  <a:lnTo>
                    <a:pt x="1597829" y="899625"/>
                  </a:lnTo>
                  <a:lnTo>
                    <a:pt x="1614302" y="860578"/>
                  </a:lnTo>
                  <a:lnTo>
                    <a:pt x="1620138" y="817118"/>
                  </a:lnTo>
                  <a:lnTo>
                    <a:pt x="1620138" y="163322"/>
                  </a:lnTo>
                  <a:lnTo>
                    <a:pt x="1614302" y="119915"/>
                  </a:lnTo>
                  <a:lnTo>
                    <a:pt x="1597829" y="80903"/>
                  </a:lnTo>
                  <a:lnTo>
                    <a:pt x="1572275" y="47847"/>
                  </a:lnTo>
                  <a:lnTo>
                    <a:pt x="1539197" y="22304"/>
                  </a:lnTo>
                  <a:lnTo>
                    <a:pt x="1500150" y="5836"/>
                  </a:lnTo>
                  <a:lnTo>
                    <a:pt x="14566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1207622" y="6331076"/>
            <a:ext cx="126936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23215" marR="5080" indent="-311150">
              <a:lnSpc>
                <a:spcPct val="100000"/>
              </a:lnSpc>
              <a:spcBef>
                <a:spcPts val="95"/>
              </a:spcBef>
            </a:pPr>
            <a:r>
              <a:rPr sz="2450" b="1" spc="-20" dirty="0">
                <a:solidFill>
                  <a:srgbClr val="00AFEF"/>
                </a:solidFill>
                <a:latin typeface="Malgun Gothic"/>
                <a:cs typeface="Malgun Gothic"/>
              </a:rPr>
              <a:t>고객경험 </a:t>
            </a:r>
            <a:r>
              <a:rPr sz="2450" b="1" spc="-25" dirty="0">
                <a:solidFill>
                  <a:srgbClr val="00AFEF"/>
                </a:solidFill>
                <a:latin typeface="Malgun Gothic"/>
                <a:cs typeface="Malgun Gothic"/>
              </a:rPr>
              <a:t>향상</a:t>
            </a:r>
            <a:endParaRPr sz="2450">
              <a:latin typeface="Malgun Gothic"/>
              <a:cs typeface="Malgun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9655047" y="5345303"/>
            <a:ext cx="6296660" cy="2713355"/>
            <a:chOff x="9655047" y="5345303"/>
            <a:chExt cx="6296660" cy="2713355"/>
          </a:xfrm>
        </p:grpSpPr>
        <p:sp>
          <p:nvSpPr>
            <p:cNvPr id="40" name="object 40"/>
            <p:cNvSpPr/>
            <p:nvPr/>
          </p:nvSpPr>
          <p:spPr>
            <a:xfrm>
              <a:off x="9680447" y="5537327"/>
              <a:ext cx="2243455" cy="2496185"/>
            </a:xfrm>
            <a:custGeom>
              <a:avLst/>
              <a:gdLst/>
              <a:ahLst/>
              <a:cxnLst/>
              <a:rect l="l" t="t" r="r" b="b"/>
              <a:pathLst>
                <a:path w="2243454" h="2496184">
                  <a:moveTo>
                    <a:pt x="12826" y="1530604"/>
                  </a:moveTo>
                  <a:lnTo>
                    <a:pt x="71443" y="1523812"/>
                  </a:lnTo>
                  <a:lnTo>
                    <a:pt x="130197" y="1517861"/>
                  </a:lnTo>
                  <a:lnTo>
                    <a:pt x="189043" y="1512740"/>
                  </a:lnTo>
                  <a:lnTo>
                    <a:pt x="247935" y="1508442"/>
                  </a:lnTo>
                  <a:lnTo>
                    <a:pt x="306828" y="1504957"/>
                  </a:lnTo>
                  <a:lnTo>
                    <a:pt x="365676" y="1502275"/>
                  </a:lnTo>
                  <a:lnTo>
                    <a:pt x="424434" y="1500390"/>
                  </a:lnTo>
                  <a:lnTo>
                    <a:pt x="483057" y="1499290"/>
                  </a:lnTo>
                  <a:lnTo>
                    <a:pt x="541498" y="1498968"/>
                  </a:lnTo>
                  <a:lnTo>
                    <a:pt x="599713" y="1499414"/>
                  </a:lnTo>
                  <a:lnTo>
                    <a:pt x="657656" y="1500620"/>
                  </a:lnTo>
                  <a:lnTo>
                    <a:pt x="715282" y="1502576"/>
                  </a:lnTo>
                  <a:lnTo>
                    <a:pt x="772545" y="1505274"/>
                  </a:lnTo>
                  <a:lnTo>
                    <a:pt x="829400" y="1508705"/>
                  </a:lnTo>
                  <a:lnTo>
                    <a:pt x="885802" y="1512860"/>
                  </a:lnTo>
                  <a:lnTo>
                    <a:pt x="941704" y="1517729"/>
                  </a:lnTo>
                  <a:lnTo>
                    <a:pt x="997062" y="1523305"/>
                  </a:lnTo>
                  <a:lnTo>
                    <a:pt x="1051829" y="1529578"/>
                  </a:lnTo>
                  <a:lnTo>
                    <a:pt x="1105962" y="1536538"/>
                  </a:lnTo>
                  <a:lnTo>
                    <a:pt x="1159413" y="1544179"/>
                  </a:lnTo>
                  <a:lnTo>
                    <a:pt x="1212138" y="1552489"/>
                  </a:lnTo>
                  <a:lnTo>
                    <a:pt x="1264091" y="1561461"/>
                  </a:lnTo>
                  <a:lnTo>
                    <a:pt x="1315227" y="1571085"/>
                  </a:lnTo>
                  <a:lnTo>
                    <a:pt x="1365501" y="1581352"/>
                  </a:lnTo>
                  <a:lnTo>
                    <a:pt x="1414866" y="1592255"/>
                  </a:lnTo>
                  <a:lnTo>
                    <a:pt x="1463278" y="1603783"/>
                  </a:lnTo>
                  <a:lnTo>
                    <a:pt x="1510691" y="1615927"/>
                  </a:lnTo>
                  <a:lnTo>
                    <a:pt x="1557059" y="1628680"/>
                  </a:lnTo>
                  <a:lnTo>
                    <a:pt x="1602338" y="1642031"/>
                  </a:lnTo>
                  <a:lnTo>
                    <a:pt x="1646481" y="1655973"/>
                  </a:lnTo>
                  <a:lnTo>
                    <a:pt x="1689443" y="1670495"/>
                  </a:lnTo>
                  <a:lnTo>
                    <a:pt x="1731180" y="1685590"/>
                  </a:lnTo>
                  <a:lnTo>
                    <a:pt x="1771644" y="1701248"/>
                  </a:lnTo>
                  <a:lnTo>
                    <a:pt x="1810792" y="1717460"/>
                  </a:lnTo>
                  <a:lnTo>
                    <a:pt x="1848576" y="1734217"/>
                  </a:lnTo>
                  <a:lnTo>
                    <a:pt x="1884953" y="1751511"/>
                  </a:lnTo>
                  <a:lnTo>
                    <a:pt x="1919877" y="1769332"/>
                  </a:lnTo>
                  <a:lnTo>
                    <a:pt x="1953302" y="1787672"/>
                  </a:lnTo>
                  <a:lnTo>
                    <a:pt x="2015472" y="1825872"/>
                  </a:lnTo>
                  <a:lnTo>
                    <a:pt x="2071102" y="1866039"/>
                  </a:lnTo>
                  <a:lnTo>
                    <a:pt x="2119828" y="1908102"/>
                  </a:lnTo>
                  <a:lnTo>
                    <a:pt x="2161285" y="1951990"/>
                  </a:lnTo>
                  <a:lnTo>
                    <a:pt x="2189105" y="1988645"/>
                  </a:lnTo>
                  <a:lnTo>
                    <a:pt x="2211167" y="2025650"/>
                  </a:lnTo>
                  <a:lnTo>
                    <a:pt x="2227500" y="2062911"/>
                  </a:lnTo>
                  <a:lnTo>
                    <a:pt x="2238135" y="2100335"/>
                  </a:lnTo>
                  <a:lnTo>
                    <a:pt x="2243102" y="2137828"/>
                  </a:lnTo>
                  <a:lnTo>
                    <a:pt x="2242429" y="2175296"/>
                  </a:lnTo>
                  <a:lnTo>
                    <a:pt x="2224287" y="2249783"/>
                  </a:lnTo>
                  <a:lnTo>
                    <a:pt x="2206877" y="2286614"/>
                  </a:lnTo>
                  <a:lnTo>
                    <a:pt x="2183948" y="2323046"/>
                  </a:lnTo>
                  <a:lnTo>
                    <a:pt x="2155529" y="2358984"/>
                  </a:lnTo>
                  <a:lnTo>
                    <a:pt x="2121649" y="2394336"/>
                  </a:lnTo>
                  <a:lnTo>
                    <a:pt x="2082340" y="2429006"/>
                  </a:lnTo>
                  <a:lnTo>
                    <a:pt x="2037630" y="2462902"/>
                  </a:lnTo>
                  <a:lnTo>
                    <a:pt x="1987550" y="2495931"/>
                  </a:lnTo>
                </a:path>
                <a:path w="2243454" h="2496184">
                  <a:moveTo>
                    <a:pt x="0" y="903859"/>
                  </a:moveTo>
                  <a:lnTo>
                    <a:pt x="60349" y="909701"/>
                  </a:lnTo>
                  <a:lnTo>
                    <a:pt x="120785" y="914738"/>
                  </a:lnTo>
                  <a:lnTo>
                    <a:pt x="181258" y="918979"/>
                  </a:lnTo>
                  <a:lnTo>
                    <a:pt x="241722" y="922432"/>
                  </a:lnTo>
                  <a:lnTo>
                    <a:pt x="302127" y="925108"/>
                  </a:lnTo>
                  <a:lnTo>
                    <a:pt x="362426" y="927014"/>
                  </a:lnTo>
                  <a:lnTo>
                    <a:pt x="422572" y="928161"/>
                  </a:lnTo>
                  <a:lnTo>
                    <a:pt x="482516" y="928557"/>
                  </a:lnTo>
                  <a:lnTo>
                    <a:pt x="542210" y="928212"/>
                  </a:lnTo>
                  <a:lnTo>
                    <a:pt x="601607" y="927135"/>
                  </a:lnTo>
                  <a:lnTo>
                    <a:pt x="660658" y="925334"/>
                  </a:lnTo>
                  <a:lnTo>
                    <a:pt x="719317" y="922819"/>
                  </a:lnTo>
                  <a:lnTo>
                    <a:pt x="777533" y="919600"/>
                  </a:lnTo>
                  <a:lnTo>
                    <a:pt x="835261" y="915685"/>
                  </a:lnTo>
                  <a:lnTo>
                    <a:pt x="892452" y="911083"/>
                  </a:lnTo>
                  <a:lnTo>
                    <a:pt x="949058" y="905805"/>
                  </a:lnTo>
                  <a:lnTo>
                    <a:pt x="1005031" y="899858"/>
                  </a:lnTo>
                  <a:lnTo>
                    <a:pt x="1060324" y="893251"/>
                  </a:lnTo>
                  <a:lnTo>
                    <a:pt x="1114887" y="885996"/>
                  </a:lnTo>
                  <a:lnTo>
                    <a:pt x="1168675" y="878099"/>
                  </a:lnTo>
                  <a:lnTo>
                    <a:pt x="1221638" y="869571"/>
                  </a:lnTo>
                  <a:lnTo>
                    <a:pt x="1273728" y="860420"/>
                  </a:lnTo>
                  <a:lnTo>
                    <a:pt x="1324899" y="850656"/>
                  </a:lnTo>
                  <a:lnTo>
                    <a:pt x="1375101" y="840289"/>
                  </a:lnTo>
                  <a:lnTo>
                    <a:pt x="1424288" y="829326"/>
                  </a:lnTo>
                  <a:lnTo>
                    <a:pt x="1472411" y="817777"/>
                  </a:lnTo>
                  <a:lnTo>
                    <a:pt x="1519421" y="805652"/>
                  </a:lnTo>
                  <a:lnTo>
                    <a:pt x="1565273" y="792959"/>
                  </a:lnTo>
                  <a:lnTo>
                    <a:pt x="1609916" y="779708"/>
                  </a:lnTo>
                  <a:lnTo>
                    <a:pt x="1653304" y="765908"/>
                  </a:lnTo>
                  <a:lnTo>
                    <a:pt x="1695389" y="751568"/>
                  </a:lnTo>
                  <a:lnTo>
                    <a:pt x="1736123" y="736697"/>
                  </a:lnTo>
                  <a:lnTo>
                    <a:pt x="1775457" y="721305"/>
                  </a:lnTo>
                  <a:lnTo>
                    <a:pt x="1813344" y="705400"/>
                  </a:lnTo>
                  <a:lnTo>
                    <a:pt x="1849737" y="688991"/>
                  </a:lnTo>
                  <a:lnTo>
                    <a:pt x="1884586" y="672089"/>
                  </a:lnTo>
                  <a:lnTo>
                    <a:pt x="1949465" y="636837"/>
                  </a:lnTo>
                  <a:lnTo>
                    <a:pt x="2007597" y="599719"/>
                  </a:lnTo>
                  <a:lnTo>
                    <a:pt x="2058601" y="560807"/>
                  </a:lnTo>
                  <a:lnTo>
                    <a:pt x="2102091" y="520175"/>
                  </a:lnTo>
                  <a:lnTo>
                    <a:pt x="2148073" y="462797"/>
                  </a:lnTo>
                  <a:lnTo>
                    <a:pt x="2168554" y="426049"/>
                  </a:lnTo>
                  <a:lnTo>
                    <a:pt x="2182388" y="389099"/>
                  </a:lnTo>
                  <a:lnTo>
                    <a:pt x="2190296" y="315023"/>
                  </a:lnTo>
                  <a:lnTo>
                    <a:pt x="2184461" y="278111"/>
                  </a:lnTo>
                  <a:lnTo>
                    <a:pt x="2172160" y="241426"/>
                  </a:lnTo>
                  <a:lnTo>
                    <a:pt x="2153438" y="205076"/>
                  </a:lnTo>
                  <a:lnTo>
                    <a:pt x="2128341" y="169168"/>
                  </a:lnTo>
                  <a:lnTo>
                    <a:pt x="2096914" y="133808"/>
                  </a:lnTo>
                  <a:lnTo>
                    <a:pt x="2059202" y="99104"/>
                  </a:lnTo>
                  <a:lnTo>
                    <a:pt x="2015250" y="65163"/>
                  </a:lnTo>
                  <a:lnTo>
                    <a:pt x="1965104" y="32093"/>
                  </a:lnTo>
                  <a:lnTo>
                    <a:pt x="1908809" y="0"/>
                  </a:lnTo>
                </a:path>
              </a:pathLst>
            </a:custGeom>
            <a:ln w="50800">
              <a:solidFill>
                <a:srgbClr val="00567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234671" y="5345303"/>
              <a:ext cx="3716781" cy="2707767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1073510" y="8198866"/>
            <a:ext cx="131953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83210">
              <a:lnSpc>
                <a:spcPct val="100000"/>
              </a:lnSpc>
              <a:spcBef>
                <a:spcPts val="105"/>
              </a:spcBef>
            </a:pPr>
            <a:r>
              <a:rPr sz="1900" b="1" spc="-25" dirty="0">
                <a:solidFill>
                  <a:srgbClr val="005679"/>
                </a:solidFill>
                <a:latin typeface="Malgun Gothic"/>
                <a:cs typeface="Malgun Gothic"/>
              </a:rPr>
              <a:t>개인화 </a:t>
            </a:r>
            <a:r>
              <a:rPr sz="1900" b="1" dirty="0">
                <a:solidFill>
                  <a:srgbClr val="005679"/>
                </a:solidFill>
                <a:latin typeface="Malgun Gothic"/>
                <a:cs typeface="Malgun Gothic"/>
              </a:rPr>
              <a:t>실시간</a:t>
            </a:r>
            <a:r>
              <a:rPr sz="1900" b="1" spc="-20" dirty="0">
                <a:solidFill>
                  <a:srgbClr val="005679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5679"/>
                </a:solidFill>
                <a:latin typeface="Malgun Gothic"/>
                <a:cs typeface="Malgun Gothic"/>
              </a:rPr>
              <a:t>추천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sp>
        <p:nvSpPr>
          <p:cNvPr id="43" name="object 43"/>
          <p:cNvSpPr txBox="1"/>
          <p:nvPr/>
        </p:nvSpPr>
        <p:spPr>
          <a:xfrm>
            <a:off x="13286612" y="4929886"/>
            <a:ext cx="163957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005679"/>
                </a:solidFill>
                <a:latin typeface="Malgun Gothic"/>
                <a:cs typeface="Malgun Gothic"/>
              </a:rPr>
              <a:t>Customer</a:t>
            </a:r>
            <a:r>
              <a:rPr sz="1900" b="1" spc="-65" dirty="0">
                <a:solidFill>
                  <a:srgbClr val="005679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5679"/>
                </a:solidFill>
                <a:latin typeface="Malgun Gothic"/>
                <a:cs typeface="Malgun Gothic"/>
              </a:rPr>
              <a:t>360</a:t>
            </a:r>
            <a:endParaRPr sz="19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905254" y="2952876"/>
            <a:ext cx="6671945" cy="1414145"/>
            <a:chOff x="1905254" y="2952876"/>
            <a:chExt cx="6671945" cy="1414145"/>
          </a:xfrm>
        </p:grpSpPr>
        <p:sp>
          <p:nvSpPr>
            <p:cNvPr id="4" name="object 4"/>
            <p:cNvSpPr/>
            <p:nvPr/>
          </p:nvSpPr>
          <p:spPr>
            <a:xfrm>
              <a:off x="1917954" y="2965576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5" h="1388745">
                  <a:moveTo>
                    <a:pt x="6415024" y="0"/>
                  </a:moveTo>
                  <a:lnTo>
                    <a:pt x="231394" y="0"/>
                  </a:lnTo>
                  <a:lnTo>
                    <a:pt x="184733" y="4702"/>
                  </a:lnTo>
                  <a:lnTo>
                    <a:pt x="141285" y="18188"/>
                  </a:lnTo>
                  <a:lnTo>
                    <a:pt x="101978" y="39527"/>
                  </a:lnTo>
                  <a:lnTo>
                    <a:pt x="67738" y="67786"/>
                  </a:lnTo>
                  <a:lnTo>
                    <a:pt x="39493" y="102034"/>
                  </a:lnTo>
                  <a:lnTo>
                    <a:pt x="18170" y="141339"/>
                  </a:lnTo>
                  <a:lnTo>
                    <a:pt x="4697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697" y="1203594"/>
                  </a:lnTo>
                  <a:lnTo>
                    <a:pt x="18170" y="1247024"/>
                  </a:lnTo>
                  <a:lnTo>
                    <a:pt x="39493" y="1286329"/>
                  </a:lnTo>
                  <a:lnTo>
                    <a:pt x="67738" y="1320577"/>
                  </a:lnTo>
                  <a:lnTo>
                    <a:pt x="101978" y="1348836"/>
                  </a:lnTo>
                  <a:lnTo>
                    <a:pt x="141285" y="1370175"/>
                  </a:lnTo>
                  <a:lnTo>
                    <a:pt x="184733" y="1383661"/>
                  </a:lnTo>
                  <a:lnTo>
                    <a:pt x="231394" y="1388364"/>
                  </a:lnTo>
                  <a:lnTo>
                    <a:pt x="6415024" y="1388364"/>
                  </a:lnTo>
                  <a:lnTo>
                    <a:pt x="6461648" y="1383661"/>
                  </a:lnTo>
                  <a:lnTo>
                    <a:pt x="6505078" y="1370175"/>
                  </a:lnTo>
                  <a:lnTo>
                    <a:pt x="6544383" y="1348836"/>
                  </a:lnTo>
                  <a:lnTo>
                    <a:pt x="6578631" y="1320577"/>
                  </a:lnTo>
                  <a:lnTo>
                    <a:pt x="6606890" y="1286329"/>
                  </a:lnTo>
                  <a:lnTo>
                    <a:pt x="6628229" y="1247024"/>
                  </a:lnTo>
                  <a:lnTo>
                    <a:pt x="6641715" y="1203594"/>
                  </a:lnTo>
                  <a:lnTo>
                    <a:pt x="6646418" y="1156970"/>
                  </a:lnTo>
                  <a:lnTo>
                    <a:pt x="6646418" y="231394"/>
                  </a:lnTo>
                  <a:lnTo>
                    <a:pt x="6641715" y="184769"/>
                  </a:lnTo>
                  <a:lnTo>
                    <a:pt x="6628229" y="141339"/>
                  </a:lnTo>
                  <a:lnTo>
                    <a:pt x="6606890" y="102034"/>
                  </a:lnTo>
                  <a:lnTo>
                    <a:pt x="6578631" y="67786"/>
                  </a:lnTo>
                  <a:lnTo>
                    <a:pt x="6544383" y="39527"/>
                  </a:lnTo>
                  <a:lnTo>
                    <a:pt x="6505078" y="18188"/>
                  </a:lnTo>
                  <a:lnTo>
                    <a:pt x="6461648" y="4702"/>
                  </a:lnTo>
                  <a:lnTo>
                    <a:pt x="6415024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17954" y="2965576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5" h="1388745">
                  <a:moveTo>
                    <a:pt x="0" y="231394"/>
                  </a:moveTo>
                  <a:lnTo>
                    <a:pt x="4697" y="184769"/>
                  </a:lnTo>
                  <a:lnTo>
                    <a:pt x="18170" y="141339"/>
                  </a:lnTo>
                  <a:lnTo>
                    <a:pt x="39493" y="102034"/>
                  </a:lnTo>
                  <a:lnTo>
                    <a:pt x="67738" y="67786"/>
                  </a:lnTo>
                  <a:lnTo>
                    <a:pt x="101978" y="39527"/>
                  </a:lnTo>
                  <a:lnTo>
                    <a:pt x="141285" y="18188"/>
                  </a:lnTo>
                  <a:lnTo>
                    <a:pt x="184733" y="4702"/>
                  </a:lnTo>
                  <a:lnTo>
                    <a:pt x="231394" y="0"/>
                  </a:lnTo>
                  <a:lnTo>
                    <a:pt x="6415024" y="0"/>
                  </a:lnTo>
                  <a:lnTo>
                    <a:pt x="6461648" y="4702"/>
                  </a:lnTo>
                  <a:lnTo>
                    <a:pt x="6505078" y="18188"/>
                  </a:lnTo>
                  <a:lnTo>
                    <a:pt x="6544383" y="39527"/>
                  </a:lnTo>
                  <a:lnTo>
                    <a:pt x="6578631" y="67786"/>
                  </a:lnTo>
                  <a:lnTo>
                    <a:pt x="6606890" y="102034"/>
                  </a:lnTo>
                  <a:lnTo>
                    <a:pt x="6628229" y="141339"/>
                  </a:lnTo>
                  <a:lnTo>
                    <a:pt x="6641715" y="184769"/>
                  </a:lnTo>
                  <a:lnTo>
                    <a:pt x="6646418" y="231394"/>
                  </a:lnTo>
                  <a:lnTo>
                    <a:pt x="6646418" y="1156970"/>
                  </a:lnTo>
                  <a:lnTo>
                    <a:pt x="6641715" y="1203594"/>
                  </a:lnTo>
                  <a:lnTo>
                    <a:pt x="6628229" y="1247024"/>
                  </a:lnTo>
                  <a:lnTo>
                    <a:pt x="6606890" y="1286329"/>
                  </a:lnTo>
                  <a:lnTo>
                    <a:pt x="6578631" y="1320577"/>
                  </a:lnTo>
                  <a:lnTo>
                    <a:pt x="6544383" y="1348836"/>
                  </a:lnTo>
                  <a:lnTo>
                    <a:pt x="6505078" y="1370175"/>
                  </a:lnTo>
                  <a:lnTo>
                    <a:pt x="6461648" y="1383661"/>
                  </a:lnTo>
                  <a:lnTo>
                    <a:pt x="6415024" y="1388364"/>
                  </a:lnTo>
                  <a:lnTo>
                    <a:pt x="231394" y="1388364"/>
                  </a:lnTo>
                  <a:lnTo>
                    <a:pt x="184733" y="1383661"/>
                  </a:lnTo>
                  <a:lnTo>
                    <a:pt x="141285" y="1370175"/>
                  </a:lnTo>
                  <a:lnTo>
                    <a:pt x="101978" y="1348836"/>
                  </a:lnTo>
                  <a:lnTo>
                    <a:pt x="67738" y="1320577"/>
                  </a:lnTo>
                  <a:lnTo>
                    <a:pt x="39493" y="1286329"/>
                  </a:lnTo>
                  <a:lnTo>
                    <a:pt x="18170" y="1247024"/>
                  </a:lnTo>
                  <a:lnTo>
                    <a:pt x="4697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3207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130"/>
              </a:spcBef>
            </a:pPr>
            <a:r>
              <a:rPr sz="4600" dirty="0"/>
              <a:t>게이밍</a:t>
            </a:r>
            <a:r>
              <a:rPr sz="4600" spc="-10" dirty="0"/>
              <a:t> </a:t>
            </a:r>
            <a:r>
              <a:rPr dirty="0"/>
              <a:t>게임의</a:t>
            </a:r>
            <a:r>
              <a:rPr spc="20" dirty="0"/>
              <a:t> </a:t>
            </a:r>
            <a:r>
              <a:rPr dirty="0"/>
              <a:t>수익과</a:t>
            </a:r>
            <a:r>
              <a:rPr spc="30" dirty="0"/>
              <a:t> </a:t>
            </a:r>
            <a:r>
              <a:rPr dirty="0"/>
              <a:t>직결되는</a:t>
            </a:r>
            <a:r>
              <a:rPr spc="30" dirty="0"/>
              <a:t> </a:t>
            </a:r>
            <a:r>
              <a:rPr dirty="0">
                <a:solidFill>
                  <a:srgbClr val="00AFEF"/>
                </a:solidFill>
              </a:rPr>
              <a:t>플레이어</a:t>
            </a:r>
            <a:r>
              <a:rPr spc="30" dirty="0">
                <a:solidFill>
                  <a:srgbClr val="00AFEF"/>
                </a:solidFill>
              </a:rPr>
              <a:t> </a:t>
            </a:r>
            <a:r>
              <a:rPr dirty="0">
                <a:solidFill>
                  <a:srgbClr val="00AFEF"/>
                </a:solidFill>
              </a:rPr>
              <a:t>원격분석</a:t>
            </a:r>
            <a:r>
              <a:rPr spc="45" dirty="0">
                <a:solidFill>
                  <a:srgbClr val="00AFEF"/>
                </a:solidFill>
              </a:rPr>
              <a:t> </a:t>
            </a:r>
            <a:r>
              <a:rPr dirty="0">
                <a:solidFill>
                  <a:srgbClr val="221F1F"/>
                </a:solidFill>
              </a:rPr>
              <a:t>통한</a:t>
            </a:r>
            <a:r>
              <a:rPr spc="20" dirty="0">
                <a:solidFill>
                  <a:srgbClr val="221F1F"/>
                </a:solidFill>
              </a:rPr>
              <a:t> </a:t>
            </a:r>
            <a:r>
              <a:rPr dirty="0">
                <a:solidFill>
                  <a:srgbClr val="00AFEF"/>
                </a:solidFill>
              </a:rPr>
              <a:t>어뷰징</a:t>
            </a:r>
            <a:r>
              <a:rPr spc="20" dirty="0">
                <a:solidFill>
                  <a:srgbClr val="00AFEF"/>
                </a:solidFill>
              </a:rPr>
              <a:t> </a:t>
            </a:r>
            <a:r>
              <a:rPr spc="-25" dirty="0">
                <a:solidFill>
                  <a:srgbClr val="00AFEF"/>
                </a:solidFill>
              </a:rPr>
              <a:t>방지</a:t>
            </a:r>
            <a:endParaRPr sz="4600"/>
          </a:p>
        </p:txBody>
      </p:sp>
      <p:grpSp>
        <p:nvGrpSpPr>
          <p:cNvPr id="7" name="object 7"/>
          <p:cNvGrpSpPr/>
          <p:nvPr/>
        </p:nvGrpSpPr>
        <p:grpSpPr>
          <a:xfrm>
            <a:off x="9277350" y="2023236"/>
            <a:ext cx="6671945" cy="821055"/>
            <a:chOff x="9277350" y="2023236"/>
            <a:chExt cx="6671945" cy="821055"/>
          </a:xfrm>
        </p:grpSpPr>
        <p:sp>
          <p:nvSpPr>
            <p:cNvPr id="8" name="object 8"/>
            <p:cNvSpPr/>
            <p:nvPr/>
          </p:nvSpPr>
          <p:spPr>
            <a:xfrm>
              <a:off x="9290050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4" h="795655">
                  <a:moveTo>
                    <a:pt x="6513957" y="0"/>
                  </a:moveTo>
                  <a:lnTo>
                    <a:pt x="132588" y="0"/>
                  </a:lnTo>
                  <a:lnTo>
                    <a:pt x="90708" y="6766"/>
                  </a:lnTo>
                  <a:lnTo>
                    <a:pt x="54315" y="25603"/>
                  </a:lnTo>
                  <a:lnTo>
                    <a:pt x="25603" y="54315"/>
                  </a:lnTo>
                  <a:lnTo>
                    <a:pt x="6766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66" y="704819"/>
                  </a:lnTo>
                  <a:lnTo>
                    <a:pt x="25603" y="741212"/>
                  </a:lnTo>
                  <a:lnTo>
                    <a:pt x="54315" y="769924"/>
                  </a:lnTo>
                  <a:lnTo>
                    <a:pt x="90708" y="788761"/>
                  </a:lnTo>
                  <a:lnTo>
                    <a:pt x="132588" y="795528"/>
                  </a:lnTo>
                  <a:lnTo>
                    <a:pt x="6513957" y="795528"/>
                  </a:lnTo>
                  <a:lnTo>
                    <a:pt x="6555836" y="788761"/>
                  </a:lnTo>
                  <a:lnTo>
                    <a:pt x="6592229" y="769924"/>
                  </a:lnTo>
                  <a:lnTo>
                    <a:pt x="6620941" y="741212"/>
                  </a:lnTo>
                  <a:lnTo>
                    <a:pt x="6639778" y="704819"/>
                  </a:lnTo>
                  <a:lnTo>
                    <a:pt x="6646544" y="662940"/>
                  </a:lnTo>
                  <a:lnTo>
                    <a:pt x="6646544" y="132588"/>
                  </a:lnTo>
                  <a:lnTo>
                    <a:pt x="6639778" y="90708"/>
                  </a:lnTo>
                  <a:lnTo>
                    <a:pt x="6620941" y="54315"/>
                  </a:lnTo>
                  <a:lnTo>
                    <a:pt x="6592229" y="25603"/>
                  </a:lnTo>
                  <a:lnTo>
                    <a:pt x="6555836" y="6766"/>
                  </a:lnTo>
                  <a:lnTo>
                    <a:pt x="6513957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290050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4" h="795655">
                  <a:moveTo>
                    <a:pt x="0" y="132588"/>
                  </a:moveTo>
                  <a:lnTo>
                    <a:pt x="6766" y="90708"/>
                  </a:lnTo>
                  <a:lnTo>
                    <a:pt x="25603" y="54315"/>
                  </a:lnTo>
                  <a:lnTo>
                    <a:pt x="54315" y="25603"/>
                  </a:lnTo>
                  <a:lnTo>
                    <a:pt x="90708" y="6766"/>
                  </a:lnTo>
                  <a:lnTo>
                    <a:pt x="132588" y="0"/>
                  </a:lnTo>
                  <a:lnTo>
                    <a:pt x="6513957" y="0"/>
                  </a:lnTo>
                  <a:lnTo>
                    <a:pt x="6555836" y="6766"/>
                  </a:lnTo>
                  <a:lnTo>
                    <a:pt x="6592229" y="25603"/>
                  </a:lnTo>
                  <a:lnTo>
                    <a:pt x="6620941" y="54315"/>
                  </a:lnTo>
                  <a:lnTo>
                    <a:pt x="6639778" y="90708"/>
                  </a:lnTo>
                  <a:lnTo>
                    <a:pt x="6646544" y="132588"/>
                  </a:lnTo>
                  <a:lnTo>
                    <a:pt x="6646544" y="662940"/>
                  </a:lnTo>
                  <a:lnTo>
                    <a:pt x="6639778" y="704819"/>
                  </a:lnTo>
                  <a:lnTo>
                    <a:pt x="6620941" y="741212"/>
                  </a:lnTo>
                  <a:lnTo>
                    <a:pt x="6592229" y="769924"/>
                  </a:lnTo>
                  <a:lnTo>
                    <a:pt x="6555836" y="788761"/>
                  </a:lnTo>
                  <a:lnTo>
                    <a:pt x="6513957" y="795528"/>
                  </a:lnTo>
                  <a:lnTo>
                    <a:pt x="132588" y="795528"/>
                  </a:lnTo>
                  <a:lnTo>
                    <a:pt x="90708" y="788761"/>
                  </a:lnTo>
                  <a:lnTo>
                    <a:pt x="54315" y="769924"/>
                  </a:lnTo>
                  <a:lnTo>
                    <a:pt x="25603" y="741212"/>
                  </a:lnTo>
                  <a:lnTo>
                    <a:pt x="6766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9277350" y="2948177"/>
            <a:ext cx="6671945" cy="1414145"/>
            <a:chOff x="9277350" y="2948177"/>
            <a:chExt cx="6671945" cy="1414145"/>
          </a:xfrm>
        </p:grpSpPr>
        <p:sp>
          <p:nvSpPr>
            <p:cNvPr id="11" name="object 11"/>
            <p:cNvSpPr/>
            <p:nvPr/>
          </p:nvSpPr>
          <p:spPr>
            <a:xfrm>
              <a:off x="9290050" y="2960877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4" h="1388745">
                  <a:moveTo>
                    <a:pt x="6415151" y="0"/>
                  </a:moveTo>
                  <a:lnTo>
                    <a:pt x="231394" y="0"/>
                  </a:lnTo>
                  <a:lnTo>
                    <a:pt x="184769" y="4702"/>
                  </a:lnTo>
                  <a:lnTo>
                    <a:pt x="141339" y="18188"/>
                  </a:lnTo>
                  <a:lnTo>
                    <a:pt x="102034" y="39527"/>
                  </a:lnTo>
                  <a:lnTo>
                    <a:pt x="67786" y="67786"/>
                  </a:lnTo>
                  <a:lnTo>
                    <a:pt x="39527" y="102034"/>
                  </a:lnTo>
                  <a:lnTo>
                    <a:pt x="18188" y="141339"/>
                  </a:lnTo>
                  <a:lnTo>
                    <a:pt x="4702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702" y="1203594"/>
                  </a:lnTo>
                  <a:lnTo>
                    <a:pt x="18188" y="1247024"/>
                  </a:lnTo>
                  <a:lnTo>
                    <a:pt x="39527" y="1286329"/>
                  </a:lnTo>
                  <a:lnTo>
                    <a:pt x="67786" y="1320577"/>
                  </a:lnTo>
                  <a:lnTo>
                    <a:pt x="102034" y="1348836"/>
                  </a:lnTo>
                  <a:lnTo>
                    <a:pt x="141339" y="1370175"/>
                  </a:lnTo>
                  <a:lnTo>
                    <a:pt x="184769" y="1383661"/>
                  </a:lnTo>
                  <a:lnTo>
                    <a:pt x="231394" y="1388364"/>
                  </a:lnTo>
                  <a:lnTo>
                    <a:pt x="6415151" y="1388364"/>
                  </a:lnTo>
                  <a:lnTo>
                    <a:pt x="6461775" y="1383661"/>
                  </a:lnTo>
                  <a:lnTo>
                    <a:pt x="6505205" y="1370175"/>
                  </a:lnTo>
                  <a:lnTo>
                    <a:pt x="6544510" y="1348836"/>
                  </a:lnTo>
                  <a:lnTo>
                    <a:pt x="6578758" y="1320577"/>
                  </a:lnTo>
                  <a:lnTo>
                    <a:pt x="6607017" y="1286329"/>
                  </a:lnTo>
                  <a:lnTo>
                    <a:pt x="6628356" y="1247024"/>
                  </a:lnTo>
                  <a:lnTo>
                    <a:pt x="6641842" y="1203594"/>
                  </a:lnTo>
                  <a:lnTo>
                    <a:pt x="6646544" y="1156970"/>
                  </a:lnTo>
                  <a:lnTo>
                    <a:pt x="6646544" y="231394"/>
                  </a:lnTo>
                  <a:lnTo>
                    <a:pt x="6641842" y="184769"/>
                  </a:lnTo>
                  <a:lnTo>
                    <a:pt x="6628356" y="141339"/>
                  </a:lnTo>
                  <a:lnTo>
                    <a:pt x="6607017" y="102034"/>
                  </a:lnTo>
                  <a:lnTo>
                    <a:pt x="6578758" y="67786"/>
                  </a:lnTo>
                  <a:lnTo>
                    <a:pt x="6544510" y="39527"/>
                  </a:lnTo>
                  <a:lnTo>
                    <a:pt x="6505205" y="18188"/>
                  </a:lnTo>
                  <a:lnTo>
                    <a:pt x="6461775" y="4702"/>
                  </a:lnTo>
                  <a:lnTo>
                    <a:pt x="6415151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290050" y="2960877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4" h="1388745">
                  <a:moveTo>
                    <a:pt x="0" y="231394"/>
                  </a:moveTo>
                  <a:lnTo>
                    <a:pt x="4702" y="184769"/>
                  </a:lnTo>
                  <a:lnTo>
                    <a:pt x="18188" y="141339"/>
                  </a:lnTo>
                  <a:lnTo>
                    <a:pt x="39527" y="102034"/>
                  </a:lnTo>
                  <a:lnTo>
                    <a:pt x="67786" y="67786"/>
                  </a:lnTo>
                  <a:lnTo>
                    <a:pt x="102034" y="39527"/>
                  </a:lnTo>
                  <a:lnTo>
                    <a:pt x="141339" y="18188"/>
                  </a:lnTo>
                  <a:lnTo>
                    <a:pt x="184769" y="4702"/>
                  </a:lnTo>
                  <a:lnTo>
                    <a:pt x="231394" y="0"/>
                  </a:lnTo>
                  <a:lnTo>
                    <a:pt x="6415151" y="0"/>
                  </a:lnTo>
                  <a:lnTo>
                    <a:pt x="6461775" y="4702"/>
                  </a:lnTo>
                  <a:lnTo>
                    <a:pt x="6505205" y="18188"/>
                  </a:lnTo>
                  <a:lnTo>
                    <a:pt x="6544510" y="39527"/>
                  </a:lnTo>
                  <a:lnTo>
                    <a:pt x="6578758" y="67786"/>
                  </a:lnTo>
                  <a:lnTo>
                    <a:pt x="6607017" y="102034"/>
                  </a:lnTo>
                  <a:lnTo>
                    <a:pt x="6628356" y="141339"/>
                  </a:lnTo>
                  <a:lnTo>
                    <a:pt x="6641842" y="184769"/>
                  </a:lnTo>
                  <a:lnTo>
                    <a:pt x="6646544" y="231394"/>
                  </a:lnTo>
                  <a:lnTo>
                    <a:pt x="6646544" y="1156970"/>
                  </a:lnTo>
                  <a:lnTo>
                    <a:pt x="6641842" y="1203594"/>
                  </a:lnTo>
                  <a:lnTo>
                    <a:pt x="6628356" y="1247024"/>
                  </a:lnTo>
                  <a:lnTo>
                    <a:pt x="6607017" y="1286329"/>
                  </a:lnTo>
                  <a:lnTo>
                    <a:pt x="6578758" y="1320577"/>
                  </a:lnTo>
                  <a:lnTo>
                    <a:pt x="6544510" y="1348836"/>
                  </a:lnTo>
                  <a:lnTo>
                    <a:pt x="6505205" y="1370175"/>
                  </a:lnTo>
                  <a:lnTo>
                    <a:pt x="6461775" y="1383661"/>
                  </a:lnTo>
                  <a:lnTo>
                    <a:pt x="6415151" y="1388364"/>
                  </a:lnTo>
                  <a:lnTo>
                    <a:pt x="231394" y="1388364"/>
                  </a:lnTo>
                  <a:lnTo>
                    <a:pt x="184769" y="1383661"/>
                  </a:lnTo>
                  <a:lnTo>
                    <a:pt x="141339" y="1370175"/>
                  </a:lnTo>
                  <a:lnTo>
                    <a:pt x="102034" y="1348836"/>
                  </a:lnTo>
                  <a:lnTo>
                    <a:pt x="67786" y="1320577"/>
                  </a:lnTo>
                  <a:lnTo>
                    <a:pt x="39527" y="1286329"/>
                  </a:lnTo>
                  <a:lnTo>
                    <a:pt x="18188" y="1247024"/>
                  </a:lnTo>
                  <a:lnTo>
                    <a:pt x="4702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588500" y="2083435"/>
            <a:ext cx="6108065" cy="2132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49530" algn="ctr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2450" b="1" spc="-9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통찰력으로</a:t>
            </a:r>
            <a:r>
              <a:rPr sz="2450" b="1" spc="-9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0" dirty="0">
                <a:solidFill>
                  <a:srgbClr val="FFFFFF"/>
                </a:solidFill>
                <a:latin typeface="Malgun Gothic"/>
                <a:cs typeface="Malgun Gothic"/>
              </a:rPr>
              <a:t>수익증대</a:t>
            </a:r>
            <a:endParaRPr sz="2450">
              <a:latin typeface="Malgun Gothic"/>
              <a:cs typeface="Malgun Gothic"/>
            </a:endParaRPr>
          </a:p>
          <a:p>
            <a:pPr marR="50165" algn="ctr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(Increase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Monetization</a:t>
            </a:r>
            <a:r>
              <a:rPr sz="19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with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Real-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time 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Insights)</a:t>
            </a:r>
            <a:endParaRPr sz="1900">
              <a:latin typeface="Malgun Gothic"/>
              <a:cs typeface="Malgun Gothic"/>
            </a:endParaRPr>
          </a:p>
          <a:p>
            <a:pPr marL="12700" marR="5080" algn="just">
              <a:lnSpc>
                <a:spcPct val="100200"/>
              </a:lnSpc>
              <a:spcBef>
                <a:spcPts val="2215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모든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시스템과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게임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텔레메트리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데이터를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결합하여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플레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이어의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상황을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실시간으로</a:t>
            </a:r>
            <a:r>
              <a:rPr sz="1900" b="1" spc="-4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분석하여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게임의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중요한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요소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를 조정하고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게임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내 광고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및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교차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프로모션을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통해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실시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간으로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게임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관련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자산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구매를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제공합니다.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905254" y="2023236"/>
            <a:ext cx="6671945" cy="821055"/>
            <a:chOff x="1905254" y="2023236"/>
            <a:chExt cx="6671945" cy="821055"/>
          </a:xfrm>
        </p:grpSpPr>
        <p:sp>
          <p:nvSpPr>
            <p:cNvPr id="15" name="object 15"/>
            <p:cNvSpPr/>
            <p:nvPr/>
          </p:nvSpPr>
          <p:spPr>
            <a:xfrm>
              <a:off x="1917954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5" h="795655">
                  <a:moveTo>
                    <a:pt x="6513830" y="0"/>
                  </a:moveTo>
                  <a:lnTo>
                    <a:pt x="132460" y="0"/>
                  </a:lnTo>
                  <a:lnTo>
                    <a:pt x="90594" y="6766"/>
                  </a:lnTo>
                  <a:lnTo>
                    <a:pt x="54233" y="25603"/>
                  </a:lnTo>
                  <a:lnTo>
                    <a:pt x="25558" y="54315"/>
                  </a:lnTo>
                  <a:lnTo>
                    <a:pt x="6753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53" y="704819"/>
                  </a:lnTo>
                  <a:lnTo>
                    <a:pt x="25558" y="741212"/>
                  </a:lnTo>
                  <a:lnTo>
                    <a:pt x="54233" y="769924"/>
                  </a:lnTo>
                  <a:lnTo>
                    <a:pt x="90594" y="788761"/>
                  </a:lnTo>
                  <a:lnTo>
                    <a:pt x="132460" y="795528"/>
                  </a:lnTo>
                  <a:lnTo>
                    <a:pt x="6513830" y="795528"/>
                  </a:lnTo>
                  <a:lnTo>
                    <a:pt x="6555758" y="788761"/>
                  </a:lnTo>
                  <a:lnTo>
                    <a:pt x="6592157" y="769924"/>
                  </a:lnTo>
                  <a:lnTo>
                    <a:pt x="6620851" y="741212"/>
                  </a:lnTo>
                  <a:lnTo>
                    <a:pt x="6639663" y="704819"/>
                  </a:lnTo>
                  <a:lnTo>
                    <a:pt x="6646418" y="662940"/>
                  </a:lnTo>
                  <a:lnTo>
                    <a:pt x="6646418" y="132588"/>
                  </a:lnTo>
                  <a:lnTo>
                    <a:pt x="6639663" y="90708"/>
                  </a:lnTo>
                  <a:lnTo>
                    <a:pt x="6620851" y="54315"/>
                  </a:lnTo>
                  <a:lnTo>
                    <a:pt x="6592157" y="25603"/>
                  </a:lnTo>
                  <a:lnTo>
                    <a:pt x="6555758" y="6766"/>
                  </a:lnTo>
                  <a:lnTo>
                    <a:pt x="6513830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917954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5" h="795655">
                  <a:moveTo>
                    <a:pt x="0" y="132588"/>
                  </a:moveTo>
                  <a:lnTo>
                    <a:pt x="6753" y="90708"/>
                  </a:lnTo>
                  <a:lnTo>
                    <a:pt x="25558" y="54315"/>
                  </a:lnTo>
                  <a:lnTo>
                    <a:pt x="54233" y="25603"/>
                  </a:lnTo>
                  <a:lnTo>
                    <a:pt x="90594" y="6766"/>
                  </a:lnTo>
                  <a:lnTo>
                    <a:pt x="132460" y="0"/>
                  </a:lnTo>
                  <a:lnTo>
                    <a:pt x="6513830" y="0"/>
                  </a:lnTo>
                  <a:lnTo>
                    <a:pt x="6555758" y="6766"/>
                  </a:lnTo>
                  <a:lnTo>
                    <a:pt x="6592157" y="25603"/>
                  </a:lnTo>
                  <a:lnTo>
                    <a:pt x="6620851" y="54315"/>
                  </a:lnTo>
                  <a:lnTo>
                    <a:pt x="6639663" y="90708"/>
                  </a:lnTo>
                  <a:lnTo>
                    <a:pt x="6646418" y="132588"/>
                  </a:lnTo>
                  <a:lnTo>
                    <a:pt x="6646418" y="662940"/>
                  </a:lnTo>
                  <a:lnTo>
                    <a:pt x="6639663" y="704819"/>
                  </a:lnTo>
                  <a:lnTo>
                    <a:pt x="6620851" y="741212"/>
                  </a:lnTo>
                  <a:lnTo>
                    <a:pt x="6592157" y="769924"/>
                  </a:lnTo>
                  <a:lnTo>
                    <a:pt x="6555758" y="788761"/>
                  </a:lnTo>
                  <a:lnTo>
                    <a:pt x="6513830" y="795528"/>
                  </a:lnTo>
                  <a:lnTo>
                    <a:pt x="132460" y="795528"/>
                  </a:lnTo>
                  <a:lnTo>
                    <a:pt x="90594" y="788761"/>
                  </a:lnTo>
                  <a:lnTo>
                    <a:pt x="54233" y="769924"/>
                  </a:lnTo>
                  <a:lnTo>
                    <a:pt x="25558" y="741212"/>
                  </a:lnTo>
                  <a:lnTo>
                    <a:pt x="6753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065147" y="2083435"/>
            <a:ext cx="6354445" cy="21329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245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어뷰징</a:t>
            </a:r>
            <a:r>
              <a:rPr sz="245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탐지</a:t>
            </a:r>
            <a:r>
              <a:rPr sz="245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2450" b="1" spc="-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사이버</a:t>
            </a:r>
            <a:r>
              <a:rPr sz="2450" b="1" spc="-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0" dirty="0">
                <a:solidFill>
                  <a:srgbClr val="FFFFFF"/>
                </a:solidFill>
                <a:latin typeface="Malgun Gothic"/>
                <a:cs typeface="Malgun Gothic"/>
              </a:rPr>
              <a:t>위험완화</a:t>
            </a:r>
            <a:endParaRPr sz="24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(Detect</a:t>
            </a:r>
            <a:r>
              <a:rPr sz="1900" b="1" spc="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Abusing</a:t>
            </a:r>
            <a:r>
              <a:rPr sz="19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and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Mitigate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Cyber</a:t>
            </a:r>
            <a:r>
              <a:rPr sz="19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Risk in Real-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time)</a:t>
            </a:r>
            <a:endParaRPr sz="1900">
              <a:latin typeface="Malgun Gothic"/>
              <a:cs typeface="Malgun Gothic"/>
            </a:endParaRPr>
          </a:p>
          <a:p>
            <a:pPr marL="203835" marR="229870">
              <a:lnSpc>
                <a:spcPct val="100200"/>
              </a:lnSpc>
              <a:spcBef>
                <a:spcPts val="2215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실시간으로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위험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요소와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패턴을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분석하고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머신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러닝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알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고리즘을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강화하여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사기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활동,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악의적인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행동,</a:t>
            </a:r>
            <a:r>
              <a:rPr sz="1900" b="1" spc="-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다양한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Hack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프로그램을</a:t>
            </a:r>
            <a:r>
              <a:rPr sz="1900" b="1" spc="-4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탐지하여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게임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유저이탈등을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방지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하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고 원활한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플레이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환경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구축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합니다.</a:t>
            </a:r>
            <a:endParaRPr sz="1900">
              <a:latin typeface="Malgun Gothic"/>
              <a:cs typeface="Malgun Gothic"/>
            </a:endParaRPr>
          </a:p>
        </p:txBody>
      </p:sp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80498" y="4446436"/>
            <a:ext cx="13470965" cy="469846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287270" y="4516882"/>
            <a:ext cx="11231245" cy="37598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714875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CREATE</a:t>
            </a:r>
            <a:r>
              <a:rPr sz="2450" b="1" spc="-8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STREAM</a:t>
            </a:r>
            <a:r>
              <a:rPr sz="2450" b="1" spc="-8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spc="-10" dirty="0">
                <a:solidFill>
                  <a:srgbClr val="28466C"/>
                </a:solidFill>
                <a:latin typeface="Malgun Gothic"/>
                <a:cs typeface="Malgun Gothic"/>
              </a:rPr>
              <a:t>이상감지Stream WITH(KAFKA_TOPIC=＂이상감지Topic＂)</a:t>
            </a:r>
            <a:r>
              <a:rPr sz="2450" b="1" spc="-10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28466C"/>
                </a:solidFill>
                <a:latin typeface="Malgun Gothic"/>
                <a:cs typeface="Malgun Gothic"/>
              </a:rPr>
              <a:t>AS </a:t>
            </a:r>
            <a:r>
              <a:rPr sz="2450" b="1" spc="-10" dirty="0">
                <a:solidFill>
                  <a:srgbClr val="28466C"/>
                </a:solidFill>
                <a:latin typeface="Malgun Gothic"/>
                <a:cs typeface="Malgun Gothic"/>
              </a:rPr>
              <a:t>SELECT</a:t>
            </a:r>
            <a:endParaRPr sz="2450">
              <a:latin typeface="Malgun Gothic"/>
              <a:cs typeface="Malgun Gothic"/>
            </a:endParaRPr>
          </a:p>
          <a:p>
            <a:pPr marL="231775" marR="9125585">
              <a:lnSpc>
                <a:spcPct val="100000"/>
              </a:lnSpc>
            </a:pPr>
            <a:r>
              <a:rPr sz="2450" b="1" spc="-10" dirty="0">
                <a:solidFill>
                  <a:srgbClr val="28466C"/>
                </a:solidFill>
                <a:latin typeface="Malgun Gothic"/>
                <a:cs typeface="Malgun Gothic"/>
              </a:rPr>
              <a:t>발생시간, 게임월드명, 게임캐릭터명</a:t>
            </a:r>
            <a:endParaRPr sz="2450">
              <a:latin typeface="Malgun Gothic"/>
              <a:cs typeface="Malgun Gothic"/>
            </a:endParaRPr>
          </a:p>
          <a:p>
            <a:pPr marL="12700" marR="6224270">
              <a:lnSpc>
                <a:spcPct val="100000"/>
              </a:lnSpc>
              <a:spcBef>
                <a:spcPts val="5"/>
              </a:spcBef>
            </a:pP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FROM</a:t>
            </a:r>
            <a:r>
              <a:rPr sz="2450" b="1" spc="-8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spc="-10" dirty="0">
                <a:solidFill>
                  <a:srgbClr val="28466C"/>
                </a:solidFill>
                <a:latin typeface="Malgun Gothic"/>
                <a:cs typeface="Malgun Gothic"/>
              </a:rPr>
              <a:t>물약사용:InputEventStream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WHERE</a:t>
            </a:r>
            <a:r>
              <a:rPr sz="2450" b="1" spc="-4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아이템</a:t>
            </a:r>
            <a:r>
              <a:rPr sz="2450" b="1" spc="-6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=</a:t>
            </a:r>
            <a:r>
              <a:rPr sz="2450" b="1" spc="-55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spc="-10" dirty="0">
                <a:solidFill>
                  <a:srgbClr val="28466C"/>
                </a:solidFill>
                <a:latin typeface="Malgun Gothic"/>
                <a:cs typeface="Malgun Gothic"/>
              </a:rPr>
              <a:t>물약아이템</a:t>
            </a:r>
            <a:endParaRPr sz="2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450" b="1" spc="-25" dirty="0">
                <a:solidFill>
                  <a:srgbClr val="28466C"/>
                </a:solidFill>
                <a:latin typeface="Malgun Gothic"/>
                <a:cs typeface="Malgun Gothic"/>
              </a:rPr>
              <a:t>AND</a:t>
            </a:r>
            <a:endParaRPr sz="2450">
              <a:latin typeface="Malgun Gothic"/>
              <a:cs typeface="Malgun Gothic"/>
            </a:endParaRPr>
          </a:p>
          <a:p>
            <a:pPr marL="231775">
              <a:lnSpc>
                <a:spcPct val="100000"/>
              </a:lnSpc>
            </a:pP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ABS(Server</a:t>
            </a:r>
            <a:r>
              <a:rPr sz="2450" b="1" spc="-5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Data</a:t>
            </a:r>
            <a:r>
              <a:rPr sz="2450" b="1" spc="-95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물약사용</a:t>
            </a:r>
            <a:r>
              <a:rPr sz="2450" b="1" spc="-65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전:</a:t>
            </a:r>
            <a:r>
              <a:rPr sz="2450" b="1" dirty="0">
                <a:solidFill>
                  <a:srgbClr val="FF0000"/>
                </a:solidFill>
                <a:latin typeface="Malgun Gothic"/>
                <a:cs typeface="Malgun Gothic"/>
              </a:rPr>
              <a:t>물약11개</a:t>
            </a:r>
            <a:r>
              <a:rPr sz="2450" b="1" spc="-5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–</a:t>
            </a:r>
            <a:r>
              <a:rPr sz="2450" b="1" spc="-7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6F2F9F"/>
                </a:solidFill>
                <a:latin typeface="Malgun Gothic"/>
                <a:cs typeface="Malgun Gothic"/>
              </a:rPr>
              <a:t>Client</a:t>
            </a:r>
            <a:r>
              <a:rPr sz="2450" b="1" spc="-75" dirty="0">
                <a:solidFill>
                  <a:srgbClr val="6F2F9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6F2F9F"/>
                </a:solidFill>
                <a:latin typeface="Malgun Gothic"/>
                <a:cs typeface="Malgun Gothic"/>
              </a:rPr>
              <a:t>Data</a:t>
            </a:r>
            <a:r>
              <a:rPr sz="2450" b="1" spc="-80" dirty="0">
                <a:solidFill>
                  <a:srgbClr val="6F2F9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6F2F9F"/>
                </a:solidFill>
                <a:latin typeface="Malgun Gothic"/>
                <a:cs typeface="Malgun Gothic"/>
              </a:rPr>
              <a:t>물약사용</a:t>
            </a:r>
            <a:r>
              <a:rPr sz="2450" b="1" spc="-65" dirty="0">
                <a:solidFill>
                  <a:srgbClr val="6F2F9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6F2F9F"/>
                </a:solidFill>
                <a:latin typeface="Malgun Gothic"/>
                <a:cs typeface="Malgun Gothic"/>
              </a:rPr>
              <a:t>후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:</a:t>
            </a:r>
            <a:r>
              <a:rPr sz="2450" b="1" dirty="0">
                <a:solidFill>
                  <a:srgbClr val="FF0000"/>
                </a:solidFill>
                <a:latin typeface="Malgun Gothic"/>
                <a:cs typeface="Malgun Gothic"/>
              </a:rPr>
              <a:t>100개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)</a:t>
            </a:r>
            <a:r>
              <a:rPr sz="2450" b="1" spc="-5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28466C"/>
                </a:solidFill>
                <a:latin typeface="Malgun Gothic"/>
                <a:cs typeface="Malgun Gothic"/>
              </a:rPr>
              <a:t>&lt;&gt;</a:t>
            </a:r>
            <a:endParaRPr sz="245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287270" y="8251317"/>
            <a:ext cx="525335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19075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ABS(Client</a:t>
            </a:r>
            <a:r>
              <a:rPr sz="2450" b="1" spc="-85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Data</a:t>
            </a:r>
            <a:r>
              <a:rPr sz="2450" b="1" spc="-9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spc="-10" dirty="0">
                <a:solidFill>
                  <a:srgbClr val="28466C"/>
                </a:solidFill>
                <a:latin typeface="Malgun Gothic"/>
                <a:cs typeface="Malgun Gothic"/>
              </a:rPr>
              <a:t>사용개수:</a:t>
            </a:r>
            <a:r>
              <a:rPr sz="2450" b="1" spc="-10" dirty="0">
                <a:solidFill>
                  <a:srgbClr val="FF0000"/>
                </a:solidFill>
                <a:latin typeface="Malgun Gothic"/>
                <a:cs typeface="Malgun Gothic"/>
              </a:rPr>
              <a:t>물약1개</a:t>
            </a:r>
            <a:r>
              <a:rPr sz="2450" b="1" spc="-10" dirty="0">
                <a:solidFill>
                  <a:srgbClr val="28466C"/>
                </a:solidFill>
                <a:latin typeface="Malgun Gothic"/>
                <a:cs typeface="Malgun Gothic"/>
              </a:rPr>
              <a:t>) </a:t>
            </a:r>
            <a:r>
              <a:rPr sz="2450" b="1" dirty="0">
                <a:solidFill>
                  <a:srgbClr val="28466C"/>
                </a:solidFill>
                <a:latin typeface="Malgun Gothic"/>
                <a:cs typeface="Malgun Gothic"/>
              </a:rPr>
              <a:t>EMIT</a:t>
            </a:r>
            <a:r>
              <a:rPr sz="2450" b="1" spc="-60" dirty="0">
                <a:solidFill>
                  <a:srgbClr val="28466C"/>
                </a:solidFill>
                <a:latin typeface="Malgun Gothic"/>
                <a:cs typeface="Malgun Gothic"/>
              </a:rPr>
              <a:t> </a:t>
            </a:r>
            <a:r>
              <a:rPr sz="2450" b="1" spc="-10" dirty="0">
                <a:solidFill>
                  <a:srgbClr val="28466C"/>
                </a:solidFill>
                <a:latin typeface="Malgun Gothic"/>
                <a:cs typeface="Malgun Gothic"/>
              </a:rPr>
              <a:t>CHANGES;</a:t>
            </a:r>
            <a:endParaRPr sz="245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7251954" y="4987797"/>
            <a:ext cx="8507730" cy="3902710"/>
            <a:chOff x="7251954" y="4987797"/>
            <a:chExt cx="8507730" cy="390271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51954" y="5262117"/>
              <a:ext cx="2346071" cy="234607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408158" y="4987797"/>
              <a:ext cx="5351272" cy="279387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33204" y="6033769"/>
              <a:ext cx="739901" cy="73990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789668" y="8060435"/>
              <a:ext cx="1845945" cy="817244"/>
            </a:xfrm>
            <a:custGeom>
              <a:avLst/>
              <a:gdLst/>
              <a:ahLst/>
              <a:cxnLst/>
              <a:rect l="l" t="t" r="r" b="b"/>
              <a:pathLst>
                <a:path w="1845945" h="817245">
                  <a:moveTo>
                    <a:pt x="1263903" y="0"/>
                  </a:moveTo>
                  <a:lnTo>
                    <a:pt x="979551" y="164210"/>
                  </a:lnTo>
                  <a:lnTo>
                    <a:pt x="830833" y="71373"/>
                  </a:lnTo>
                  <a:lnTo>
                    <a:pt x="730630" y="241426"/>
                  </a:lnTo>
                  <a:lnTo>
                    <a:pt x="384682" y="137159"/>
                  </a:lnTo>
                  <a:lnTo>
                    <a:pt x="459104" y="295782"/>
                  </a:lnTo>
                  <a:lnTo>
                    <a:pt x="100075" y="312927"/>
                  </a:lnTo>
                  <a:lnTo>
                    <a:pt x="336296" y="438530"/>
                  </a:lnTo>
                  <a:lnTo>
                    <a:pt x="0" y="487171"/>
                  </a:lnTo>
                  <a:lnTo>
                    <a:pt x="284479" y="581532"/>
                  </a:lnTo>
                  <a:lnTo>
                    <a:pt x="109727" y="674369"/>
                  </a:lnTo>
                  <a:lnTo>
                    <a:pt x="410590" y="690117"/>
                  </a:lnTo>
                  <a:lnTo>
                    <a:pt x="420115" y="817244"/>
                  </a:lnTo>
                  <a:lnTo>
                    <a:pt x="643254" y="685672"/>
                  </a:lnTo>
                  <a:lnTo>
                    <a:pt x="743457" y="745743"/>
                  </a:lnTo>
                  <a:lnTo>
                    <a:pt x="843660" y="657097"/>
                  </a:lnTo>
                  <a:lnTo>
                    <a:pt x="992377" y="712850"/>
                  </a:lnTo>
                  <a:lnTo>
                    <a:pt x="1040891" y="602868"/>
                  </a:lnTo>
                  <a:lnTo>
                    <a:pt x="1276984" y="657097"/>
                  </a:lnTo>
                  <a:lnTo>
                    <a:pt x="1251203" y="542924"/>
                  </a:lnTo>
                  <a:lnTo>
                    <a:pt x="1613280" y="591438"/>
                  </a:lnTo>
                  <a:lnTo>
                    <a:pt x="1399793" y="465708"/>
                  </a:lnTo>
                  <a:lnTo>
                    <a:pt x="1561337" y="427100"/>
                  </a:lnTo>
                  <a:lnTo>
                    <a:pt x="1451609" y="355726"/>
                  </a:lnTo>
                  <a:lnTo>
                    <a:pt x="1845945" y="251332"/>
                  </a:lnTo>
                  <a:lnTo>
                    <a:pt x="1399793" y="247141"/>
                  </a:lnTo>
                  <a:lnTo>
                    <a:pt x="1538858" y="120014"/>
                  </a:lnTo>
                  <a:lnTo>
                    <a:pt x="1241298" y="218566"/>
                  </a:lnTo>
                  <a:lnTo>
                    <a:pt x="126390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789668" y="8060435"/>
              <a:ext cx="1845945" cy="817244"/>
            </a:xfrm>
            <a:custGeom>
              <a:avLst/>
              <a:gdLst/>
              <a:ahLst/>
              <a:cxnLst/>
              <a:rect l="l" t="t" r="r" b="b"/>
              <a:pathLst>
                <a:path w="1845945" h="817245">
                  <a:moveTo>
                    <a:pt x="979551" y="164210"/>
                  </a:moveTo>
                  <a:lnTo>
                    <a:pt x="1263903" y="0"/>
                  </a:lnTo>
                  <a:lnTo>
                    <a:pt x="1241298" y="218566"/>
                  </a:lnTo>
                  <a:lnTo>
                    <a:pt x="1538858" y="120014"/>
                  </a:lnTo>
                  <a:lnTo>
                    <a:pt x="1399793" y="247141"/>
                  </a:lnTo>
                  <a:lnTo>
                    <a:pt x="1845945" y="251332"/>
                  </a:lnTo>
                  <a:lnTo>
                    <a:pt x="1451609" y="355726"/>
                  </a:lnTo>
                  <a:lnTo>
                    <a:pt x="1561337" y="427100"/>
                  </a:lnTo>
                  <a:lnTo>
                    <a:pt x="1399793" y="465708"/>
                  </a:lnTo>
                  <a:lnTo>
                    <a:pt x="1613280" y="591438"/>
                  </a:lnTo>
                  <a:lnTo>
                    <a:pt x="1251203" y="542924"/>
                  </a:lnTo>
                  <a:lnTo>
                    <a:pt x="1276984" y="657097"/>
                  </a:lnTo>
                  <a:lnTo>
                    <a:pt x="1040891" y="602868"/>
                  </a:lnTo>
                  <a:lnTo>
                    <a:pt x="992377" y="712850"/>
                  </a:lnTo>
                  <a:lnTo>
                    <a:pt x="843660" y="657097"/>
                  </a:lnTo>
                  <a:lnTo>
                    <a:pt x="743457" y="745743"/>
                  </a:lnTo>
                  <a:lnTo>
                    <a:pt x="643254" y="685672"/>
                  </a:lnTo>
                  <a:lnTo>
                    <a:pt x="420115" y="817244"/>
                  </a:lnTo>
                  <a:lnTo>
                    <a:pt x="410590" y="690117"/>
                  </a:lnTo>
                  <a:lnTo>
                    <a:pt x="109727" y="674369"/>
                  </a:lnTo>
                  <a:lnTo>
                    <a:pt x="284479" y="581532"/>
                  </a:lnTo>
                  <a:lnTo>
                    <a:pt x="0" y="487171"/>
                  </a:lnTo>
                  <a:lnTo>
                    <a:pt x="336296" y="438530"/>
                  </a:lnTo>
                  <a:lnTo>
                    <a:pt x="100075" y="312927"/>
                  </a:lnTo>
                  <a:lnTo>
                    <a:pt x="459104" y="295782"/>
                  </a:lnTo>
                  <a:lnTo>
                    <a:pt x="384682" y="137159"/>
                  </a:lnTo>
                  <a:lnTo>
                    <a:pt x="730630" y="241426"/>
                  </a:lnTo>
                  <a:lnTo>
                    <a:pt x="830833" y="71373"/>
                  </a:lnTo>
                  <a:lnTo>
                    <a:pt x="979551" y="164210"/>
                  </a:lnTo>
                  <a:close/>
                </a:path>
              </a:pathLst>
            </a:custGeom>
            <a:ln w="25399">
              <a:solidFill>
                <a:srgbClr val="F0F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0274554" y="8319643"/>
            <a:ext cx="440055" cy="522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1899"/>
              </a:lnSpc>
              <a:spcBef>
                <a:spcPts val="95"/>
              </a:spcBef>
            </a:pPr>
            <a:r>
              <a:rPr sz="16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어뷰 </a:t>
            </a:r>
            <a:r>
              <a:rPr sz="1600" b="1" spc="-50" dirty="0">
                <a:solidFill>
                  <a:srgbClr val="FFFFFF"/>
                </a:solidFill>
                <a:latin typeface="Malgun Gothic"/>
                <a:cs typeface="Malgun Gothic"/>
              </a:rPr>
              <a:t>징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48</a:t>
            </a:fld>
            <a:endParaRPr spc="-2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905254" y="2952876"/>
            <a:ext cx="6671945" cy="1414145"/>
            <a:chOff x="1905254" y="2952876"/>
            <a:chExt cx="6671945" cy="1414145"/>
          </a:xfrm>
        </p:grpSpPr>
        <p:sp>
          <p:nvSpPr>
            <p:cNvPr id="3" name="object 3"/>
            <p:cNvSpPr/>
            <p:nvPr/>
          </p:nvSpPr>
          <p:spPr>
            <a:xfrm>
              <a:off x="1917954" y="2965576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5" h="1388745">
                  <a:moveTo>
                    <a:pt x="6415024" y="0"/>
                  </a:moveTo>
                  <a:lnTo>
                    <a:pt x="231394" y="0"/>
                  </a:lnTo>
                  <a:lnTo>
                    <a:pt x="184733" y="4702"/>
                  </a:lnTo>
                  <a:lnTo>
                    <a:pt x="141285" y="18188"/>
                  </a:lnTo>
                  <a:lnTo>
                    <a:pt x="101978" y="39527"/>
                  </a:lnTo>
                  <a:lnTo>
                    <a:pt x="67738" y="67786"/>
                  </a:lnTo>
                  <a:lnTo>
                    <a:pt x="39493" y="102034"/>
                  </a:lnTo>
                  <a:lnTo>
                    <a:pt x="18170" y="141339"/>
                  </a:lnTo>
                  <a:lnTo>
                    <a:pt x="4697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697" y="1203594"/>
                  </a:lnTo>
                  <a:lnTo>
                    <a:pt x="18170" y="1247024"/>
                  </a:lnTo>
                  <a:lnTo>
                    <a:pt x="39493" y="1286329"/>
                  </a:lnTo>
                  <a:lnTo>
                    <a:pt x="67738" y="1320577"/>
                  </a:lnTo>
                  <a:lnTo>
                    <a:pt x="101978" y="1348836"/>
                  </a:lnTo>
                  <a:lnTo>
                    <a:pt x="141285" y="1370175"/>
                  </a:lnTo>
                  <a:lnTo>
                    <a:pt x="184733" y="1383661"/>
                  </a:lnTo>
                  <a:lnTo>
                    <a:pt x="231394" y="1388364"/>
                  </a:lnTo>
                  <a:lnTo>
                    <a:pt x="6415024" y="1388364"/>
                  </a:lnTo>
                  <a:lnTo>
                    <a:pt x="6461648" y="1383661"/>
                  </a:lnTo>
                  <a:lnTo>
                    <a:pt x="6505078" y="1370175"/>
                  </a:lnTo>
                  <a:lnTo>
                    <a:pt x="6544383" y="1348836"/>
                  </a:lnTo>
                  <a:lnTo>
                    <a:pt x="6578631" y="1320577"/>
                  </a:lnTo>
                  <a:lnTo>
                    <a:pt x="6606890" y="1286329"/>
                  </a:lnTo>
                  <a:lnTo>
                    <a:pt x="6628229" y="1247024"/>
                  </a:lnTo>
                  <a:lnTo>
                    <a:pt x="6641715" y="1203594"/>
                  </a:lnTo>
                  <a:lnTo>
                    <a:pt x="6646418" y="1156970"/>
                  </a:lnTo>
                  <a:lnTo>
                    <a:pt x="6646418" y="231394"/>
                  </a:lnTo>
                  <a:lnTo>
                    <a:pt x="6641715" y="184769"/>
                  </a:lnTo>
                  <a:lnTo>
                    <a:pt x="6628229" y="141339"/>
                  </a:lnTo>
                  <a:lnTo>
                    <a:pt x="6606890" y="102034"/>
                  </a:lnTo>
                  <a:lnTo>
                    <a:pt x="6578631" y="67786"/>
                  </a:lnTo>
                  <a:lnTo>
                    <a:pt x="6544383" y="39527"/>
                  </a:lnTo>
                  <a:lnTo>
                    <a:pt x="6505078" y="18188"/>
                  </a:lnTo>
                  <a:lnTo>
                    <a:pt x="6461648" y="4702"/>
                  </a:lnTo>
                  <a:lnTo>
                    <a:pt x="6415024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917954" y="2965576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5" h="1388745">
                  <a:moveTo>
                    <a:pt x="0" y="231394"/>
                  </a:moveTo>
                  <a:lnTo>
                    <a:pt x="4697" y="184769"/>
                  </a:lnTo>
                  <a:lnTo>
                    <a:pt x="18170" y="141339"/>
                  </a:lnTo>
                  <a:lnTo>
                    <a:pt x="39493" y="102034"/>
                  </a:lnTo>
                  <a:lnTo>
                    <a:pt x="67738" y="67786"/>
                  </a:lnTo>
                  <a:lnTo>
                    <a:pt x="101978" y="39527"/>
                  </a:lnTo>
                  <a:lnTo>
                    <a:pt x="141285" y="18188"/>
                  </a:lnTo>
                  <a:lnTo>
                    <a:pt x="184733" y="4702"/>
                  </a:lnTo>
                  <a:lnTo>
                    <a:pt x="231394" y="0"/>
                  </a:lnTo>
                  <a:lnTo>
                    <a:pt x="6415024" y="0"/>
                  </a:lnTo>
                  <a:lnTo>
                    <a:pt x="6461648" y="4702"/>
                  </a:lnTo>
                  <a:lnTo>
                    <a:pt x="6505078" y="18188"/>
                  </a:lnTo>
                  <a:lnTo>
                    <a:pt x="6544383" y="39527"/>
                  </a:lnTo>
                  <a:lnTo>
                    <a:pt x="6578631" y="67786"/>
                  </a:lnTo>
                  <a:lnTo>
                    <a:pt x="6606890" y="102034"/>
                  </a:lnTo>
                  <a:lnTo>
                    <a:pt x="6628229" y="141339"/>
                  </a:lnTo>
                  <a:lnTo>
                    <a:pt x="6641715" y="184769"/>
                  </a:lnTo>
                  <a:lnTo>
                    <a:pt x="6646418" y="231394"/>
                  </a:lnTo>
                  <a:lnTo>
                    <a:pt x="6646418" y="1156970"/>
                  </a:lnTo>
                  <a:lnTo>
                    <a:pt x="6641715" y="1203594"/>
                  </a:lnTo>
                  <a:lnTo>
                    <a:pt x="6628229" y="1247024"/>
                  </a:lnTo>
                  <a:lnTo>
                    <a:pt x="6606890" y="1286329"/>
                  </a:lnTo>
                  <a:lnTo>
                    <a:pt x="6578631" y="1320577"/>
                  </a:lnTo>
                  <a:lnTo>
                    <a:pt x="6544383" y="1348836"/>
                  </a:lnTo>
                  <a:lnTo>
                    <a:pt x="6505078" y="1370175"/>
                  </a:lnTo>
                  <a:lnTo>
                    <a:pt x="6461648" y="1383661"/>
                  </a:lnTo>
                  <a:lnTo>
                    <a:pt x="6415024" y="1388364"/>
                  </a:lnTo>
                  <a:lnTo>
                    <a:pt x="231394" y="1388364"/>
                  </a:lnTo>
                  <a:lnTo>
                    <a:pt x="184733" y="1383661"/>
                  </a:lnTo>
                  <a:lnTo>
                    <a:pt x="141285" y="1370175"/>
                  </a:lnTo>
                  <a:lnTo>
                    <a:pt x="101978" y="1348836"/>
                  </a:lnTo>
                  <a:lnTo>
                    <a:pt x="67738" y="1320577"/>
                  </a:lnTo>
                  <a:lnTo>
                    <a:pt x="39493" y="1286329"/>
                  </a:lnTo>
                  <a:lnTo>
                    <a:pt x="18170" y="1247024"/>
                  </a:lnTo>
                  <a:lnTo>
                    <a:pt x="4697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7751" rIns="0" bIns="0" rtlCol="0">
            <a:spAutoFit/>
          </a:bodyPr>
          <a:lstStyle/>
          <a:p>
            <a:pPr marL="266065">
              <a:lnSpc>
                <a:spcPct val="100000"/>
              </a:lnSpc>
              <a:spcBef>
                <a:spcPts val="100"/>
              </a:spcBef>
            </a:pPr>
            <a:r>
              <a:rPr sz="4200" dirty="0"/>
              <a:t>자동차</a:t>
            </a:r>
            <a:r>
              <a:rPr sz="4200" spc="-85" dirty="0"/>
              <a:t> </a:t>
            </a:r>
            <a:r>
              <a:rPr sz="4200" dirty="0"/>
              <a:t>&amp;</a:t>
            </a:r>
            <a:r>
              <a:rPr sz="4200" spc="-75" dirty="0"/>
              <a:t> </a:t>
            </a:r>
            <a:r>
              <a:rPr sz="4200" dirty="0"/>
              <a:t>통신</a:t>
            </a:r>
            <a:r>
              <a:rPr sz="4200" spc="-75" dirty="0"/>
              <a:t> </a:t>
            </a:r>
            <a:r>
              <a:rPr sz="3400" dirty="0"/>
              <a:t>ROI</a:t>
            </a:r>
            <a:r>
              <a:rPr sz="3400" spc="-65" dirty="0"/>
              <a:t> </a:t>
            </a:r>
            <a:r>
              <a:rPr sz="3400" dirty="0"/>
              <a:t>개선을</a:t>
            </a:r>
            <a:r>
              <a:rPr sz="3400" spc="-50" dirty="0"/>
              <a:t> </a:t>
            </a:r>
            <a:r>
              <a:rPr sz="3400" dirty="0"/>
              <a:t>위한</a:t>
            </a:r>
            <a:r>
              <a:rPr sz="3400" spc="-45" dirty="0"/>
              <a:t> </a:t>
            </a:r>
            <a:r>
              <a:rPr sz="3400" dirty="0">
                <a:solidFill>
                  <a:srgbClr val="00AFEF"/>
                </a:solidFill>
              </a:rPr>
              <a:t>스마트</a:t>
            </a:r>
            <a:r>
              <a:rPr sz="3400" spc="-50" dirty="0">
                <a:solidFill>
                  <a:srgbClr val="00AFEF"/>
                </a:solidFill>
              </a:rPr>
              <a:t> </a:t>
            </a:r>
            <a:r>
              <a:rPr sz="3400" dirty="0">
                <a:solidFill>
                  <a:srgbClr val="00AFEF"/>
                </a:solidFill>
              </a:rPr>
              <a:t>차량</a:t>
            </a:r>
            <a:r>
              <a:rPr sz="3400" spc="-50" dirty="0">
                <a:solidFill>
                  <a:srgbClr val="00AFEF"/>
                </a:solidFill>
              </a:rPr>
              <a:t> </a:t>
            </a:r>
            <a:r>
              <a:rPr sz="3400" dirty="0">
                <a:solidFill>
                  <a:srgbClr val="00AFEF"/>
                </a:solidFill>
              </a:rPr>
              <a:t>관리</a:t>
            </a:r>
            <a:r>
              <a:rPr sz="3400" spc="-60" dirty="0">
                <a:solidFill>
                  <a:srgbClr val="00AFEF"/>
                </a:solidFill>
              </a:rPr>
              <a:t> </a:t>
            </a:r>
            <a:r>
              <a:rPr sz="3400" dirty="0"/>
              <a:t>및</a:t>
            </a:r>
            <a:r>
              <a:rPr sz="3400" spc="-50" dirty="0"/>
              <a:t> </a:t>
            </a:r>
            <a:r>
              <a:rPr sz="3400" dirty="0">
                <a:solidFill>
                  <a:srgbClr val="00AFEF"/>
                </a:solidFill>
              </a:rPr>
              <a:t>네트워크</a:t>
            </a:r>
            <a:r>
              <a:rPr sz="3400" spc="-45" dirty="0">
                <a:solidFill>
                  <a:srgbClr val="00AFEF"/>
                </a:solidFill>
              </a:rPr>
              <a:t> </a:t>
            </a:r>
            <a:r>
              <a:rPr sz="3400" dirty="0">
                <a:solidFill>
                  <a:srgbClr val="00AFEF"/>
                </a:solidFill>
              </a:rPr>
              <a:t>실시간</a:t>
            </a:r>
            <a:r>
              <a:rPr sz="3400" spc="-50" dirty="0">
                <a:solidFill>
                  <a:srgbClr val="00AFEF"/>
                </a:solidFill>
              </a:rPr>
              <a:t> </a:t>
            </a:r>
            <a:r>
              <a:rPr sz="3400" spc="-20" dirty="0">
                <a:solidFill>
                  <a:srgbClr val="00AFEF"/>
                </a:solidFill>
              </a:rPr>
              <a:t>모니터링</a:t>
            </a:r>
            <a:endParaRPr sz="3400"/>
          </a:p>
        </p:txBody>
      </p:sp>
      <p:grpSp>
        <p:nvGrpSpPr>
          <p:cNvPr id="6" name="object 6"/>
          <p:cNvGrpSpPr/>
          <p:nvPr/>
        </p:nvGrpSpPr>
        <p:grpSpPr>
          <a:xfrm>
            <a:off x="9263760" y="2023236"/>
            <a:ext cx="6671945" cy="821055"/>
            <a:chOff x="9263760" y="2023236"/>
            <a:chExt cx="6671945" cy="821055"/>
          </a:xfrm>
        </p:grpSpPr>
        <p:sp>
          <p:nvSpPr>
            <p:cNvPr id="7" name="object 7"/>
            <p:cNvSpPr/>
            <p:nvPr/>
          </p:nvSpPr>
          <p:spPr>
            <a:xfrm>
              <a:off x="9276460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4" h="795655">
                  <a:moveTo>
                    <a:pt x="6513830" y="0"/>
                  </a:moveTo>
                  <a:lnTo>
                    <a:pt x="132588" y="0"/>
                  </a:lnTo>
                  <a:lnTo>
                    <a:pt x="90659" y="6766"/>
                  </a:lnTo>
                  <a:lnTo>
                    <a:pt x="54260" y="25603"/>
                  </a:lnTo>
                  <a:lnTo>
                    <a:pt x="25566" y="54315"/>
                  </a:lnTo>
                  <a:lnTo>
                    <a:pt x="6754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54" y="704819"/>
                  </a:lnTo>
                  <a:lnTo>
                    <a:pt x="25566" y="741212"/>
                  </a:lnTo>
                  <a:lnTo>
                    <a:pt x="54260" y="769924"/>
                  </a:lnTo>
                  <a:lnTo>
                    <a:pt x="90659" y="788761"/>
                  </a:lnTo>
                  <a:lnTo>
                    <a:pt x="132588" y="795528"/>
                  </a:lnTo>
                  <a:lnTo>
                    <a:pt x="6513830" y="795528"/>
                  </a:lnTo>
                  <a:lnTo>
                    <a:pt x="6555758" y="788761"/>
                  </a:lnTo>
                  <a:lnTo>
                    <a:pt x="6592157" y="769924"/>
                  </a:lnTo>
                  <a:lnTo>
                    <a:pt x="6620851" y="741212"/>
                  </a:lnTo>
                  <a:lnTo>
                    <a:pt x="6639663" y="704819"/>
                  </a:lnTo>
                  <a:lnTo>
                    <a:pt x="6646418" y="662940"/>
                  </a:lnTo>
                  <a:lnTo>
                    <a:pt x="6646418" y="132588"/>
                  </a:lnTo>
                  <a:lnTo>
                    <a:pt x="6639663" y="90708"/>
                  </a:lnTo>
                  <a:lnTo>
                    <a:pt x="6620851" y="54315"/>
                  </a:lnTo>
                  <a:lnTo>
                    <a:pt x="6592157" y="25603"/>
                  </a:lnTo>
                  <a:lnTo>
                    <a:pt x="6555758" y="6766"/>
                  </a:lnTo>
                  <a:lnTo>
                    <a:pt x="6513830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276460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4" h="795655">
                  <a:moveTo>
                    <a:pt x="0" y="132588"/>
                  </a:moveTo>
                  <a:lnTo>
                    <a:pt x="6754" y="90708"/>
                  </a:lnTo>
                  <a:lnTo>
                    <a:pt x="25566" y="54315"/>
                  </a:lnTo>
                  <a:lnTo>
                    <a:pt x="54260" y="25603"/>
                  </a:lnTo>
                  <a:lnTo>
                    <a:pt x="90659" y="6766"/>
                  </a:lnTo>
                  <a:lnTo>
                    <a:pt x="132588" y="0"/>
                  </a:lnTo>
                  <a:lnTo>
                    <a:pt x="6513830" y="0"/>
                  </a:lnTo>
                  <a:lnTo>
                    <a:pt x="6555758" y="6766"/>
                  </a:lnTo>
                  <a:lnTo>
                    <a:pt x="6592157" y="25603"/>
                  </a:lnTo>
                  <a:lnTo>
                    <a:pt x="6620851" y="54315"/>
                  </a:lnTo>
                  <a:lnTo>
                    <a:pt x="6639663" y="90708"/>
                  </a:lnTo>
                  <a:lnTo>
                    <a:pt x="6646418" y="132588"/>
                  </a:lnTo>
                  <a:lnTo>
                    <a:pt x="6646418" y="662940"/>
                  </a:lnTo>
                  <a:lnTo>
                    <a:pt x="6639663" y="704819"/>
                  </a:lnTo>
                  <a:lnTo>
                    <a:pt x="6620851" y="741212"/>
                  </a:lnTo>
                  <a:lnTo>
                    <a:pt x="6592157" y="769924"/>
                  </a:lnTo>
                  <a:lnTo>
                    <a:pt x="6555758" y="788761"/>
                  </a:lnTo>
                  <a:lnTo>
                    <a:pt x="6513830" y="795528"/>
                  </a:lnTo>
                  <a:lnTo>
                    <a:pt x="132588" y="795528"/>
                  </a:lnTo>
                  <a:lnTo>
                    <a:pt x="90659" y="788761"/>
                  </a:lnTo>
                  <a:lnTo>
                    <a:pt x="54260" y="769924"/>
                  </a:lnTo>
                  <a:lnTo>
                    <a:pt x="25566" y="741212"/>
                  </a:lnTo>
                  <a:lnTo>
                    <a:pt x="6754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9263760" y="2948177"/>
            <a:ext cx="6671945" cy="1414145"/>
            <a:chOff x="9263760" y="2948177"/>
            <a:chExt cx="6671945" cy="1414145"/>
          </a:xfrm>
        </p:grpSpPr>
        <p:sp>
          <p:nvSpPr>
            <p:cNvPr id="10" name="object 10"/>
            <p:cNvSpPr/>
            <p:nvPr/>
          </p:nvSpPr>
          <p:spPr>
            <a:xfrm>
              <a:off x="9276460" y="2960877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4" h="1388745">
                  <a:moveTo>
                    <a:pt x="6415024" y="0"/>
                  </a:moveTo>
                  <a:lnTo>
                    <a:pt x="231394" y="0"/>
                  </a:lnTo>
                  <a:lnTo>
                    <a:pt x="184769" y="4702"/>
                  </a:lnTo>
                  <a:lnTo>
                    <a:pt x="141339" y="18188"/>
                  </a:lnTo>
                  <a:lnTo>
                    <a:pt x="102034" y="39527"/>
                  </a:lnTo>
                  <a:lnTo>
                    <a:pt x="67786" y="67786"/>
                  </a:lnTo>
                  <a:lnTo>
                    <a:pt x="39527" y="102034"/>
                  </a:lnTo>
                  <a:lnTo>
                    <a:pt x="18188" y="141339"/>
                  </a:lnTo>
                  <a:lnTo>
                    <a:pt x="4702" y="184769"/>
                  </a:lnTo>
                  <a:lnTo>
                    <a:pt x="0" y="231394"/>
                  </a:lnTo>
                  <a:lnTo>
                    <a:pt x="0" y="1156970"/>
                  </a:lnTo>
                  <a:lnTo>
                    <a:pt x="4702" y="1203594"/>
                  </a:lnTo>
                  <a:lnTo>
                    <a:pt x="18188" y="1247024"/>
                  </a:lnTo>
                  <a:lnTo>
                    <a:pt x="39527" y="1286329"/>
                  </a:lnTo>
                  <a:lnTo>
                    <a:pt x="67786" y="1320577"/>
                  </a:lnTo>
                  <a:lnTo>
                    <a:pt x="102034" y="1348836"/>
                  </a:lnTo>
                  <a:lnTo>
                    <a:pt x="141339" y="1370175"/>
                  </a:lnTo>
                  <a:lnTo>
                    <a:pt x="184769" y="1383661"/>
                  </a:lnTo>
                  <a:lnTo>
                    <a:pt x="231394" y="1388364"/>
                  </a:lnTo>
                  <a:lnTo>
                    <a:pt x="6415024" y="1388364"/>
                  </a:lnTo>
                  <a:lnTo>
                    <a:pt x="6461684" y="1383661"/>
                  </a:lnTo>
                  <a:lnTo>
                    <a:pt x="6505132" y="1370175"/>
                  </a:lnTo>
                  <a:lnTo>
                    <a:pt x="6544439" y="1348836"/>
                  </a:lnTo>
                  <a:lnTo>
                    <a:pt x="6578679" y="1320577"/>
                  </a:lnTo>
                  <a:lnTo>
                    <a:pt x="6606924" y="1286329"/>
                  </a:lnTo>
                  <a:lnTo>
                    <a:pt x="6628247" y="1247024"/>
                  </a:lnTo>
                  <a:lnTo>
                    <a:pt x="6641720" y="1203594"/>
                  </a:lnTo>
                  <a:lnTo>
                    <a:pt x="6646418" y="1156970"/>
                  </a:lnTo>
                  <a:lnTo>
                    <a:pt x="6646418" y="231394"/>
                  </a:lnTo>
                  <a:lnTo>
                    <a:pt x="6641720" y="184769"/>
                  </a:lnTo>
                  <a:lnTo>
                    <a:pt x="6628247" y="141339"/>
                  </a:lnTo>
                  <a:lnTo>
                    <a:pt x="6606924" y="102034"/>
                  </a:lnTo>
                  <a:lnTo>
                    <a:pt x="6578679" y="67786"/>
                  </a:lnTo>
                  <a:lnTo>
                    <a:pt x="6544439" y="39527"/>
                  </a:lnTo>
                  <a:lnTo>
                    <a:pt x="6505132" y="18188"/>
                  </a:lnTo>
                  <a:lnTo>
                    <a:pt x="6461684" y="4702"/>
                  </a:lnTo>
                  <a:lnTo>
                    <a:pt x="6415024" y="0"/>
                  </a:lnTo>
                  <a:close/>
                </a:path>
              </a:pathLst>
            </a:custGeom>
            <a:solidFill>
              <a:srgbClr val="0039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276460" y="2960877"/>
              <a:ext cx="6646545" cy="1388745"/>
            </a:xfrm>
            <a:custGeom>
              <a:avLst/>
              <a:gdLst/>
              <a:ahLst/>
              <a:cxnLst/>
              <a:rect l="l" t="t" r="r" b="b"/>
              <a:pathLst>
                <a:path w="6646544" h="1388745">
                  <a:moveTo>
                    <a:pt x="0" y="231394"/>
                  </a:moveTo>
                  <a:lnTo>
                    <a:pt x="4702" y="184769"/>
                  </a:lnTo>
                  <a:lnTo>
                    <a:pt x="18188" y="141339"/>
                  </a:lnTo>
                  <a:lnTo>
                    <a:pt x="39527" y="102034"/>
                  </a:lnTo>
                  <a:lnTo>
                    <a:pt x="67786" y="67786"/>
                  </a:lnTo>
                  <a:lnTo>
                    <a:pt x="102034" y="39527"/>
                  </a:lnTo>
                  <a:lnTo>
                    <a:pt x="141339" y="18188"/>
                  </a:lnTo>
                  <a:lnTo>
                    <a:pt x="184769" y="4702"/>
                  </a:lnTo>
                  <a:lnTo>
                    <a:pt x="231394" y="0"/>
                  </a:lnTo>
                  <a:lnTo>
                    <a:pt x="6415024" y="0"/>
                  </a:lnTo>
                  <a:lnTo>
                    <a:pt x="6461684" y="4702"/>
                  </a:lnTo>
                  <a:lnTo>
                    <a:pt x="6505132" y="18188"/>
                  </a:lnTo>
                  <a:lnTo>
                    <a:pt x="6544439" y="39527"/>
                  </a:lnTo>
                  <a:lnTo>
                    <a:pt x="6578679" y="67786"/>
                  </a:lnTo>
                  <a:lnTo>
                    <a:pt x="6606924" y="102034"/>
                  </a:lnTo>
                  <a:lnTo>
                    <a:pt x="6628247" y="141339"/>
                  </a:lnTo>
                  <a:lnTo>
                    <a:pt x="6641720" y="184769"/>
                  </a:lnTo>
                  <a:lnTo>
                    <a:pt x="6646418" y="231394"/>
                  </a:lnTo>
                  <a:lnTo>
                    <a:pt x="6646418" y="1156970"/>
                  </a:lnTo>
                  <a:lnTo>
                    <a:pt x="6641720" y="1203594"/>
                  </a:lnTo>
                  <a:lnTo>
                    <a:pt x="6628247" y="1247024"/>
                  </a:lnTo>
                  <a:lnTo>
                    <a:pt x="6606924" y="1286329"/>
                  </a:lnTo>
                  <a:lnTo>
                    <a:pt x="6578679" y="1320577"/>
                  </a:lnTo>
                  <a:lnTo>
                    <a:pt x="6544439" y="1348836"/>
                  </a:lnTo>
                  <a:lnTo>
                    <a:pt x="6505132" y="1370175"/>
                  </a:lnTo>
                  <a:lnTo>
                    <a:pt x="6461684" y="1383661"/>
                  </a:lnTo>
                  <a:lnTo>
                    <a:pt x="6415024" y="1388364"/>
                  </a:lnTo>
                  <a:lnTo>
                    <a:pt x="231394" y="1388364"/>
                  </a:lnTo>
                  <a:lnTo>
                    <a:pt x="184769" y="1383661"/>
                  </a:lnTo>
                  <a:lnTo>
                    <a:pt x="141339" y="1370175"/>
                  </a:lnTo>
                  <a:lnTo>
                    <a:pt x="102034" y="1348836"/>
                  </a:lnTo>
                  <a:lnTo>
                    <a:pt x="67786" y="1320577"/>
                  </a:lnTo>
                  <a:lnTo>
                    <a:pt x="39527" y="1286329"/>
                  </a:lnTo>
                  <a:lnTo>
                    <a:pt x="18188" y="1247024"/>
                  </a:lnTo>
                  <a:lnTo>
                    <a:pt x="4702" y="1203594"/>
                  </a:lnTo>
                  <a:lnTo>
                    <a:pt x="0" y="1156970"/>
                  </a:lnTo>
                  <a:lnTo>
                    <a:pt x="0" y="231394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597897" y="2083130"/>
            <a:ext cx="6005195" cy="2133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4640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통신사</a:t>
            </a:r>
            <a:r>
              <a:rPr sz="245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네트워크 실시간</a:t>
            </a:r>
            <a:r>
              <a:rPr sz="245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상태 </a:t>
            </a:r>
            <a:r>
              <a:rPr sz="2450" b="1" spc="-20" dirty="0">
                <a:solidFill>
                  <a:srgbClr val="FFFFFF"/>
                </a:solidFill>
                <a:latin typeface="Malgun Gothic"/>
                <a:cs typeface="Malgun Gothic"/>
              </a:rPr>
              <a:t>모니터링</a:t>
            </a:r>
            <a:endParaRPr sz="2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(Monitor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the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Health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of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Your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Network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in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Real-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Time)</a:t>
            </a:r>
            <a:endParaRPr sz="1900">
              <a:latin typeface="Malgun Gothic"/>
              <a:cs typeface="Malgun Gothic"/>
            </a:endParaRPr>
          </a:p>
          <a:p>
            <a:pPr marL="43815" marR="69215">
              <a:lnSpc>
                <a:spcPct val="100200"/>
              </a:lnSpc>
              <a:spcBef>
                <a:spcPts val="2210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네트워크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장애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식별,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트래픽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재</a:t>
            </a:r>
            <a:r>
              <a:rPr sz="1900" b="1" spc="-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라우팅,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장애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고객에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게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능동적인</a:t>
            </a:r>
            <a:r>
              <a:rPr sz="1900" b="1" spc="-4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알림을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보냅니다.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Telemetry</a:t>
            </a:r>
            <a:r>
              <a:rPr sz="1900" b="1" spc="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data,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Customer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usage의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실시간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분석을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기반으로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ROI를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극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대화하도록</a:t>
            </a:r>
            <a:r>
              <a:rPr sz="1900" b="1" spc="-5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네트워크를</a:t>
            </a:r>
            <a:r>
              <a:rPr sz="1900" b="1" spc="-5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계획하고</a:t>
            </a:r>
            <a:r>
              <a:rPr sz="1900" b="1" spc="-5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배포합니다.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905254" y="2023236"/>
            <a:ext cx="6671945" cy="821055"/>
            <a:chOff x="1905254" y="2023236"/>
            <a:chExt cx="6671945" cy="821055"/>
          </a:xfrm>
        </p:grpSpPr>
        <p:sp>
          <p:nvSpPr>
            <p:cNvPr id="14" name="object 14"/>
            <p:cNvSpPr/>
            <p:nvPr/>
          </p:nvSpPr>
          <p:spPr>
            <a:xfrm>
              <a:off x="1917954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5" h="795655">
                  <a:moveTo>
                    <a:pt x="6513830" y="0"/>
                  </a:moveTo>
                  <a:lnTo>
                    <a:pt x="132460" y="0"/>
                  </a:lnTo>
                  <a:lnTo>
                    <a:pt x="90594" y="6766"/>
                  </a:lnTo>
                  <a:lnTo>
                    <a:pt x="54233" y="25603"/>
                  </a:lnTo>
                  <a:lnTo>
                    <a:pt x="25558" y="54315"/>
                  </a:lnTo>
                  <a:lnTo>
                    <a:pt x="6753" y="90708"/>
                  </a:lnTo>
                  <a:lnTo>
                    <a:pt x="0" y="132588"/>
                  </a:lnTo>
                  <a:lnTo>
                    <a:pt x="0" y="662940"/>
                  </a:lnTo>
                  <a:lnTo>
                    <a:pt x="6753" y="704819"/>
                  </a:lnTo>
                  <a:lnTo>
                    <a:pt x="25558" y="741212"/>
                  </a:lnTo>
                  <a:lnTo>
                    <a:pt x="54233" y="769924"/>
                  </a:lnTo>
                  <a:lnTo>
                    <a:pt x="90594" y="788761"/>
                  </a:lnTo>
                  <a:lnTo>
                    <a:pt x="132460" y="795528"/>
                  </a:lnTo>
                  <a:lnTo>
                    <a:pt x="6513830" y="795528"/>
                  </a:lnTo>
                  <a:lnTo>
                    <a:pt x="6555758" y="788761"/>
                  </a:lnTo>
                  <a:lnTo>
                    <a:pt x="6592157" y="769924"/>
                  </a:lnTo>
                  <a:lnTo>
                    <a:pt x="6620851" y="741212"/>
                  </a:lnTo>
                  <a:lnTo>
                    <a:pt x="6639663" y="704819"/>
                  </a:lnTo>
                  <a:lnTo>
                    <a:pt x="6646418" y="662940"/>
                  </a:lnTo>
                  <a:lnTo>
                    <a:pt x="6646418" y="132588"/>
                  </a:lnTo>
                  <a:lnTo>
                    <a:pt x="6639663" y="90708"/>
                  </a:lnTo>
                  <a:lnTo>
                    <a:pt x="6620851" y="54315"/>
                  </a:lnTo>
                  <a:lnTo>
                    <a:pt x="6592157" y="25603"/>
                  </a:lnTo>
                  <a:lnTo>
                    <a:pt x="6555758" y="6766"/>
                  </a:lnTo>
                  <a:lnTo>
                    <a:pt x="6513830" y="0"/>
                  </a:lnTo>
                  <a:close/>
                </a:path>
              </a:pathLst>
            </a:custGeom>
            <a:solidFill>
              <a:srgbClr val="0056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917954" y="2035936"/>
              <a:ext cx="6646545" cy="795655"/>
            </a:xfrm>
            <a:custGeom>
              <a:avLst/>
              <a:gdLst/>
              <a:ahLst/>
              <a:cxnLst/>
              <a:rect l="l" t="t" r="r" b="b"/>
              <a:pathLst>
                <a:path w="6646545" h="795655">
                  <a:moveTo>
                    <a:pt x="0" y="132588"/>
                  </a:moveTo>
                  <a:lnTo>
                    <a:pt x="6753" y="90708"/>
                  </a:lnTo>
                  <a:lnTo>
                    <a:pt x="25558" y="54315"/>
                  </a:lnTo>
                  <a:lnTo>
                    <a:pt x="54233" y="25603"/>
                  </a:lnTo>
                  <a:lnTo>
                    <a:pt x="90594" y="6766"/>
                  </a:lnTo>
                  <a:lnTo>
                    <a:pt x="132460" y="0"/>
                  </a:lnTo>
                  <a:lnTo>
                    <a:pt x="6513830" y="0"/>
                  </a:lnTo>
                  <a:lnTo>
                    <a:pt x="6555758" y="6766"/>
                  </a:lnTo>
                  <a:lnTo>
                    <a:pt x="6592157" y="25603"/>
                  </a:lnTo>
                  <a:lnTo>
                    <a:pt x="6620851" y="54315"/>
                  </a:lnTo>
                  <a:lnTo>
                    <a:pt x="6639663" y="90708"/>
                  </a:lnTo>
                  <a:lnTo>
                    <a:pt x="6646418" y="132588"/>
                  </a:lnTo>
                  <a:lnTo>
                    <a:pt x="6646418" y="662940"/>
                  </a:lnTo>
                  <a:lnTo>
                    <a:pt x="6639663" y="704819"/>
                  </a:lnTo>
                  <a:lnTo>
                    <a:pt x="6620851" y="741212"/>
                  </a:lnTo>
                  <a:lnTo>
                    <a:pt x="6592157" y="769924"/>
                  </a:lnTo>
                  <a:lnTo>
                    <a:pt x="6555758" y="788761"/>
                  </a:lnTo>
                  <a:lnTo>
                    <a:pt x="6513830" y="795528"/>
                  </a:lnTo>
                  <a:lnTo>
                    <a:pt x="132460" y="795528"/>
                  </a:lnTo>
                  <a:lnTo>
                    <a:pt x="90594" y="788761"/>
                  </a:lnTo>
                  <a:lnTo>
                    <a:pt x="54233" y="769924"/>
                  </a:lnTo>
                  <a:lnTo>
                    <a:pt x="25558" y="741212"/>
                  </a:lnTo>
                  <a:lnTo>
                    <a:pt x="6753" y="704819"/>
                  </a:lnTo>
                  <a:lnTo>
                    <a:pt x="0" y="662940"/>
                  </a:lnTo>
                  <a:lnTo>
                    <a:pt x="0" y="132588"/>
                  </a:lnTo>
                  <a:close/>
                </a:path>
              </a:pathLst>
            </a:custGeom>
            <a:ln w="25400">
              <a:solidFill>
                <a:srgbClr val="0053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81939" y="4770120"/>
            <a:ext cx="8484563" cy="4194556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2322569" y="4646509"/>
            <a:ext cx="4231005" cy="870585"/>
            <a:chOff x="2322569" y="4646509"/>
            <a:chExt cx="4231005" cy="870585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22569" y="4646509"/>
              <a:ext cx="4230637" cy="87044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415540" y="4806721"/>
              <a:ext cx="4046220" cy="61109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340229" y="4654550"/>
              <a:ext cx="4146550" cy="795655"/>
            </a:xfrm>
            <a:custGeom>
              <a:avLst/>
              <a:gdLst/>
              <a:ahLst/>
              <a:cxnLst/>
              <a:rect l="l" t="t" r="r" b="b"/>
              <a:pathLst>
                <a:path w="4146550" h="795654">
                  <a:moveTo>
                    <a:pt x="4013707" y="0"/>
                  </a:moveTo>
                  <a:lnTo>
                    <a:pt x="132587" y="0"/>
                  </a:lnTo>
                  <a:lnTo>
                    <a:pt x="90659" y="6754"/>
                  </a:lnTo>
                  <a:lnTo>
                    <a:pt x="54260" y="25566"/>
                  </a:lnTo>
                  <a:lnTo>
                    <a:pt x="25566" y="54260"/>
                  </a:lnTo>
                  <a:lnTo>
                    <a:pt x="6754" y="90659"/>
                  </a:lnTo>
                  <a:lnTo>
                    <a:pt x="0" y="132587"/>
                  </a:lnTo>
                  <a:lnTo>
                    <a:pt x="0" y="662813"/>
                  </a:lnTo>
                  <a:lnTo>
                    <a:pt x="6754" y="704741"/>
                  </a:lnTo>
                  <a:lnTo>
                    <a:pt x="25566" y="741140"/>
                  </a:lnTo>
                  <a:lnTo>
                    <a:pt x="54260" y="769834"/>
                  </a:lnTo>
                  <a:lnTo>
                    <a:pt x="90659" y="788646"/>
                  </a:lnTo>
                  <a:lnTo>
                    <a:pt x="132587" y="795401"/>
                  </a:lnTo>
                  <a:lnTo>
                    <a:pt x="4013707" y="795401"/>
                  </a:lnTo>
                  <a:lnTo>
                    <a:pt x="4055636" y="788646"/>
                  </a:lnTo>
                  <a:lnTo>
                    <a:pt x="4092035" y="769834"/>
                  </a:lnTo>
                  <a:lnTo>
                    <a:pt x="4120729" y="741140"/>
                  </a:lnTo>
                  <a:lnTo>
                    <a:pt x="4139541" y="704741"/>
                  </a:lnTo>
                  <a:lnTo>
                    <a:pt x="4146296" y="662813"/>
                  </a:lnTo>
                  <a:lnTo>
                    <a:pt x="4146296" y="132587"/>
                  </a:lnTo>
                  <a:lnTo>
                    <a:pt x="4139541" y="90659"/>
                  </a:lnTo>
                  <a:lnTo>
                    <a:pt x="4120729" y="54260"/>
                  </a:lnTo>
                  <a:lnTo>
                    <a:pt x="4092035" y="25566"/>
                  </a:lnTo>
                  <a:lnTo>
                    <a:pt x="4055636" y="6754"/>
                  </a:lnTo>
                  <a:lnTo>
                    <a:pt x="4013707" y="0"/>
                  </a:lnTo>
                  <a:close/>
                </a:path>
              </a:pathLst>
            </a:custGeom>
            <a:solidFill>
              <a:srgbClr val="39AF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159635" y="2083130"/>
            <a:ext cx="6164580" cy="3124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3715">
              <a:lnSpc>
                <a:spcPct val="100000"/>
              </a:lnSpc>
              <a:spcBef>
                <a:spcPts val="100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Connected</a:t>
            </a:r>
            <a:r>
              <a:rPr sz="245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Cars와</a:t>
            </a:r>
            <a:r>
              <a:rPr sz="245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스마트</a:t>
            </a:r>
            <a:r>
              <a:rPr sz="245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차량</a:t>
            </a:r>
            <a:r>
              <a:rPr sz="245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관리</a:t>
            </a:r>
            <a:endParaRPr sz="2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(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Build</a:t>
            </a:r>
            <a:r>
              <a:rPr sz="1600" b="1" spc="6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a</a:t>
            </a:r>
            <a:r>
              <a:rPr sz="1600" b="1" spc="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Platform</a:t>
            </a:r>
            <a:r>
              <a:rPr sz="1600" b="1" spc="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for</a:t>
            </a:r>
            <a:r>
              <a:rPr sz="1600" b="1" spc="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Connected</a:t>
            </a:r>
            <a:r>
              <a:rPr sz="1600" b="1" spc="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Cars</a:t>
            </a:r>
            <a:r>
              <a:rPr sz="1600" b="1" spc="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and</a:t>
            </a:r>
            <a:r>
              <a:rPr sz="1600" b="1" spc="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FFFFFF"/>
                </a:solidFill>
                <a:latin typeface="Malgun Gothic"/>
                <a:cs typeface="Malgun Gothic"/>
              </a:rPr>
              <a:t>Fleet</a:t>
            </a:r>
            <a:r>
              <a:rPr sz="1600" b="1" spc="9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Malgun Gothic"/>
                <a:cs typeface="Malgun Gothic"/>
              </a:rPr>
              <a:t>Management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)</a:t>
            </a:r>
            <a:endParaRPr sz="1900">
              <a:latin typeface="Malgun Gothic"/>
              <a:cs typeface="Malgun Gothic"/>
            </a:endParaRPr>
          </a:p>
          <a:p>
            <a:pPr marL="123189">
              <a:lnSpc>
                <a:spcPct val="100000"/>
              </a:lnSpc>
              <a:spcBef>
                <a:spcPts val="2215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통신가능한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차량에서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IoT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센서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및 장치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데이터를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수집</a:t>
            </a:r>
            <a:endParaRPr sz="1900">
              <a:latin typeface="Malgun Gothic"/>
              <a:cs typeface="Malgun Gothic"/>
            </a:endParaRPr>
          </a:p>
          <a:p>
            <a:pPr marL="123189" marR="118745">
              <a:lnSpc>
                <a:spcPts val="2290"/>
              </a:lnSpc>
              <a:spcBef>
                <a:spcPts val="70"/>
              </a:spcBef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/ 분석을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실행하여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실시간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차량상태,</a:t>
            </a:r>
            <a:r>
              <a:rPr sz="1900" b="1" spc="-3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교통상황,</a:t>
            </a:r>
            <a:r>
              <a:rPr sz="1900" b="1" spc="-1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위치추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적 등을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통해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차량운행에</a:t>
            </a:r>
            <a:r>
              <a:rPr sz="1900" b="1" spc="-3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관련된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모든</a:t>
            </a:r>
            <a:r>
              <a:rPr sz="1900" b="1" spc="-10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부분을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 최적화하</a:t>
            </a:r>
            <a:endParaRPr sz="1900">
              <a:latin typeface="Malgun Gothic"/>
              <a:cs typeface="Malgun Gothic"/>
            </a:endParaRPr>
          </a:p>
          <a:p>
            <a:pPr marL="123189">
              <a:lnSpc>
                <a:spcPts val="2205"/>
              </a:lnSpc>
            </a:pP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여</a:t>
            </a:r>
            <a:r>
              <a:rPr sz="1900" b="1" spc="-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관리</a:t>
            </a:r>
            <a:r>
              <a:rPr sz="1900" b="1" spc="-25" dirty="0">
                <a:solidFill>
                  <a:srgbClr val="00AFE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00AFEF"/>
                </a:solidFill>
                <a:latin typeface="Malgun Gothic"/>
                <a:cs typeface="Malgun Gothic"/>
              </a:rPr>
              <a:t>할 수 </a:t>
            </a:r>
            <a:r>
              <a:rPr sz="1900" b="1" spc="-20" dirty="0">
                <a:solidFill>
                  <a:srgbClr val="00AFEF"/>
                </a:solidFill>
                <a:latin typeface="Malgun Gothic"/>
                <a:cs typeface="Malgun Gothic"/>
              </a:rPr>
              <a:t>있습니다.</a:t>
            </a:r>
            <a:endParaRPr sz="19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235"/>
              </a:spcBef>
            </a:pPr>
            <a:endParaRPr sz="1900">
              <a:latin typeface="Malgun Gothic"/>
              <a:cs typeface="Malgun Gothic"/>
            </a:endParaRPr>
          </a:p>
          <a:p>
            <a:pPr marL="427355">
              <a:lnSpc>
                <a:spcPct val="100000"/>
              </a:lnSpc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운전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습관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개선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도로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사고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감소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322569" y="5795605"/>
            <a:ext cx="4231005" cy="870585"/>
            <a:chOff x="2322569" y="5795605"/>
            <a:chExt cx="4231005" cy="87058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22569" y="5795605"/>
              <a:ext cx="4230637" cy="87044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99360" y="5955817"/>
              <a:ext cx="3877055" cy="61109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340229" y="5803391"/>
              <a:ext cx="4146550" cy="795655"/>
            </a:xfrm>
            <a:custGeom>
              <a:avLst/>
              <a:gdLst/>
              <a:ahLst/>
              <a:cxnLst/>
              <a:rect l="l" t="t" r="r" b="b"/>
              <a:pathLst>
                <a:path w="4146550" h="795654">
                  <a:moveTo>
                    <a:pt x="4013707" y="0"/>
                  </a:moveTo>
                  <a:lnTo>
                    <a:pt x="132587" y="0"/>
                  </a:lnTo>
                  <a:lnTo>
                    <a:pt x="90659" y="6753"/>
                  </a:lnTo>
                  <a:lnTo>
                    <a:pt x="54260" y="25558"/>
                  </a:lnTo>
                  <a:lnTo>
                    <a:pt x="25566" y="54233"/>
                  </a:lnTo>
                  <a:lnTo>
                    <a:pt x="6754" y="90594"/>
                  </a:lnTo>
                  <a:lnTo>
                    <a:pt x="0" y="132461"/>
                  </a:lnTo>
                  <a:lnTo>
                    <a:pt x="0" y="662813"/>
                  </a:lnTo>
                  <a:lnTo>
                    <a:pt x="6754" y="704692"/>
                  </a:lnTo>
                  <a:lnTo>
                    <a:pt x="25566" y="741085"/>
                  </a:lnTo>
                  <a:lnTo>
                    <a:pt x="54260" y="769797"/>
                  </a:lnTo>
                  <a:lnTo>
                    <a:pt x="90659" y="788634"/>
                  </a:lnTo>
                  <a:lnTo>
                    <a:pt x="132587" y="795401"/>
                  </a:lnTo>
                  <a:lnTo>
                    <a:pt x="4013707" y="795401"/>
                  </a:lnTo>
                  <a:lnTo>
                    <a:pt x="4055636" y="788634"/>
                  </a:lnTo>
                  <a:lnTo>
                    <a:pt x="4092035" y="769797"/>
                  </a:lnTo>
                  <a:lnTo>
                    <a:pt x="4120729" y="741085"/>
                  </a:lnTo>
                  <a:lnTo>
                    <a:pt x="4139541" y="704692"/>
                  </a:lnTo>
                  <a:lnTo>
                    <a:pt x="4146296" y="662813"/>
                  </a:lnTo>
                  <a:lnTo>
                    <a:pt x="4146296" y="132461"/>
                  </a:lnTo>
                  <a:lnTo>
                    <a:pt x="4139541" y="90594"/>
                  </a:lnTo>
                  <a:lnTo>
                    <a:pt x="4120729" y="54233"/>
                  </a:lnTo>
                  <a:lnTo>
                    <a:pt x="4092035" y="25558"/>
                  </a:lnTo>
                  <a:lnTo>
                    <a:pt x="4055636" y="6753"/>
                  </a:lnTo>
                  <a:lnTo>
                    <a:pt x="4013707" y="0"/>
                  </a:lnTo>
                  <a:close/>
                </a:path>
              </a:pathLst>
            </a:custGeom>
            <a:solidFill>
              <a:srgbClr val="39AF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658236" y="6039739"/>
            <a:ext cx="350964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운전자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및 차량에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대한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제어강화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22569" y="6943177"/>
            <a:ext cx="4231005" cy="870585"/>
            <a:chOff x="2322569" y="6943177"/>
            <a:chExt cx="4231005" cy="870585"/>
          </a:xfrm>
        </p:grpSpPr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22569" y="6943177"/>
              <a:ext cx="4230637" cy="87044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025140" y="7103326"/>
              <a:ext cx="2825495" cy="61268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340229" y="6952107"/>
              <a:ext cx="4146550" cy="795655"/>
            </a:xfrm>
            <a:custGeom>
              <a:avLst/>
              <a:gdLst/>
              <a:ahLst/>
              <a:cxnLst/>
              <a:rect l="l" t="t" r="r" b="b"/>
              <a:pathLst>
                <a:path w="4146550" h="795654">
                  <a:moveTo>
                    <a:pt x="4013707" y="0"/>
                  </a:moveTo>
                  <a:lnTo>
                    <a:pt x="132587" y="0"/>
                  </a:lnTo>
                  <a:lnTo>
                    <a:pt x="90659" y="6766"/>
                  </a:lnTo>
                  <a:lnTo>
                    <a:pt x="54260" y="25603"/>
                  </a:lnTo>
                  <a:lnTo>
                    <a:pt x="25566" y="54315"/>
                  </a:lnTo>
                  <a:lnTo>
                    <a:pt x="6754" y="90708"/>
                  </a:lnTo>
                  <a:lnTo>
                    <a:pt x="0" y="132587"/>
                  </a:lnTo>
                  <a:lnTo>
                    <a:pt x="0" y="662939"/>
                  </a:lnTo>
                  <a:lnTo>
                    <a:pt x="6754" y="704819"/>
                  </a:lnTo>
                  <a:lnTo>
                    <a:pt x="25566" y="741212"/>
                  </a:lnTo>
                  <a:lnTo>
                    <a:pt x="54260" y="769924"/>
                  </a:lnTo>
                  <a:lnTo>
                    <a:pt x="90659" y="788761"/>
                  </a:lnTo>
                  <a:lnTo>
                    <a:pt x="132587" y="795527"/>
                  </a:lnTo>
                  <a:lnTo>
                    <a:pt x="4013707" y="795527"/>
                  </a:lnTo>
                  <a:lnTo>
                    <a:pt x="4055636" y="788761"/>
                  </a:lnTo>
                  <a:lnTo>
                    <a:pt x="4092035" y="769924"/>
                  </a:lnTo>
                  <a:lnTo>
                    <a:pt x="4120729" y="741212"/>
                  </a:lnTo>
                  <a:lnTo>
                    <a:pt x="4139541" y="704819"/>
                  </a:lnTo>
                  <a:lnTo>
                    <a:pt x="4146296" y="662939"/>
                  </a:lnTo>
                  <a:lnTo>
                    <a:pt x="4146296" y="132587"/>
                  </a:lnTo>
                  <a:lnTo>
                    <a:pt x="4139541" y="90708"/>
                  </a:lnTo>
                  <a:lnTo>
                    <a:pt x="4120729" y="54315"/>
                  </a:lnTo>
                  <a:lnTo>
                    <a:pt x="4092035" y="25603"/>
                  </a:lnTo>
                  <a:lnTo>
                    <a:pt x="4055636" y="6766"/>
                  </a:lnTo>
                  <a:lnTo>
                    <a:pt x="4013707" y="0"/>
                  </a:lnTo>
                  <a:close/>
                </a:path>
              </a:pathLst>
            </a:custGeom>
            <a:solidFill>
              <a:srgbClr val="39AF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184017" y="7188454"/>
            <a:ext cx="245808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차량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유지</a:t>
            </a:r>
            <a:r>
              <a:rPr sz="1900" b="1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관리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최적화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2322569" y="8092273"/>
            <a:ext cx="4231005" cy="870585"/>
            <a:chOff x="2322569" y="8092273"/>
            <a:chExt cx="4231005" cy="870585"/>
          </a:xfrm>
        </p:grpSpPr>
        <p:pic>
          <p:nvPicPr>
            <p:cNvPr id="33" name="object 3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2569" y="8092273"/>
              <a:ext cx="4230637" cy="870447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95600" y="8252421"/>
              <a:ext cx="3086100" cy="612686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2340229" y="8100948"/>
              <a:ext cx="4146550" cy="795655"/>
            </a:xfrm>
            <a:custGeom>
              <a:avLst/>
              <a:gdLst/>
              <a:ahLst/>
              <a:cxnLst/>
              <a:rect l="l" t="t" r="r" b="b"/>
              <a:pathLst>
                <a:path w="4146550" h="795654">
                  <a:moveTo>
                    <a:pt x="4013707" y="0"/>
                  </a:moveTo>
                  <a:lnTo>
                    <a:pt x="132587" y="0"/>
                  </a:lnTo>
                  <a:lnTo>
                    <a:pt x="90659" y="6766"/>
                  </a:lnTo>
                  <a:lnTo>
                    <a:pt x="54260" y="25603"/>
                  </a:lnTo>
                  <a:lnTo>
                    <a:pt x="25566" y="54315"/>
                  </a:lnTo>
                  <a:lnTo>
                    <a:pt x="6754" y="90708"/>
                  </a:lnTo>
                  <a:lnTo>
                    <a:pt x="0" y="132587"/>
                  </a:lnTo>
                  <a:lnTo>
                    <a:pt x="0" y="662939"/>
                  </a:lnTo>
                  <a:lnTo>
                    <a:pt x="6754" y="704819"/>
                  </a:lnTo>
                  <a:lnTo>
                    <a:pt x="25566" y="741212"/>
                  </a:lnTo>
                  <a:lnTo>
                    <a:pt x="54260" y="769924"/>
                  </a:lnTo>
                  <a:lnTo>
                    <a:pt x="90659" y="788761"/>
                  </a:lnTo>
                  <a:lnTo>
                    <a:pt x="132587" y="795528"/>
                  </a:lnTo>
                  <a:lnTo>
                    <a:pt x="4013707" y="795528"/>
                  </a:lnTo>
                  <a:lnTo>
                    <a:pt x="4055636" y="788761"/>
                  </a:lnTo>
                  <a:lnTo>
                    <a:pt x="4092035" y="769924"/>
                  </a:lnTo>
                  <a:lnTo>
                    <a:pt x="4120729" y="741212"/>
                  </a:lnTo>
                  <a:lnTo>
                    <a:pt x="4139541" y="704819"/>
                  </a:lnTo>
                  <a:lnTo>
                    <a:pt x="4146296" y="662939"/>
                  </a:lnTo>
                  <a:lnTo>
                    <a:pt x="4146296" y="132587"/>
                  </a:lnTo>
                  <a:lnTo>
                    <a:pt x="4139541" y="90708"/>
                  </a:lnTo>
                  <a:lnTo>
                    <a:pt x="4120729" y="54315"/>
                  </a:lnTo>
                  <a:lnTo>
                    <a:pt x="4092035" y="25603"/>
                  </a:lnTo>
                  <a:lnTo>
                    <a:pt x="4055636" y="6766"/>
                  </a:lnTo>
                  <a:lnTo>
                    <a:pt x="4013707" y="0"/>
                  </a:lnTo>
                  <a:close/>
                </a:path>
              </a:pathLst>
            </a:custGeom>
            <a:solidFill>
              <a:srgbClr val="39AF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054476" y="8337550"/>
            <a:ext cx="2719070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보험/유지보수</a:t>
            </a:r>
            <a:r>
              <a:rPr sz="1900" b="1" spc="-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비용</a:t>
            </a:r>
            <a:r>
              <a:rPr sz="1900" b="1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감소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59454" y="27"/>
            <a:ext cx="8226425" cy="10287000"/>
            <a:chOff x="10059454" y="27"/>
            <a:chExt cx="822642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59454" y="27"/>
              <a:ext cx="8226133" cy="1028696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044671" y="757554"/>
              <a:ext cx="557530" cy="557530"/>
            </a:xfrm>
            <a:custGeom>
              <a:avLst/>
              <a:gdLst/>
              <a:ahLst/>
              <a:cxnLst/>
              <a:rect l="l" t="t" r="r" b="b"/>
              <a:pathLst>
                <a:path w="557530" h="557530">
                  <a:moveTo>
                    <a:pt x="448945" y="272288"/>
                  </a:moveTo>
                  <a:lnTo>
                    <a:pt x="406527" y="270002"/>
                  </a:lnTo>
                  <a:lnTo>
                    <a:pt x="362712" y="269621"/>
                  </a:lnTo>
                  <a:lnTo>
                    <a:pt x="306844" y="268503"/>
                  </a:lnTo>
                  <a:lnTo>
                    <a:pt x="288163" y="268351"/>
                  </a:lnTo>
                  <a:lnTo>
                    <a:pt x="288099" y="249936"/>
                  </a:lnTo>
                  <a:lnTo>
                    <a:pt x="288061" y="236093"/>
                  </a:lnTo>
                  <a:lnTo>
                    <a:pt x="288010" y="228473"/>
                  </a:lnTo>
                  <a:lnTo>
                    <a:pt x="287896" y="220637"/>
                  </a:lnTo>
                  <a:lnTo>
                    <a:pt x="287782" y="212369"/>
                  </a:lnTo>
                  <a:lnTo>
                    <a:pt x="287337" y="196342"/>
                  </a:lnTo>
                  <a:lnTo>
                    <a:pt x="287274" y="193675"/>
                  </a:lnTo>
                  <a:lnTo>
                    <a:pt x="286727" y="168071"/>
                  </a:lnTo>
                  <a:lnTo>
                    <a:pt x="286613" y="162433"/>
                  </a:lnTo>
                  <a:lnTo>
                    <a:pt x="286512" y="157480"/>
                  </a:lnTo>
                  <a:lnTo>
                    <a:pt x="286435" y="153924"/>
                  </a:lnTo>
                  <a:lnTo>
                    <a:pt x="286385" y="151257"/>
                  </a:lnTo>
                  <a:lnTo>
                    <a:pt x="286042" y="143243"/>
                  </a:lnTo>
                  <a:lnTo>
                    <a:pt x="285927" y="140525"/>
                  </a:lnTo>
                  <a:lnTo>
                    <a:pt x="285381" y="129857"/>
                  </a:lnTo>
                  <a:lnTo>
                    <a:pt x="284759" y="119291"/>
                  </a:lnTo>
                  <a:lnTo>
                    <a:pt x="284099" y="108839"/>
                  </a:lnTo>
                  <a:lnTo>
                    <a:pt x="272542" y="108839"/>
                  </a:lnTo>
                  <a:lnTo>
                    <a:pt x="271716" y="118618"/>
                  </a:lnTo>
                  <a:lnTo>
                    <a:pt x="271665" y="119291"/>
                  </a:lnTo>
                  <a:lnTo>
                    <a:pt x="271145" y="128333"/>
                  </a:lnTo>
                  <a:lnTo>
                    <a:pt x="271056" y="129857"/>
                  </a:lnTo>
                  <a:lnTo>
                    <a:pt x="270624" y="140525"/>
                  </a:lnTo>
                  <a:lnTo>
                    <a:pt x="270370" y="147764"/>
                  </a:lnTo>
                  <a:lnTo>
                    <a:pt x="270256" y="151257"/>
                  </a:lnTo>
                  <a:lnTo>
                    <a:pt x="268986" y="193675"/>
                  </a:lnTo>
                  <a:lnTo>
                    <a:pt x="268681" y="202425"/>
                  </a:lnTo>
                  <a:lnTo>
                    <a:pt x="268592" y="207518"/>
                  </a:lnTo>
                  <a:lnTo>
                    <a:pt x="268478" y="228473"/>
                  </a:lnTo>
                  <a:lnTo>
                    <a:pt x="265010" y="220637"/>
                  </a:lnTo>
                  <a:lnTo>
                    <a:pt x="260972" y="211582"/>
                  </a:lnTo>
                  <a:lnTo>
                    <a:pt x="257886" y="204482"/>
                  </a:lnTo>
                  <a:lnTo>
                    <a:pt x="254635" y="196342"/>
                  </a:lnTo>
                  <a:lnTo>
                    <a:pt x="237236" y="157480"/>
                  </a:lnTo>
                  <a:lnTo>
                    <a:pt x="232625" y="147764"/>
                  </a:lnTo>
                  <a:lnTo>
                    <a:pt x="223545" y="128333"/>
                  </a:lnTo>
                  <a:lnTo>
                    <a:pt x="218948" y="118618"/>
                  </a:lnTo>
                  <a:lnTo>
                    <a:pt x="207772" y="123063"/>
                  </a:lnTo>
                  <a:lnTo>
                    <a:pt x="211188" y="133159"/>
                  </a:lnTo>
                  <a:lnTo>
                    <a:pt x="214731" y="143243"/>
                  </a:lnTo>
                  <a:lnTo>
                    <a:pt x="221996" y="163322"/>
                  </a:lnTo>
                  <a:lnTo>
                    <a:pt x="237236" y="203073"/>
                  </a:lnTo>
                  <a:lnTo>
                    <a:pt x="240893" y="212369"/>
                  </a:lnTo>
                  <a:lnTo>
                    <a:pt x="248158" y="230974"/>
                  </a:lnTo>
                  <a:lnTo>
                    <a:pt x="250190" y="236093"/>
                  </a:lnTo>
                  <a:lnTo>
                    <a:pt x="243801" y="229870"/>
                  </a:lnTo>
                  <a:lnTo>
                    <a:pt x="231038" y="217805"/>
                  </a:lnTo>
                  <a:lnTo>
                    <a:pt x="194310" y="182499"/>
                  </a:lnTo>
                  <a:lnTo>
                    <a:pt x="162179" y="153924"/>
                  </a:lnTo>
                  <a:lnTo>
                    <a:pt x="154178" y="162433"/>
                  </a:lnTo>
                  <a:lnTo>
                    <a:pt x="182245" y="194183"/>
                  </a:lnTo>
                  <a:lnTo>
                    <a:pt x="211328" y="224917"/>
                  </a:lnTo>
                  <a:lnTo>
                    <a:pt x="217398" y="231228"/>
                  </a:lnTo>
                  <a:lnTo>
                    <a:pt x="229755" y="243636"/>
                  </a:lnTo>
                  <a:lnTo>
                    <a:pt x="235839" y="249936"/>
                  </a:lnTo>
                  <a:lnTo>
                    <a:pt x="163576" y="222250"/>
                  </a:lnTo>
                  <a:lnTo>
                    <a:pt x="153492" y="218706"/>
                  </a:lnTo>
                  <a:lnTo>
                    <a:pt x="133527" y="211124"/>
                  </a:lnTo>
                  <a:lnTo>
                    <a:pt x="123317" y="207518"/>
                  </a:lnTo>
                  <a:lnTo>
                    <a:pt x="118872" y="218706"/>
                  </a:lnTo>
                  <a:lnTo>
                    <a:pt x="157226" y="236982"/>
                  </a:lnTo>
                  <a:lnTo>
                    <a:pt x="196596" y="254508"/>
                  </a:lnTo>
                  <a:lnTo>
                    <a:pt x="204381" y="258064"/>
                  </a:lnTo>
                  <a:lnTo>
                    <a:pt x="212318" y="261531"/>
                  </a:lnTo>
                  <a:lnTo>
                    <a:pt x="228727" y="268351"/>
                  </a:lnTo>
                  <a:lnTo>
                    <a:pt x="219798" y="268503"/>
                  </a:lnTo>
                  <a:lnTo>
                    <a:pt x="202234" y="269113"/>
                  </a:lnTo>
                  <a:lnTo>
                    <a:pt x="192201" y="269265"/>
                  </a:lnTo>
                  <a:lnTo>
                    <a:pt x="151003" y="270002"/>
                  </a:lnTo>
                  <a:lnTo>
                    <a:pt x="140550" y="270459"/>
                  </a:lnTo>
                  <a:lnTo>
                    <a:pt x="108585" y="272288"/>
                  </a:lnTo>
                  <a:lnTo>
                    <a:pt x="108585" y="283972"/>
                  </a:lnTo>
                  <a:lnTo>
                    <a:pt x="119316" y="284797"/>
                  </a:lnTo>
                  <a:lnTo>
                    <a:pt x="129984" y="285394"/>
                  </a:lnTo>
                  <a:lnTo>
                    <a:pt x="193421" y="287528"/>
                  </a:lnTo>
                  <a:lnTo>
                    <a:pt x="268478" y="288417"/>
                  </a:lnTo>
                  <a:lnTo>
                    <a:pt x="268528" y="301752"/>
                  </a:lnTo>
                  <a:lnTo>
                    <a:pt x="268655" y="315658"/>
                  </a:lnTo>
                  <a:lnTo>
                    <a:pt x="268770" y="325501"/>
                  </a:lnTo>
                  <a:lnTo>
                    <a:pt x="268871" y="332105"/>
                  </a:lnTo>
                  <a:lnTo>
                    <a:pt x="268947" y="337566"/>
                  </a:lnTo>
                  <a:lnTo>
                    <a:pt x="269074" y="345567"/>
                  </a:lnTo>
                  <a:lnTo>
                    <a:pt x="269201" y="353568"/>
                  </a:lnTo>
                  <a:lnTo>
                    <a:pt x="269316" y="360680"/>
                  </a:lnTo>
                  <a:lnTo>
                    <a:pt x="269367" y="363474"/>
                  </a:lnTo>
                  <a:lnTo>
                    <a:pt x="270675" y="403225"/>
                  </a:lnTo>
                  <a:lnTo>
                    <a:pt x="271081" y="416420"/>
                  </a:lnTo>
                  <a:lnTo>
                    <a:pt x="271500" y="427113"/>
                  </a:lnTo>
                  <a:lnTo>
                    <a:pt x="272084" y="437515"/>
                  </a:lnTo>
                  <a:lnTo>
                    <a:pt x="272923" y="448310"/>
                  </a:lnTo>
                  <a:lnTo>
                    <a:pt x="284099" y="448310"/>
                  </a:lnTo>
                  <a:lnTo>
                    <a:pt x="284759" y="437794"/>
                  </a:lnTo>
                  <a:lnTo>
                    <a:pt x="285330" y="427888"/>
                  </a:lnTo>
                  <a:lnTo>
                    <a:pt x="285826" y="418338"/>
                  </a:lnTo>
                  <a:lnTo>
                    <a:pt x="285927" y="416420"/>
                  </a:lnTo>
                  <a:lnTo>
                    <a:pt x="286258" y="408800"/>
                  </a:lnTo>
                  <a:lnTo>
                    <a:pt x="286385" y="405892"/>
                  </a:lnTo>
                  <a:lnTo>
                    <a:pt x="287274" y="363474"/>
                  </a:lnTo>
                  <a:lnTo>
                    <a:pt x="287782" y="354596"/>
                  </a:lnTo>
                  <a:lnTo>
                    <a:pt x="287985" y="347726"/>
                  </a:lnTo>
                  <a:lnTo>
                    <a:pt x="288099" y="335991"/>
                  </a:lnTo>
                  <a:lnTo>
                    <a:pt x="288163" y="327660"/>
                  </a:lnTo>
                  <a:lnTo>
                    <a:pt x="291579" y="335991"/>
                  </a:lnTo>
                  <a:lnTo>
                    <a:pt x="295135" y="344258"/>
                  </a:lnTo>
                  <a:lnTo>
                    <a:pt x="302387" y="360680"/>
                  </a:lnTo>
                  <a:lnTo>
                    <a:pt x="319913" y="399161"/>
                  </a:lnTo>
                  <a:lnTo>
                    <a:pt x="324446" y="408800"/>
                  </a:lnTo>
                  <a:lnTo>
                    <a:pt x="328866" y="418338"/>
                  </a:lnTo>
                  <a:lnTo>
                    <a:pt x="333375" y="427888"/>
                  </a:lnTo>
                  <a:lnTo>
                    <a:pt x="338201" y="437515"/>
                  </a:lnTo>
                  <a:lnTo>
                    <a:pt x="348488" y="433578"/>
                  </a:lnTo>
                  <a:lnTo>
                    <a:pt x="344995" y="423506"/>
                  </a:lnTo>
                  <a:lnTo>
                    <a:pt x="337629" y="403402"/>
                  </a:lnTo>
                  <a:lnTo>
                    <a:pt x="334137" y="393319"/>
                  </a:lnTo>
                  <a:lnTo>
                    <a:pt x="319405" y="353568"/>
                  </a:lnTo>
                  <a:lnTo>
                    <a:pt x="316064" y="345186"/>
                  </a:lnTo>
                  <a:lnTo>
                    <a:pt x="312851" y="336981"/>
                  </a:lnTo>
                  <a:lnTo>
                    <a:pt x="309270" y="327660"/>
                  </a:lnTo>
                  <a:lnTo>
                    <a:pt x="306451" y="320040"/>
                  </a:lnTo>
                  <a:lnTo>
                    <a:pt x="312889" y="326428"/>
                  </a:lnTo>
                  <a:lnTo>
                    <a:pt x="319443" y="332803"/>
                  </a:lnTo>
                  <a:lnTo>
                    <a:pt x="332740" y="345567"/>
                  </a:lnTo>
                  <a:lnTo>
                    <a:pt x="364109" y="374650"/>
                  </a:lnTo>
                  <a:lnTo>
                    <a:pt x="395732" y="403225"/>
                  </a:lnTo>
                  <a:lnTo>
                    <a:pt x="403352" y="395097"/>
                  </a:lnTo>
                  <a:lnTo>
                    <a:pt x="375285" y="363474"/>
                  </a:lnTo>
                  <a:lnTo>
                    <a:pt x="346202" y="332105"/>
                  </a:lnTo>
                  <a:lnTo>
                    <a:pt x="334505" y="320040"/>
                  </a:lnTo>
                  <a:lnTo>
                    <a:pt x="327113" y="312445"/>
                  </a:lnTo>
                  <a:lnTo>
                    <a:pt x="320802" y="305816"/>
                  </a:lnTo>
                  <a:lnTo>
                    <a:pt x="337502" y="312445"/>
                  </a:lnTo>
                  <a:lnTo>
                    <a:pt x="345833" y="315658"/>
                  </a:lnTo>
                  <a:lnTo>
                    <a:pt x="394081" y="333502"/>
                  </a:lnTo>
                  <a:lnTo>
                    <a:pt x="404101" y="336981"/>
                  </a:lnTo>
                  <a:lnTo>
                    <a:pt x="424180" y="344258"/>
                  </a:lnTo>
                  <a:lnTo>
                    <a:pt x="434213" y="347726"/>
                  </a:lnTo>
                  <a:lnTo>
                    <a:pt x="438277" y="337566"/>
                  </a:lnTo>
                  <a:lnTo>
                    <a:pt x="399796" y="319151"/>
                  </a:lnTo>
                  <a:lnTo>
                    <a:pt x="370001" y="305816"/>
                  </a:lnTo>
                  <a:lnTo>
                    <a:pt x="360934" y="301752"/>
                  </a:lnTo>
                  <a:lnTo>
                    <a:pt x="328295" y="287528"/>
                  </a:lnTo>
                  <a:lnTo>
                    <a:pt x="337121" y="287401"/>
                  </a:lnTo>
                  <a:lnTo>
                    <a:pt x="355053" y="286778"/>
                  </a:lnTo>
                  <a:lnTo>
                    <a:pt x="403580" y="285813"/>
                  </a:lnTo>
                  <a:lnTo>
                    <a:pt x="405079" y="285813"/>
                  </a:lnTo>
                  <a:lnTo>
                    <a:pt x="415086" y="285394"/>
                  </a:lnTo>
                  <a:lnTo>
                    <a:pt x="415429" y="285394"/>
                  </a:lnTo>
                  <a:lnTo>
                    <a:pt x="448945" y="283464"/>
                  </a:lnTo>
                  <a:lnTo>
                    <a:pt x="448945" y="272288"/>
                  </a:lnTo>
                  <a:close/>
                </a:path>
                <a:path w="557530" h="557530">
                  <a:moveTo>
                    <a:pt x="557530" y="278384"/>
                  </a:moveTo>
                  <a:lnTo>
                    <a:pt x="553897" y="233629"/>
                  </a:lnTo>
                  <a:lnTo>
                    <a:pt x="543369" y="190766"/>
                  </a:lnTo>
                  <a:lnTo>
                    <a:pt x="531114" y="161721"/>
                  </a:lnTo>
                  <a:lnTo>
                    <a:pt x="531114" y="278384"/>
                  </a:lnTo>
                  <a:lnTo>
                    <a:pt x="527037" y="323507"/>
                  </a:lnTo>
                  <a:lnTo>
                    <a:pt x="515239" y="366331"/>
                  </a:lnTo>
                  <a:lnTo>
                    <a:pt x="496557" y="405561"/>
                  </a:lnTo>
                  <a:lnTo>
                    <a:pt x="471614" y="440804"/>
                  </a:lnTo>
                  <a:lnTo>
                    <a:pt x="441172" y="471246"/>
                  </a:lnTo>
                  <a:lnTo>
                    <a:pt x="405930" y="496189"/>
                  </a:lnTo>
                  <a:lnTo>
                    <a:pt x="366636" y="514896"/>
                  </a:lnTo>
                  <a:lnTo>
                    <a:pt x="324002" y="526656"/>
                  </a:lnTo>
                  <a:lnTo>
                    <a:pt x="278765" y="530733"/>
                  </a:lnTo>
                  <a:lnTo>
                    <a:pt x="233514" y="526656"/>
                  </a:lnTo>
                  <a:lnTo>
                    <a:pt x="190881" y="514896"/>
                  </a:lnTo>
                  <a:lnTo>
                    <a:pt x="151587" y="496189"/>
                  </a:lnTo>
                  <a:lnTo>
                    <a:pt x="116344" y="471246"/>
                  </a:lnTo>
                  <a:lnTo>
                    <a:pt x="85902" y="440804"/>
                  </a:lnTo>
                  <a:lnTo>
                    <a:pt x="60960" y="405561"/>
                  </a:lnTo>
                  <a:lnTo>
                    <a:pt x="42278" y="366331"/>
                  </a:lnTo>
                  <a:lnTo>
                    <a:pt x="30568" y="323900"/>
                  </a:lnTo>
                  <a:lnTo>
                    <a:pt x="26441" y="278765"/>
                  </a:lnTo>
                  <a:lnTo>
                    <a:pt x="26416" y="278384"/>
                  </a:lnTo>
                  <a:lnTo>
                    <a:pt x="30429" y="233629"/>
                  </a:lnTo>
                  <a:lnTo>
                    <a:pt x="42113" y="190766"/>
                  </a:lnTo>
                  <a:lnTo>
                    <a:pt x="60960" y="150990"/>
                  </a:lnTo>
                  <a:lnTo>
                    <a:pt x="85902" y="115773"/>
                  </a:lnTo>
                  <a:lnTo>
                    <a:pt x="116344" y="85369"/>
                  </a:lnTo>
                  <a:lnTo>
                    <a:pt x="151587" y="60477"/>
                  </a:lnTo>
                  <a:lnTo>
                    <a:pt x="190881" y="41821"/>
                  </a:lnTo>
                  <a:lnTo>
                    <a:pt x="233514" y="30099"/>
                  </a:lnTo>
                  <a:lnTo>
                    <a:pt x="278765" y="26035"/>
                  </a:lnTo>
                  <a:lnTo>
                    <a:pt x="324002" y="30099"/>
                  </a:lnTo>
                  <a:lnTo>
                    <a:pt x="366636" y="41821"/>
                  </a:lnTo>
                  <a:lnTo>
                    <a:pt x="405930" y="60477"/>
                  </a:lnTo>
                  <a:lnTo>
                    <a:pt x="441172" y="85369"/>
                  </a:lnTo>
                  <a:lnTo>
                    <a:pt x="471614" y="115773"/>
                  </a:lnTo>
                  <a:lnTo>
                    <a:pt x="496557" y="150990"/>
                  </a:lnTo>
                  <a:lnTo>
                    <a:pt x="515302" y="190423"/>
                  </a:lnTo>
                  <a:lnTo>
                    <a:pt x="527024" y="233006"/>
                  </a:lnTo>
                  <a:lnTo>
                    <a:pt x="531114" y="278384"/>
                  </a:lnTo>
                  <a:lnTo>
                    <a:pt x="531114" y="161721"/>
                  </a:lnTo>
                  <a:lnTo>
                    <a:pt x="526567" y="150990"/>
                  </a:lnTo>
                  <a:lnTo>
                    <a:pt x="526478" y="150787"/>
                  </a:lnTo>
                  <a:lnTo>
                    <a:pt x="526351" y="150495"/>
                  </a:lnTo>
                  <a:lnTo>
                    <a:pt x="503656" y="114007"/>
                  </a:lnTo>
                  <a:lnTo>
                    <a:pt x="475767" y="81572"/>
                  </a:lnTo>
                  <a:lnTo>
                    <a:pt x="443268" y="53746"/>
                  </a:lnTo>
                  <a:lnTo>
                    <a:pt x="406869" y="31178"/>
                  </a:lnTo>
                  <a:lnTo>
                    <a:pt x="366852" y="14249"/>
                  </a:lnTo>
                  <a:lnTo>
                    <a:pt x="323951" y="3657"/>
                  </a:lnTo>
                  <a:lnTo>
                    <a:pt x="278765" y="0"/>
                  </a:lnTo>
                  <a:lnTo>
                    <a:pt x="233616" y="3657"/>
                  </a:lnTo>
                  <a:lnTo>
                    <a:pt x="190754" y="14249"/>
                  </a:lnTo>
                  <a:lnTo>
                    <a:pt x="150774" y="31178"/>
                  </a:lnTo>
                  <a:lnTo>
                    <a:pt x="114249" y="53873"/>
                  </a:lnTo>
                  <a:lnTo>
                    <a:pt x="81749" y="81762"/>
                  </a:lnTo>
                  <a:lnTo>
                    <a:pt x="53860" y="114261"/>
                  </a:lnTo>
                  <a:lnTo>
                    <a:pt x="31165" y="150787"/>
                  </a:lnTo>
                  <a:lnTo>
                    <a:pt x="14236" y="190766"/>
                  </a:lnTo>
                  <a:lnTo>
                    <a:pt x="3797" y="233006"/>
                  </a:lnTo>
                  <a:lnTo>
                    <a:pt x="3746" y="233248"/>
                  </a:lnTo>
                  <a:lnTo>
                    <a:pt x="3644" y="233629"/>
                  </a:lnTo>
                  <a:lnTo>
                    <a:pt x="25" y="278384"/>
                  </a:lnTo>
                  <a:lnTo>
                    <a:pt x="0" y="278765"/>
                  </a:lnTo>
                  <a:lnTo>
                    <a:pt x="3619" y="323507"/>
                  </a:lnTo>
                  <a:lnTo>
                    <a:pt x="3644" y="323900"/>
                  </a:lnTo>
                  <a:lnTo>
                    <a:pt x="14135" y="366331"/>
                  </a:lnTo>
                  <a:lnTo>
                    <a:pt x="31165" y="406641"/>
                  </a:lnTo>
                  <a:lnTo>
                    <a:pt x="53860" y="443103"/>
                  </a:lnTo>
                  <a:lnTo>
                    <a:pt x="81749" y="475526"/>
                  </a:lnTo>
                  <a:lnTo>
                    <a:pt x="114249" y="503339"/>
                  </a:lnTo>
                  <a:lnTo>
                    <a:pt x="150774" y="525970"/>
                  </a:lnTo>
                  <a:lnTo>
                    <a:pt x="190754" y="542836"/>
                  </a:lnTo>
                  <a:lnTo>
                    <a:pt x="233616" y="553389"/>
                  </a:lnTo>
                  <a:lnTo>
                    <a:pt x="278765" y="557022"/>
                  </a:lnTo>
                  <a:lnTo>
                    <a:pt x="323735" y="553389"/>
                  </a:lnTo>
                  <a:lnTo>
                    <a:pt x="366547" y="542836"/>
                  </a:lnTo>
                  <a:lnTo>
                    <a:pt x="406488" y="525970"/>
                  </a:lnTo>
                  <a:lnTo>
                    <a:pt x="443268" y="503174"/>
                  </a:lnTo>
                  <a:lnTo>
                    <a:pt x="475767" y="475284"/>
                  </a:lnTo>
                  <a:lnTo>
                    <a:pt x="503656" y="442798"/>
                  </a:lnTo>
                  <a:lnTo>
                    <a:pt x="526351" y="406285"/>
                  </a:lnTo>
                  <a:lnTo>
                    <a:pt x="543280" y="366331"/>
                  </a:lnTo>
                  <a:lnTo>
                    <a:pt x="553770" y="323900"/>
                  </a:lnTo>
                  <a:lnTo>
                    <a:pt x="553872" y="323507"/>
                  </a:lnTo>
                  <a:lnTo>
                    <a:pt x="557491" y="278765"/>
                  </a:lnTo>
                  <a:lnTo>
                    <a:pt x="557530" y="278384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415278" y="4526819"/>
            <a:ext cx="5269865" cy="1070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850" i="1" spc="-415" dirty="0">
                <a:solidFill>
                  <a:srgbClr val="173360"/>
                </a:solidFill>
                <a:latin typeface="Malgun Gothic"/>
                <a:cs typeface="Malgun Gothic"/>
              </a:rPr>
              <a:t>고객사례</a:t>
            </a:r>
            <a:r>
              <a:rPr sz="6850" i="1" spc="-12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6850" i="1" spc="-440" dirty="0">
                <a:solidFill>
                  <a:srgbClr val="173360"/>
                </a:solidFill>
                <a:latin typeface="Malgun Gothic"/>
                <a:cs typeface="Malgun Gothic"/>
              </a:rPr>
              <a:t>소개</a:t>
            </a:r>
            <a:endParaRPr sz="685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134837" y="9429698"/>
            <a:ext cx="165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829393"/>
                </a:solidFill>
                <a:latin typeface="Malgun Gothic"/>
                <a:cs typeface="Malgun Gothic"/>
              </a:rPr>
              <a:t>50</a:t>
            </a:r>
            <a:endParaRPr sz="10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금융사</a:t>
            </a:r>
            <a:r>
              <a:rPr spc="20" dirty="0"/>
              <a:t> </a:t>
            </a:r>
            <a:r>
              <a:rPr dirty="0"/>
              <a:t>(실시간</a:t>
            </a:r>
            <a:r>
              <a:rPr spc="25" dirty="0"/>
              <a:t> </a:t>
            </a:r>
            <a:r>
              <a:rPr dirty="0"/>
              <a:t>개인화</a:t>
            </a:r>
            <a:r>
              <a:rPr spc="15" dirty="0"/>
              <a:t> </a:t>
            </a:r>
            <a:r>
              <a:rPr dirty="0"/>
              <a:t>마켓팅</a:t>
            </a:r>
            <a:r>
              <a:rPr spc="20" dirty="0"/>
              <a:t> </a:t>
            </a:r>
            <a:r>
              <a:rPr dirty="0"/>
              <a:t>시스템</a:t>
            </a:r>
            <a:r>
              <a:rPr spc="15" dirty="0"/>
              <a:t> </a:t>
            </a:r>
            <a:r>
              <a:rPr dirty="0"/>
              <a:t>구축)</a:t>
            </a:r>
            <a:r>
              <a:rPr spc="15" dirty="0"/>
              <a:t> </a:t>
            </a:r>
            <a:r>
              <a:rPr dirty="0"/>
              <a:t>- </a:t>
            </a:r>
            <a:r>
              <a:rPr spc="-20" dirty="0"/>
              <a:t>아키텍처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5" name="object 5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91764" y="1828292"/>
            <a:ext cx="1282065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Click</a:t>
            </a:r>
            <a:r>
              <a:rPr sz="2450" b="1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Stream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로그,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고객</a:t>
            </a:r>
            <a:r>
              <a:rPr sz="2450" b="1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실적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정보</a:t>
            </a:r>
            <a:r>
              <a:rPr sz="2450" b="1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10" dirty="0">
                <a:solidFill>
                  <a:srgbClr val="17719D"/>
                </a:solidFill>
                <a:latin typeface="Malgun Gothic"/>
                <a:cs typeface="Malgun Gothic"/>
              </a:rPr>
              <a:t>수집/정제/분석/가공/전송으로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마케팅</a:t>
            </a:r>
            <a:r>
              <a:rPr sz="2450" b="1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자동화</a:t>
            </a:r>
            <a:r>
              <a:rPr sz="2450" b="1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및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실시간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마케팅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DB구축,</a:t>
            </a:r>
            <a:r>
              <a:rPr sz="2450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발송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채널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및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유관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시스템과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연계등으로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자동화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된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프로세스를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구현.</a:t>
            </a:r>
            <a:endParaRPr sz="245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9" name="object 9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83434" y="3013341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1412113" y="0"/>
                  </a:moveTo>
                  <a:lnTo>
                    <a:pt x="0" y="0"/>
                  </a:lnTo>
                  <a:lnTo>
                    <a:pt x="0" y="391909"/>
                  </a:lnTo>
                  <a:lnTo>
                    <a:pt x="1412113" y="391909"/>
                  </a:lnTo>
                  <a:lnTo>
                    <a:pt x="141211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83434" y="3013341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0" y="391909"/>
                  </a:moveTo>
                  <a:lnTo>
                    <a:pt x="1412113" y="391909"/>
                  </a:lnTo>
                  <a:lnTo>
                    <a:pt x="1412113" y="0"/>
                  </a:lnTo>
                  <a:lnTo>
                    <a:pt x="0" y="0"/>
                  </a:lnTo>
                  <a:lnTo>
                    <a:pt x="0" y="391909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89783" y="3080131"/>
            <a:ext cx="13995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채널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83433" y="3420287"/>
            <a:ext cx="1412240" cy="979805"/>
          </a:xfrm>
          <a:custGeom>
            <a:avLst/>
            <a:gdLst/>
            <a:ahLst/>
            <a:cxnLst/>
            <a:rect l="l" t="t" r="r" b="b"/>
            <a:pathLst>
              <a:path w="1412239" h="979804">
                <a:moveTo>
                  <a:pt x="0" y="979754"/>
                </a:moveTo>
                <a:lnTo>
                  <a:pt x="1412113" y="979754"/>
                </a:lnTo>
                <a:lnTo>
                  <a:pt x="1412113" y="0"/>
                </a:lnTo>
                <a:lnTo>
                  <a:pt x="0" y="0"/>
                </a:lnTo>
                <a:lnTo>
                  <a:pt x="0" y="979754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724657" y="3502190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130"/>
              </a:spcBef>
            </a:pPr>
            <a:r>
              <a:rPr sz="1350" dirty="0">
                <a:latin typeface="Malgun Gothic"/>
                <a:cs typeface="Malgun Gothic"/>
              </a:rPr>
              <a:t>All</a:t>
            </a:r>
            <a:r>
              <a:rPr sz="1350" spc="-5" dirty="0">
                <a:latin typeface="Malgun Gothic"/>
                <a:cs typeface="Malgun Gothic"/>
              </a:rPr>
              <a:t> </a:t>
            </a:r>
            <a:r>
              <a:rPr sz="1350" spc="-20" dirty="0">
                <a:latin typeface="Malgun Gothic"/>
                <a:cs typeface="Malgun Gothic"/>
              </a:rPr>
              <a:t>Logs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24657" y="3796830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WEB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724657" y="4096930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APP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577083" y="4762779"/>
            <a:ext cx="1424940" cy="405130"/>
            <a:chOff x="2577083" y="4762779"/>
            <a:chExt cx="1424940" cy="405130"/>
          </a:xfrm>
        </p:grpSpPr>
        <p:sp>
          <p:nvSpPr>
            <p:cNvPr id="18" name="object 18"/>
            <p:cNvSpPr/>
            <p:nvPr/>
          </p:nvSpPr>
          <p:spPr>
            <a:xfrm>
              <a:off x="2583433" y="4769129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1412113" y="0"/>
                  </a:moveTo>
                  <a:lnTo>
                    <a:pt x="0" y="0"/>
                  </a:lnTo>
                  <a:lnTo>
                    <a:pt x="0" y="391896"/>
                  </a:lnTo>
                  <a:lnTo>
                    <a:pt x="1412113" y="391896"/>
                  </a:lnTo>
                  <a:lnTo>
                    <a:pt x="141211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583433" y="4769129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0" y="391896"/>
                  </a:moveTo>
                  <a:lnTo>
                    <a:pt x="1412113" y="391896"/>
                  </a:lnTo>
                  <a:lnTo>
                    <a:pt x="1412113" y="0"/>
                  </a:lnTo>
                  <a:lnTo>
                    <a:pt x="0" y="0"/>
                  </a:lnTo>
                  <a:lnTo>
                    <a:pt x="0" y="391896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589783" y="4836033"/>
            <a:ext cx="13995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4655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기간계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583433" y="5176011"/>
            <a:ext cx="1412240" cy="1321435"/>
          </a:xfrm>
          <a:custGeom>
            <a:avLst/>
            <a:gdLst/>
            <a:ahLst/>
            <a:cxnLst/>
            <a:rect l="l" t="t" r="r" b="b"/>
            <a:pathLst>
              <a:path w="1412239" h="1321435">
                <a:moveTo>
                  <a:pt x="0" y="1321435"/>
                </a:moveTo>
                <a:lnTo>
                  <a:pt x="1412113" y="1321435"/>
                </a:lnTo>
                <a:lnTo>
                  <a:pt x="1412113" y="0"/>
                </a:lnTo>
                <a:lnTo>
                  <a:pt x="0" y="0"/>
                </a:lnTo>
                <a:lnTo>
                  <a:pt x="0" y="1321435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2724657" y="5257965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latin typeface="Malgun Gothic"/>
                <a:cs typeface="Malgun Gothic"/>
              </a:rPr>
              <a:t>뱅킹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24657" y="5552605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35"/>
              </a:spcBef>
            </a:pP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단위업무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724657" y="5852705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306705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콜센터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724657" y="6166649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16535">
              <a:lnSpc>
                <a:spcPct val="100000"/>
              </a:lnSpc>
              <a:spcBef>
                <a:spcPts val="135"/>
              </a:spcBef>
            </a:pP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MYDATA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577083" y="6728726"/>
            <a:ext cx="1424940" cy="405130"/>
            <a:chOff x="2577083" y="6728726"/>
            <a:chExt cx="1424940" cy="405130"/>
          </a:xfrm>
        </p:grpSpPr>
        <p:sp>
          <p:nvSpPr>
            <p:cNvPr id="27" name="object 27"/>
            <p:cNvSpPr/>
            <p:nvPr/>
          </p:nvSpPr>
          <p:spPr>
            <a:xfrm>
              <a:off x="2583433" y="6735076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1412113" y="0"/>
                  </a:moveTo>
                  <a:lnTo>
                    <a:pt x="0" y="0"/>
                  </a:lnTo>
                  <a:lnTo>
                    <a:pt x="0" y="391909"/>
                  </a:lnTo>
                  <a:lnTo>
                    <a:pt x="1412113" y="391909"/>
                  </a:lnTo>
                  <a:lnTo>
                    <a:pt x="141211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583433" y="6735076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0" y="391909"/>
                  </a:moveTo>
                  <a:lnTo>
                    <a:pt x="1412113" y="391909"/>
                  </a:lnTo>
                  <a:lnTo>
                    <a:pt x="1412113" y="0"/>
                  </a:lnTo>
                  <a:lnTo>
                    <a:pt x="0" y="0"/>
                  </a:lnTo>
                  <a:lnTo>
                    <a:pt x="0" y="391909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2589783" y="6802373"/>
            <a:ext cx="14058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4655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정보계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583433" y="7142022"/>
            <a:ext cx="1412240" cy="732155"/>
          </a:xfrm>
          <a:custGeom>
            <a:avLst/>
            <a:gdLst/>
            <a:ahLst/>
            <a:cxnLst/>
            <a:rect l="l" t="t" r="r" b="b"/>
            <a:pathLst>
              <a:path w="1412239" h="732154">
                <a:moveTo>
                  <a:pt x="0" y="731596"/>
                </a:moveTo>
                <a:lnTo>
                  <a:pt x="1412113" y="731596"/>
                </a:lnTo>
                <a:lnTo>
                  <a:pt x="1412113" y="0"/>
                </a:lnTo>
                <a:lnTo>
                  <a:pt x="0" y="0"/>
                </a:lnTo>
                <a:lnTo>
                  <a:pt x="0" y="731596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724657" y="7223797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latin typeface="Malgun Gothic"/>
                <a:cs typeface="Malgun Gothic"/>
              </a:rPr>
              <a:t>EDW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24657" y="7518565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CRM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565780" y="8150745"/>
            <a:ext cx="1424940" cy="405130"/>
            <a:chOff x="2565780" y="8150745"/>
            <a:chExt cx="1424940" cy="405130"/>
          </a:xfrm>
        </p:grpSpPr>
        <p:sp>
          <p:nvSpPr>
            <p:cNvPr id="34" name="object 34"/>
            <p:cNvSpPr/>
            <p:nvPr/>
          </p:nvSpPr>
          <p:spPr>
            <a:xfrm>
              <a:off x="2572130" y="8157095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1412113" y="0"/>
                  </a:moveTo>
                  <a:lnTo>
                    <a:pt x="0" y="0"/>
                  </a:lnTo>
                  <a:lnTo>
                    <a:pt x="0" y="391909"/>
                  </a:lnTo>
                  <a:lnTo>
                    <a:pt x="1412113" y="391909"/>
                  </a:lnTo>
                  <a:lnTo>
                    <a:pt x="141211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572130" y="8157095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0" y="391909"/>
                  </a:moveTo>
                  <a:lnTo>
                    <a:pt x="1412113" y="391909"/>
                  </a:lnTo>
                  <a:lnTo>
                    <a:pt x="1412113" y="0"/>
                  </a:lnTo>
                  <a:lnTo>
                    <a:pt x="0" y="0"/>
                  </a:lnTo>
                  <a:lnTo>
                    <a:pt x="0" y="391909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578480" y="8224519"/>
            <a:ext cx="140589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UMS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572130" y="8563953"/>
            <a:ext cx="1412240" cy="732155"/>
          </a:xfrm>
          <a:custGeom>
            <a:avLst/>
            <a:gdLst/>
            <a:ahLst/>
            <a:cxnLst/>
            <a:rect l="l" t="t" r="r" b="b"/>
            <a:pathLst>
              <a:path w="1412239" h="732154">
                <a:moveTo>
                  <a:pt x="0" y="731596"/>
                </a:moveTo>
                <a:lnTo>
                  <a:pt x="1412113" y="731596"/>
                </a:lnTo>
                <a:lnTo>
                  <a:pt x="1412113" y="0"/>
                </a:lnTo>
                <a:lnTo>
                  <a:pt x="0" y="0"/>
                </a:lnTo>
                <a:lnTo>
                  <a:pt x="0" y="731596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713227" y="8645817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35"/>
              </a:spcBef>
            </a:pPr>
            <a:r>
              <a:rPr sz="1350" spc="-20" dirty="0">
                <a:latin typeface="Malgun Gothic"/>
                <a:cs typeface="Malgun Gothic"/>
              </a:rPr>
              <a:t>인바운드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713227" y="8940507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140"/>
              </a:spcBef>
            </a:pP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아웃바운드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4209521" y="2994812"/>
            <a:ext cx="1424940" cy="405130"/>
            <a:chOff x="14209521" y="2994812"/>
            <a:chExt cx="1424940" cy="405130"/>
          </a:xfrm>
        </p:grpSpPr>
        <p:sp>
          <p:nvSpPr>
            <p:cNvPr id="41" name="object 41"/>
            <p:cNvSpPr/>
            <p:nvPr/>
          </p:nvSpPr>
          <p:spPr>
            <a:xfrm>
              <a:off x="14215871" y="3001162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40" h="392429">
                  <a:moveTo>
                    <a:pt x="1412113" y="0"/>
                  </a:moveTo>
                  <a:lnTo>
                    <a:pt x="0" y="0"/>
                  </a:lnTo>
                  <a:lnTo>
                    <a:pt x="0" y="391896"/>
                  </a:lnTo>
                  <a:lnTo>
                    <a:pt x="1412113" y="391896"/>
                  </a:lnTo>
                  <a:lnTo>
                    <a:pt x="141211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4215871" y="3001162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40" h="392429">
                  <a:moveTo>
                    <a:pt x="0" y="391896"/>
                  </a:moveTo>
                  <a:lnTo>
                    <a:pt x="1412113" y="391896"/>
                  </a:lnTo>
                  <a:lnTo>
                    <a:pt x="1412113" y="0"/>
                  </a:lnTo>
                  <a:lnTo>
                    <a:pt x="0" y="0"/>
                  </a:lnTo>
                  <a:lnTo>
                    <a:pt x="0" y="391896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4222221" y="3067557"/>
            <a:ext cx="13995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운영계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4215871" y="3407968"/>
            <a:ext cx="1412240" cy="979805"/>
          </a:xfrm>
          <a:custGeom>
            <a:avLst/>
            <a:gdLst/>
            <a:ahLst/>
            <a:cxnLst/>
            <a:rect l="l" t="t" r="r" b="b"/>
            <a:pathLst>
              <a:path w="1412240" h="979804">
                <a:moveTo>
                  <a:pt x="0" y="979754"/>
                </a:moveTo>
                <a:lnTo>
                  <a:pt x="1412113" y="979754"/>
                </a:lnTo>
                <a:lnTo>
                  <a:pt x="1412113" y="0"/>
                </a:lnTo>
                <a:lnTo>
                  <a:pt x="0" y="0"/>
                </a:lnTo>
                <a:lnTo>
                  <a:pt x="0" y="979754"/>
                </a:lnTo>
                <a:close/>
              </a:path>
            </a:pathLst>
          </a:custGeom>
          <a:ln w="12699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4357095" y="3489871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0"/>
              </a:spcBef>
            </a:pPr>
            <a:r>
              <a:rPr sz="1350" spc="-25" dirty="0">
                <a:latin typeface="Malgun Gothic"/>
                <a:cs typeface="Malgun Gothic"/>
              </a:rPr>
              <a:t>고객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357095" y="3784511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상품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357095" y="4084739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13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거래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50" dirty="0">
                <a:solidFill>
                  <a:srgbClr val="221F1F"/>
                </a:solidFill>
                <a:latin typeface="Malgun Gothic"/>
                <a:cs typeface="Malgun Gothic"/>
              </a:rPr>
              <a:t>등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14209521" y="5279415"/>
            <a:ext cx="1424940" cy="405130"/>
            <a:chOff x="14209521" y="5279415"/>
            <a:chExt cx="1424940" cy="405130"/>
          </a:xfrm>
        </p:grpSpPr>
        <p:sp>
          <p:nvSpPr>
            <p:cNvPr id="49" name="object 49"/>
            <p:cNvSpPr/>
            <p:nvPr/>
          </p:nvSpPr>
          <p:spPr>
            <a:xfrm>
              <a:off x="14215871" y="5285765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40" h="392429">
                  <a:moveTo>
                    <a:pt x="1412113" y="0"/>
                  </a:moveTo>
                  <a:lnTo>
                    <a:pt x="0" y="0"/>
                  </a:lnTo>
                  <a:lnTo>
                    <a:pt x="0" y="391896"/>
                  </a:lnTo>
                  <a:lnTo>
                    <a:pt x="1412113" y="391896"/>
                  </a:lnTo>
                  <a:lnTo>
                    <a:pt x="141211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4215871" y="5285765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40" h="392429">
                  <a:moveTo>
                    <a:pt x="0" y="391896"/>
                  </a:moveTo>
                  <a:lnTo>
                    <a:pt x="1412113" y="391896"/>
                  </a:lnTo>
                  <a:lnTo>
                    <a:pt x="1412113" y="0"/>
                  </a:lnTo>
                  <a:lnTo>
                    <a:pt x="0" y="0"/>
                  </a:lnTo>
                  <a:lnTo>
                    <a:pt x="0" y="391896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14222221" y="5352669"/>
            <a:ext cx="13995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1135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마케팅 </a:t>
            </a: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채널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4215871" y="5692521"/>
            <a:ext cx="1412240" cy="1321435"/>
          </a:xfrm>
          <a:custGeom>
            <a:avLst/>
            <a:gdLst/>
            <a:ahLst/>
            <a:cxnLst/>
            <a:rect l="l" t="t" r="r" b="b"/>
            <a:pathLst>
              <a:path w="1412240" h="1321434">
                <a:moveTo>
                  <a:pt x="0" y="1321435"/>
                </a:moveTo>
                <a:lnTo>
                  <a:pt x="1412113" y="1321435"/>
                </a:lnTo>
                <a:lnTo>
                  <a:pt x="1412113" y="0"/>
                </a:lnTo>
                <a:lnTo>
                  <a:pt x="0" y="0"/>
                </a:lnTo>
                <a:lnTo>
                  <a:pt x="0" y="1321435"/>
                </a:lnTo>
                <a:close/>
              </a:path>
            </a:pathLst>
          </a:custGeom>
          <a:ln w="12699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 txBox="1"/>
          <p:nvPr/>
        </p:nvSpPr>
        <p:spPr>
          <a:xfrm>
            <a:off x="14357095" y="5774474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91770">
              <a:lnSpc>
                <a:spcPct val="100000"/>
              </a:lnSpc>
              <a:spcBef>
                <a:spcPts val="135"/>
              </a:spcBef>
            </a:pPr>
            <a:r>
              <a:rPr sz="1350" spc="-10" dirty="0">
                <a:latin typeface="Malgun Gothic"/>
                <a:cs typeface="Malgun Gothic"/>
              </a:rPr>
              <a:t>SMS/LMS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4357095" y="6069114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346710">
              <a:lnSpc>
                <a:spcPct val="100000"/>
              </a:lnSpc>
              <a:spcBef>
                <a:spcPts val="135"/>
              </a:spcBef>
            </a:pP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PUSH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4357095" y="6369342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307340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카카오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357095" y="6683285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13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이메일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50" dirty="0">
                <a:solidFill>
                  <a:srgbClr val="221F1F"/>
                </a:solidFill>
                <a:latin typeface="Malgun Gothic"/>
                <a:cs typeface="Malgun Gothic"/>
              </a:rPr>
              <a:t>등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7" name="object 57"/>
          <p:cNvGrpSpPr/>
          <p:nvPr/>
        </p:nvGrpSpPr>
        <p:grpSpPr>
          <a:xfrm>
            <a:off x="14209521" y="8022983"/>
            <a:ext cx="1424940" cy="405130"/>
            <a:chOff x="14209521" y="8022983"/>
            <a:chExt cx="1424940" cy="405130"/>
          </a:xfrm>
        </p:grpSpPr>
        <p:sp>
          <p:nvSpPr>
            <p:cNvPr id="58" name="object 58"/>
            <p:cNvSpPr/>
            <p:nvPr/>
          </p:nvSpPr>
          <p:spPr>
            <a:xfrm>
              <a:off x="14215871" y="8029333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40" h="392429">
                  <a:moveTo>
                    <a:pt x="1412113" y="0"/>
                  </a:moveTo>
                  <a:lnTo>
                    <a:pt x="0" y="0"/>
                  </a:lnTo>
                  <a:lnTo>
                    <a:pt x="0" y="391909"/>
                  </a:lnTo>
                  <a:lnTo>
                    <a:pt x="1412113" y="391909"/>
                  </a:lnTo>
                  <a:lnTo>
                    <a:pt x="1412113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4215871" y="8029333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40" h="392429">
                  <a:moveTo>
                    <a:pt x="0" y="391909"/>
                  </a:moveTo>
                  <a:lnTo>
                    <a:pt x="1412113" y="391909"/>
                  </a:lnTo>
                  <a:lnTo>
                    <a:pt x="1412113" y="0"/>
                  </a:lnTo>
                  <a:lnTo>
                    <a:pt x="0" y="0"/>
                  </a:lnTo>
                  <a:lnTo>
                    <a:pt x="0" y="391909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14222221" y="8096504"/>
            <a:ext cx="139954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5290"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기간계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14215871" y="8436229"/>
            <a:ext cx="1412240" cy="732155"/>
          </a:xfrm>
          <a:custGeom>
            <a:avLst/>
            <a:gdLst/>
            <a:ahLst/>
            <a:cxnLst/>
            <a:rect l="l" t="t" r="r" b="b"/>
            <a:pathLst>
              <a:path w="1412240" h="732154">
                <a:moveTo>
                  <a:pt x="0" y="731596"/>
                </a:moveTo>
                <a:lnTo>
                  <a:pt x="1412113" y="731596"/>
                </a:lnTo>
                <a:lnTo>
                  <a:pt x="1412113" y="0"/>
                </a:lnTo>
                <a:lnTo>
                  <a:pt x="0" y="0"/>
                </a:lnTo>
                <a:lnTo>
                  <a:pt x="0" y="731596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14357095" y="8518055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220345">
              <a:lnSpc>
                <a:spcPct val="100000"/>
              </a:lnSpc>
              <a:spcBef>
                <a:spcPts val="140"/>
              </a:spcBef>
            </a:pPr>
            <a:r>
              <a:rPr sz="1350" spc="-20" dirty="0">
                <a:latin typeface="Malgun Gothic"/>
                <a:cs typeface="Malgun Gothic"/>
              </a:rPr>
              <a:t>마일리지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4357095" y="8812771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275590">
              <a:lnSpc>
                <a:spcPct val="100000"/>
              </a:lnSpc>
              <a:spcBef>
                <a:spcPts val="140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오퍼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50" dirty="0">
                <a:solidFill>
                  <a:srgbClr val="221F1F"/>
                </a:solidFill>
                <a:latin typeface="Malgun Gothic"/>
                <a:cs typeface="Malgun Gothic"/>
              </a:rPr>
              <a:t>등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902202" y="4583937"/>
            <a:ext cx="62928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Malgun Gothic"/>
                <a:cs typeface="Malgun Gothic"/>
              </a:rPr>
              <a:t>고객</a:t>
            </a:r>
            <a:r>
              <a:rPr sz="1100" spc="-30" dirty="0">
                <a:latin typeface="Malgun Gothic"/>
                <a:cs typeface="Malgun Gothic"/>
              </a:rPr>
              <a:t> </a:t>
            </a:r>
            <a:r>
              <a:rPr sz="1100" spc="-25" dirty="0">
                <a:latin typeface="Malgun Gothic"/>
                <a:cs typeface="Malgun Gothic"/>
              </a:rPr>
              <a:t>실적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065270" y="4750053"/>
            <a:ext cx="30289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Malgun Gothic"/>
                <a:cs typeface="Malgun Gothic"/>
              </a:rPr>
              <a:t>정보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4361815" y="3548557"/>
            <a:ext cx="1210945" cy="427990"/>
          </a:xfrm>
          <a:custGeom>
            <a:avLst/>
            <a:gdLst/>
            <a:ahLst/>
            <a:cxnLst/>
            <a:rect l="l" t="t" r="r" b="b"/>
            <a:pathLst>
              <a:path w="1210945" h="427989">
                <a:moveTo>
                  <a:pt x="1210589" y="0"/>
                </a:moveTo>
                <a:lnTo>
                  <a:pt x="0" y="0"/>
                </a:lnTo>
                <a:lnTo>
                  <a:pt x="0" y="427558"/>
                </a:lnTo>
                <a:lnTo>
                  <a:pt x="1210589" y="427558"/>
                </a:lnTo>
                <a:lnTo>
                  <a:pt x="1210589" y="0"/>
                </a:lnTo>
                <a:close/>
              </a:path>
            </a:pathLst>
          </a:custGeom>
          <a:solidFill>
            <a:srgbClr val="EEF8F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 txBox="1"/>
          <p:nvPr/>
        </p:nvSpPr>
        <p:spPr>
          <a:xfrm>
            <a:off x="4445889" y="3579113"/>
            <a:ext cx="1043940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marR="5080" indent="299720">
              <a:lnSpc>
                <a:spcPts val="1310"/>
              </a:lnSpc>
              <a:spcBef>
                <a:spcPts val="140"/>
              </a:spcBef>
            </a:pPr>
            <a:r>
              <a:rPr sz="1100" b="1" spc="-25" dirty="0">
                <a:latin typeface="Malgun Gothic"/>
                <a:cs typeface="Malgun Gothic"/>
              </a:rPr>
              <a:t>실시간 </a:t>
            </a:r>
            <a:r>
              <a:rPr sz="1100" b="1" dirty="0">
                <a:latin typeface="Malgun Gothic"/>
                <a:cs typeface="Malgun Gothic"/>
              </a:rPr>
              <a:t>옴니채널</a:t>
            </a:r>
            <a:r>
              <a:rPr sz="1100" b="1" spc="-60" dirty="0">
                <a:latin typeface="Malgun Gothic"/>
                <a:cs typeface="Malgun Gothic"/>
              </a:rPr>
              <a:t> </a:t>
            </a:r>
            <a:r>
              <a:rPr sz="1100" b="1" spc="-25" dirty="0">
                <a:latin typeface="Malgun Gothic"/>
                <a:cs typeface="Malgun Gothic"/>
              </a:rPr>
              <a:t>데이터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8018780" y="8025841"/>
            <a:ext cx="5895975" cy="518795"/>
            <a:chOff x="8018780" y="8025841"/>
            <a:chExt cx="5895975" cy="518795"/>
          </a:xfrm>
        </p:grpSpPr>
        <p:sp>
          <p:nvSpPr>
            <p:cNvPr id="69" name="object 69"/>
            <p:cNvSpPr/>
            <p:nvPr/>
          </p:nvSpPr>
          <p:spPr>
            <a:xfrm>
              <a:off x="8031480" y="8038541"/>
              <a:ext cx="5870575" cy="493395"/>
            </a:xfrm>
            <a:custGeom>
              <a:avLst/>
              <a:gdLst/>
              <a:ahLst/>
              <a:cxnLst/>
              <a:rect l="l" t="t" r="r" b="b"/>
              <a:pathLst>
                <a:path w="5870575" h="493395">
                  <a:moveTo>
                    <a:pt x="5870321" y="0"/>
                  </a:moveTo>
                  <a:lnTo>
                    <a:pt x="0" y="0"/>
                  </a:lnTo>
                  <a:lnTo>
                    <a:pt x="0" y="492810"/>
                  </a:lnTo>
                  <a:lnTo>
                    <a:pt x="5870321" y="492810"/>
                  </a:lnTo>
                  <a:lnTo>
                    <a:pt x="5870321" y="0"/>
                  </a:lnTo>
                  <a:close/>
                </a:path>
              </a:pathLst>
            </a:custGeom>
            <a:solidFill>
              <a:srgbClr val="0083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8031480" y="8038541"/>
              <a:ext cx="5870575" cy="493395"/>
            </a:xfrm>
            <a:custGeom>
              <a:avLst/>
              <a:gdLst/>
              <a:ahLst/>
              <a:cxnLst/>
              <a:rect l="l" t="t" r="r" b="b"/>
              <a:pathLst>
                <a:path w="5870575" h="493395">
                  <a:moveTo>
                    <a:pt x="0" y="492810"/>
                  </a:moveTo>
                  <a:lnTo>
                    <a:pt x="5870321" y="492810"/>
                  </a:lnTo>
                  <a:lnTo>
                    <a:pt x="5870321" y="0"/>
                  </a:lnTo>
                  <a:lnTo>
                    <a:pt x="0" y="0"/>
                  </a:lnTo>
                  <a:lnTo>
                    <a:pt x="0" y="492810"/>
                  </a:lnTo>
                  <a:close/>
                </a:path>
              </a:pathLst>
            </a:custGeom>
            <a:ln w="25400">
              <a:solidFill>
                <a:srgbClr val="0103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8044180" y="8097977"/>
            <a:ext cx="5845175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R="67945" algn="ctr">
              <a:lnSpc>
                <a:spcPct val="100000"/>
              </a:lnSpc>
              <a:spcBef>
                <a:spcPts val="110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1900" b="1" spc="-3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마케팅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DB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8018780" y="8533777"/>
            <a:ext cx="5895975" cy="777875"/>
            <a:chOff x="8018780" y="8533777"/>
            <a:chExt cx="5895975" cy="777875"/>
          </a:xfrm>
        </p:grpSpPr>
        <p:sp>
          <p:nvSpPr>
            <p:cNvPr id="73" name="object 73"/>
            <p:cNvSpPr/>
            <p:nvPr/>
          </p:nvSpPr>
          <p:spPr>
            <a:xfrm>
              <a:off x="8031480" y="8546477"/>
              <a:ext cx="5870575" cy="752475"/>
            </a:xfrm>
            <a:custGeom>
              <a:avLst/>
              <a:gdLst/>
              <a:ahLst/>
              <a:cxnLst/>
              <a:rect l="l" t="t" r="r" b="b"/>
              <a:pathLst>
                <a:path w="5870575" h="752475">
                  <a:moveTo>
                    <a:pt x="0" y="752398"/>
                  </a:moveTo>
                  <a:lnTo>
                    <a:pt x="5870321" y="752398"/>
                  </a:lnTo>
                  <a:lnTo>
                    <a:pt x="5870321" y="0"/>
                  </a:lnTo>
                  <a:lnTo>
                    <a:pt x="0" y="0"/>
                  </a:lnTo>
                  <a:lnTo>
                    <a:pt x="0" y="752398"/>
                  </a:lnTo>
                  <a:close/>
                </a:path>
              </a:pathLst>
            </a:custGeom>
            <a:ln w="25400">
              <a:solidFill>
                <a:srgbClr val="B4E0E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4" name="object 7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17383" y="8627340"/>
              <a:ext cx="1085138" cy="592856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55508" y="8646032"/>
              <a:ext cx="1012951" cy="521068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255508" y="8646032"/>
              <a:ext cx="1013460" cy="521334"/>
            </a:xfrm>
            <a:custGeom>
              <a:avLst/>
              <a:gdLst/>
              <a:ahLst/>
              <a:cxnLst/>
              <a:rect l="l" t="t" r="r" b="b"/>
              <a:pathLst>
                <a:path w="1013459" h="521334">
                  <a:moveTo>
                    <a:pt x="1012951" y="44704"/>
                  </a:moveTo>
                  <a:lnTo>
                    <a:pt x="956407" y="65308"/>
                  </a:lnTo>
                  <a:lnTo>
                    <a:pt x="915212" y="71182"/>
                  </a:lnTo>
                  <a:lnTo>
                    <a:pt x="864584" y="76406"/>
                  </a:lnTo>
                  <a:lnTo>
                    <a:pt x="805566" y="80886"/>
                  </a:lnTo>
                  <a:lnTo>
                    <a:pt x="739202" y="84532"/>
                  </a:lnTo>
                  <a:lnTo>
                    <a:pt x="666536" y="87250"/>
                  </a:lnTo>
                  <a:lnTo>
                    <a:pt x="588613" y="88948"/>
                  </a:lnTo>
                  <a:lnTo>
                    <a:pt x="506475" y="89535"/>
                  </a:lnTo>
                  <a:lnTo>
                    <a:pt x="424338" y="88948"/>
                  </a:lnTo>
                  <a:lnTo>
                    <a:pt x="346415" y="87250"/>
                  </a:lnTo>
                  <a:lnTo>
                    <a:pt x="273749" y="84532"/>
                  </a:lnTo>
                  <a:lnTo>
                    <a:pt x="207385" y="80886"/>
                  </a:lnTo>
                  <a:lnTo>
                    <a:pt x="148367" y="76406"/>
                  </a:lnTo>
                  <a:lnTo>
                    <a:pt x="97739" y="71182"/>
                  </a:lnTo>
                  <a:lnTo>
                    <a:pt x="56544" y="65308"/>
                  </a:lnTo>
                  <a:lnTo>
                    <a:pt x="6630" y="51977"/>
                  </a:lnTo>
                  <a:lnTo>
                    <a:pt x="0" y="44704"/>
                  </a:lnTo>
                  <a:lnTo>
                    <a:pt x="6630" y="37465"/>
                  </a:lnTo>
                  <a:lnTo>
                    <a:pt x="56544" y="24182"/>
                  </a:lnTo>
                  <a:lnTo>
                    <a:pt x="97739" y="18324"/>
                  </a:lnTo>
                  <a:lnTo>
                    <a:pt x="148367" y="13112"/>
                  </a:lnTo>
                  <a:lnTo>
                    <a:pt x="207385" y="8640"/>
                  </a:lnTo>
                  <a:lnTo>
                    <a:pt x="273749" y="4999"/>
                  </a:lnTo>
                  <a:lnTo>
                    <a:pt x="346415" y="2283"/>
                  </a:lnTo>
                  <a:lnTo>
                    <a:pt x="424338" y="586"/>
                  </a:lnTo>
                  <a:lnTo>
                    <a:pt x="506475" y="0"/>
                  </a:lnTo>
                  <a:lnTo>
                    <a:pt x="588613" y="586"/>
                  </a:lnTo>
                  <a:lnTo>
                    <a:pt x="666536" y="2283"/>
                  </a:lnTo>
                  <a:lnTo>
                    <a:pt x="739202" y="4999"/>
                  </a:lnTo>
                  <a:lnTo>
                    <a:pt x="805566" y="8640"/>
                  </a:lnTo>
                  <a:lnTo>
                    <a:pt x="864584" y="13112"/>
                  </a:lnTo>
                  <a:lnTo>
                    <a:pt x="915212" y="18324"/>
                  </a:lnTo>
                  <a:lnTo>
                    <a:pt x="956407" y="24182"/>
                  </a:lnTo>
                  <a:lnTo>
                    <a:pt x="1006321" y="37465"/>
                  </a:lnTo>
                  <a:lnTo>
                    <a:pt x="1012951" y="44704"/>
                  </a:lnTo>
                  <a:lnTo>
                    <a:pt x="1012951" y="476313"/>
                  </a:lnTo>
                  <a:lnTo>
                    <a:pt x="956407" y="496879"/>
                  </a:lnTo>
                  <a:lnTo>
                    <a:pt x="915212" y="502743"/>
                  </a:lnTo>
                  <a:lnTo>
                    <a:pt x="864584" y="507958"/>
                  </a:lnTo>
                  <a:lnTo>
                    <a:pt x="805566" y="512432"/>
                  </a:lnTo>
                  <a:lnTo>
                    <a:pt x="739202" y="516072"/>
                  </a:lnTo>
                  <a:lnTo>
                    <a:pt x="666536" y="518786"/>
                  </a:lnTo>
                  <a:lnTo>
                    <a:pt x="588613" y="520482"/>
                  </a:lnTo>
                  <a:lnTo>
                    <a:pt x="506475" y="521068"/>
                  </a:lnTo>
                  <a:lnTo>
                    <a:pt x="424338" y="520482"/>
                  </a:lnTo>
                  <a:lnTo>
                    <a:pt x="346415" y="518786"/>
                  </a:lnTo>
                  <a:lnTo>
                    <a:pt x="273749" y="516072"/>
                  </a:lnTo>
                  <a:lnTo>
                    <a:pt x="207385" y="512432"/>
                  </a:lnTo>
                  <a:lnTo>
                    <a:pt x="148367" y="507958"/>
                  </a:lnTo>
                  <a:lnTo>
                    <a:pt x="97739" y="502743"/>
                  </a:lnTo>
                  <a:lnTo>
                    <a:pt x="56544" y="496879"/>
                  </a:lnTo>
                  <a:lnTo>
                    <a:pt x="6630" y="483572"/>
                  </a:lnTo>
                  <a:lnTo>
                    <a:pt x="0" y="476313"/>
                  </a:lnTo>
                  <a:lnTo>
                    <a:pt x="0" y="44704"/>
                  </a:lnTo>
                </a:path>
              </a:pathLst>
            </a:custGeom>
            <a:ln w="9525">
              <a:solidFill>
                <a:srgbClr val="30C8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8485378" y="8737472"/>
            <a:ext cx="568960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5080">
              <a:lnSpc>
                <a:spcPts val="1310"/>
              </a:lnSpc>
              <a:spcBef>
                <a:spcPts val="140"/>
              </a:spcBef>
            </a:pPr>
            <a:r>
              <a:rPr sz="1100" spc="-15" dirty="0">
                <a:solidFill>
                  <a:srgbClr val="95878F"/>
                </a:solidFill>
                <a:latin typeface="Malgun Gothic"/>
                <a:cs typeface="Malgun Gothic"/>
              </a:rPr>
              <a:t>고객정보 거래정보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9329902" y="8627340"/>
            <a:ext cx="1085215" cy="593090"/>
            <a:chOff x="9329902" y="8627340"/>
            <a:chExt cx="1085215" cy="593090"/>
          </a:xfrm>
        </p:grpSpPr>
        <p:pic>
          <p:nvPicPr>
            <p:cNvPr id="79" name="object 7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329902" y="8627340"/>
              <a:ext cx="1085138" cy="592856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67900" y="8641968"/>
              <a:ext cx="1012951" cy="521093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9367900" y="8641968"/>
              <a:ext cx="1013460" cy="521334"/>
            </a:xfrm>
            <a:custGeom>
              <a:avLst/>
              <a:gdLst/>
              <a:ahLst/>
              <a:cxnLst/>
              <a:rect l="l" t="t" r="r" b="b"/>
              <a:pathLst>
                <a:path w="1013459" h="521334">
                  <a:moveTo>
                    <a:pt x="1012951" y="44830"/>
                  </a:moveTo>
                  <a:lnTo>
                    <a:pt x="956407" y="65352"/>
                  </a:lnTo>
                  <a:lnTo>
                    <a:pt x="915212" y="71210"/>
                  </a:lnTo>
                  <a:lnTo>
                    <a:pt x="864584" y="76422"/>
                  </a:lnTo>
                  <a:lnTo>
                    <a:pt x="805566" y="80894"/>
                  </a:lnTo>
                  <a:lnTo>
                    <a:pt x="739202" y="84535"/>
                  </a:lnTo>
                  <a:lnTo>
                    <a:pt x="666536" y="87251"/>
                  </a:lnTo>
                  <a:lnTo>
                    <a:pt x="588613" y="88948"/>
                  </a:lnTo>
                  <a:lnTo>
                    <a:pt x="506475" y="89534"/>
                  </a:lnTo>
                  <a:lnTo>
                    <a:pt x="424338" y="88948"/>
                  </a:lnTo>
                  <a:lnTo>
                    <a:pt x="346415" y="87251"/>
                  </a:lnTo>
                  <a:lnTo>
                    <a:pt x="273749" y="84535"/>
                  </a:lnTo>
                  <a:lnTo>
                    <a:pt x="207385" y="80894"/>
                  </a:lnTo>
                  <a:lnTo>
                    <a:pt x="148367" y="76422"/>
                  </a:lnTo>
                  <a:lnTo>
                    <a:pt x="97739" y="71210"/>
                  </a:lnTo>
                  <a:lnTo>
                    <a:pt x="56544" y="65352"/>
                  </a:lnTo>
                  <a:lnTo>
                    <a:pt x="6630" y="52069"/>
                  </a:lnTo>
                  <a:lnTo>
                    <a:pt x="0" y="44830"/>
                  </a:lnTo>
                  <a:lnTo>
                    <a:pt x="6630" y="37557"/>
                  </a:lnTo>
                  <a:lnTo>
                    <a:pt x="56544" y="24226"/>
                  </a:lnTo>
                  <a:lnTo>
                    <a:pt x="97739" y="18352"/>
                  </a:lnTo>
                  <a:lnTo>
                    <a:pt x="148367" y="13128"/>
                  </a:lnTo>
                  <a:lnTo>
                    <a:pt x="207385" y="8648"/>
                  </a:lnTo>
                  <a:lnTo>
                    <a:pt x="273749" y="5002"/>
                  </a:lnTo>
                  <a:lnTo>
                    <a:pt x="346415" y="2284"/>
                  </a:lnTo>
                  <a:lnTo>
                    <a:pt x="424338" y="586"/>
                  </a:lnTo>
                  <a:lnTo>
                    <a:pt x="506475" y="0"/>
                  </a:lnTo>
                  <a:lnTo>
                    <a:pt x="588613" y="586"/>
                  </a:lnTo>
                  <a:lnTo>
                    <a:pt x="666536" y="2284"/>
                  </a:lnTo>
                  <a:lnTo>
                    <a:pt x="739202" y="5002"/>
                  </a:lnTo>
                  <a:lnTo>
                    <a:pt x="805566" y="8648"/>
                  </a:lnTo>
                  <a:lnTo>
                    <a:pt x="864584" y="13128"/>
                  </a:lnTo>
                  <a:lnTo>
                    <a:pt x="915212" y="18352"/>
                  </a:lnTo>
                  <a:lnTo>
                    <a:pt x="956407" y="24226"/>
                  </a:lnTo>
                  <a:lnTo>
                    <a:pt x="1006321" y="37557"/>
                  </a:lnTo>
                  <a:lnTo>
                    <a:pt x="1012951" y="44830"/>
                  </a:lnTo>
                  <a:lnTo>
                    <a:pt x="1012951" y="476338"/>
                  </a:lnTo>
                  <a:lnTo>
                    <a:pt x="956407" y="496904"/>
                  </a:lnTo>
                  <a:lnTo>
                    <a:pt x="915212" y="502769"/>
                  </a:lnTo>
                  <a:lnTo>
                    <a:pt x="864584" y="507984"/>
                  </a:lnTo>
                  <a:lnTo>
                    <a:pt x="805566" y="512457"/>
                  </a:lnTo>
                  <a:lnTo>
                    <a:pt x="739202" y="516097"/>
                  </a:lnTo>
                  <a:lnTo>
                    <a:pt x="666536" y="518811"/>
                  </a:lnTo>
                  <a:lnTo>
                    <a:pt x="588613" y="520507"/>
                  </a:lnTo>
                  <a:lnTo>
                    <a:pt x="506475" y="521093"/>
                  </a:lnTo>
                  <a:lnTo>
                    <a:pt x="424338" y="520507"/>
                  </a:lnTo>
                  <a:lnTo>
                    <a:pt x="346415" y="518811"/>
                  </a:lnTo>
                  <a:lnTo>
                    <a:pt x="273749" y="516097"/>
                  </a:lnTo>
                  <a:lnTo>
                    <a:pt x="207385" y="512457"/>
                  </a:lnTo>
                  <a:lnTo>
                    <a:pt x="148367" y="507984"/>
                  </a:lnTo>
                  <a:lnTo>
                    <a:pt x="97739" y="502769"/>
                  </a:lnTo>
                  <a:lnTo>
                    <a:pt x="56544" y="496904"/>
                  </a:lnTo>
                  <a:lnTo>
                    <a:pt x="6630" y="483597"/>
                  </a:lnTo>
                  <a:lnTo>
                    <a:pt x="0" y="476338"/>
                  </a:lnTo>
                  <a:lnTo>
                    <a:pt x="0" y="44830"/>
                  </a:lnTo>
                </a:path>
              </a:pathLst>
            </a:custGeom>
            <a:ln w="9525">
              <a:solidFill>
                <a:srgbClr val="0071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9666478" y="8733535"/>
            <a:ext cx="429259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69850" marR="5080" indent="-70485">
              <a:lnSpc>
                <a:spcPts val="1310"/>
              </a:lnSpc>
              <a:spcBef>
                <a:spcPts val="140"/>
              </a:spcBef>
            </a:pP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마케팅 마트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0442423" y="8624292"/>
            <a:ext cx="1085215" cy="593090"/>
            <a:chOff x="10442423" y="8624292"/>
            <a:chExt cx="1085215" cy="593090"/>
          </a:xfrm>
        </p:grpSpPr>
        <p:pic>
          <p:nvPicPr>
            <p:cNvPr id="84" name="object 8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442423" y="8624292"/>
              <a:ext cx="1085138" cy="592856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80294" y="8639937"/>
              <a:ext cx="1012951" cy="521093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10480294" y="8639937"/>
              <a:ext cx="1013460" cy="521334"/>
            </a:xfrm>
            <a:custGeom>
              <a:avLst/>
              <a:gdLst/>
              <a:ahLst/>
              <a:cxnLst/>
              <a:rect l="l" t="t" r="r" b="b"/>
              <a:pathLst>
                <a:path w="1013459" h="521334">
                  <a:moveTo>
                    <a:pt x="1012951" y="44831"/>
                  </a:moveTo>
                  <a:lnTo>
                    <a:pt x="956431" y="65352"/>
                  </a:lnTo>
                  <a:lnTo>
                    <a:pt x="915249" y="71210"/>
                  </a:lnTo>
                  <a:lnTo>
                    <a:pt x="864631" y="76422"/>
                  </a:lnTo>
                  <a:lnTo>
                    <a:pt x="805620" y="80894"/>
                  </a:lnTo>
                  <a:lnTo>
                    <a:pt x="739258" y="84535"/>
                  </a:lnTo>
                  <a:lnTo>
                    <a:pt x="666585" y="87251"/>
                  </a:lnTo>
                  <a:lnTo>
                    <a:pt x="588644" y="88948"/>
                  </a:lnTo>
                  <a:lnTo>
                    <a:pt x="506475" y="89535"/>
                  </a:lnTo>
                  <a:lnTo>
                    <a:pt x="424338" y="88948"/>
                  </a:lnTo>
                  <a:lnTo>
                    <a:pt x="346415" y="87251"/>
                  </a:lnTo>
                  <a:lnTo>
                    <a:pt x="273749" y="84535"/>
                  </a:lnTo>
                  <a:lnTo>
                    <a:pt x="207385" y="80894"/>
                  </a:lnTo>
                  <a:lnTo>
                    <a:pt x="148367" y="76422"/>
                  </a:lnTo>
                  <a:lnTo>
                    <a:pt x="97739" y="71210"/>
                  </a:lnTo>
                  <a:lnTo>
                    <a:pt x="56544" y="65352"/>
                  </a:lnTo>
                  <a:lnTo>
                    <a:pt x="6630" y="52069"/>
                  </a:lnTo>
                  <a:lnTo>
                    <a:pt x="0" y="44831"/>
                  </a:lnTo>
                  <a:lnTo>
                    <a:pt x="6630" y="37557"/>
                  </a:lnTo>
                  <a:lnTo>
                    <a:pt x="56544" y="24226"/>
                  </a:lnTo>
                  <a:lnTo>
                    <a:pt x="97739" y="18352"/>
                  </a:lnTo>
                  <a:lnTo>
                    <a:pt x="148367" y="13128"/>
                  </a:lnTo>
                  <a:lnTo>
                    <a:pt x="207385" y="8648"/>
                  </a:lnTo>
                  <a:lnTo>
                    <a:pt x="273749" y="5002"/>
                  </a:lnTo>
                  <a:lnTo>
                    <a:pt x="346415" y="2284"/>
                  </a:lnTo>
                  <a:lnTo>
                    <a:pt x="424338" y="586"/>
                  </a:lnTo>
                  <a:lnTo>
                    <a:pt x="506475" y="0"/>
                  </a:lnTo>
                  <a:lnTo>
                    <a:pt x="588644" y="586"/>
                  </a:lnTo>
                  <a:lnTo>
                    <a:pt x="666585" y="2284"/>
                  </a:lnTo>
                  <a:lnTo>
                    <a:pt x="739258" y="5002"/>
                  </a:lnTo>
                  <a:lnTo>
                    <a:pt x="805620" y="8648"/>
                  </a:lnTo>
                  <a:lnTo>
                    <a:pt x="864631" y="13128"/>
                  </a:lnTo>
                  <a:lnTo>
                    <a:pt x="915249" y="18352"/>
                  </a:lnTo>
                  <a:lnTo>
                    <a:pt x="956431" y="24226"/>
                  </a:lnTo>
                  <a:lnTo>
                    <a:pt x="1006324" y="37557"/>
                  </a:lnTo>
                  <a:lnTo>
                    <a:pt x="1012951" y="44831"/>
                  </a:lnTo>
                  <a:lnTo>
                    <a:pt x="1012951" y="476351"/>
                  </a:lnTo>
                  <a:lnTo>
                    <a:pt x="956431" y="496914"/>
                  </a:lnTo>
                  <a:lnTo>
                    <a:pt x="915249" y="502777"/>
                  </a:lnTo>
                  <a:lnTo>
                    <a:pt x="864631" y="507990"/>
                  </a:lnTo>
                  <a:lnTo>
                    <a:pt x="805620" y="512462"/>
                  </a:lnTo>
                  <a:lnTo>
                    <a:pt x="739258" y="516100"/>
                  </a:lnTo>
                  <a:lnTo>
                    <a:pt x="666585" y="518813"/>
                  </a:lnTo>
                  <a:lnTo>
                    <a:pt x="588644" y="520508"/>
                  </a:lnTo>
                  <a:lnTo>
                    <a:pt x="506475" y="521093"/>
                  </a:lnTo>
                  <a:lnTo>
                    <a:pt x="424338" y="520508"/>
                  </a:lnTo>
                  <a:lnTo>
                    <a:pt x="346415" y="518813"/>
                  </a:lnTo>
                  <a:lnTo>
                    <a:pt x="273749" y="516100"/>
                  </a:lnTo>
                  <a:lnTo>
                    <a:pt x="207385" y="512462"/>
                  </a:lnTo>
                  <a:lnTo>
                    <a:pt x="148367" y="507990"/>
                  </a:lnTo>
                  <a:lnTo>
                    <a:pt x="97739" y="502777"/>
                  </a:lnTo>
                  <a:lnTo>
                    <a:pt x="56544" y="496914"/>
                  </a:lnTo>
                  <a:lnTo>
                    <a:pt x="6630" y="483609"/>
                  </a:lnTo>
                  <a:lnTo>
                    <a:pt x="0" y="476351"/>
                  </a:lnTo>
                  <a:lnTo>
                    <a:pt x="0" y="44831"/>
                  </a:lnTo>
                </a:path>
              </a:pathLst>
            </a:custGeom>
            <a:ln w="9525">
              <a:solidFill>
                <a:srgbClr val="0071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10778997" y="8731072"/>
            <a:ext cx="429259" cy="358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ts val="1315"/>
              </a:lnSpc>
              <a:spcBef>
                <a:spcPts val="95"/>
              </a:spcBef>
            </a:pP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endParaRPr sz="1100">
              <a:latin typeface="Malgun Gothic"/>
              <a:cs typeface="Malgun Gothic"/>
            </a:endParaRPr>
          </a:p>
          <a:p>
            <a:pPr marL="69850">
              <a:lnSpc>
                <a:spcPts val="1315"/>
              </a:lnSpc>
            </a:pP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정보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1554942" y="8628864"/>
            <a:ext cx="1085215" cy="593090"/>
            <a:chOff x="11554942" y="8628864"/>
            <a:chExt cx="1085215" cy="593090"/>
          </a:xfrm>
        </p:grpSpPr>
        <p:pic>
          <p:nvPicPr>
            <p:cNvPr id="89" name="object 8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554942" y="8628864"/>
              <a:ext cx="1085138" cy="592856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592813" y="8644000"/>
              <a:ext cx="1012825" cy="521081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11592813" y="8644000"/>
              <a:ext cx="1012825" cy="521334"/>
            </a:xfrm>
            <a:custGeom>
              <a:avLst/>
              <a:gdLst/>
              <a:ahLst/>
              <a:cxnLst/>
              <a:rect l="l" t="t" r="r" b="b"/>
              <a:pathLst>
                <a:path w="1012825" h="521334">
                  <a:moveTo>
                    <a:pt x="1012825" y="44704"/>
                  </a:moveTo>
                  <a:lnTo>
                    <a:pt x="956304" y="65308"/>
                  </a:lnTo>
                  <a:lnTo>
                    <a:pt x="915122" y="71182"/>
                  </a:lnTo>
                  <a:lnTo>
                    <a:pt x="864504" y="76406"/>
                  </a:lnTo>
                  <a:lnTo>
                    <a:pt x="805493" y="80886"/>
                  </a:lnTo>
                  <a:lnTo>
                    <a:pt x="739131" y="84532"/>
                  </a:lnTo>
                  <a:lnTo>
                    <a:pt x="666458" y="87250"/>
                  </a:lnTo>
                  <a:lnTo>
                    <a:pt x="588517" y="88948"/>
                  </a:lnTo>
                  <a:lnTo>
                    <a:pt x="506349" y="89535"/>
                  </a:lnTo>
                  <a:lnTo>
                    <a:pt x="424215" y="88948"/>
                  </a:lnTo>
                  <a:lnTo>
                    <a:pt x="346301" y="87250"/>
                  </a:lnTo>
                  <a:lnTo>
                    <a:pt x="273650" y="84532"/>
                  </a:lnTo>
                  <a:lnTo>
                    <a:pt x="207303" y="80886"/>
                  </a:lnTo>
                  <a:lnTo>
                    <a:pt x="148304" y="76406"/>
                  </a:lnTo>
                  <a:lnTo>
                    <a:pt x="97694" y="71182"/>
                  </a:lnTo>
                  <a:lnTo>
                    <a:pt x="56516" y="65308"/>
                  </a:lnTo>
                  <a:lnTo>
                    <a:pt x="6627" y="51977"/>
                  </a:lnTo>
                  <a:lnTo>
                    <a:pt x="0" y="44704"/>
                  </a:lnTo>
                  <a:lnTo>
                    <a:pt x="6627" y="37465"/>
                  </a:lnTo>
                  <a:lnTo>
                    <a:pt x="56516" y="24182"/>
                  </a:lnTo>
                  <a:lnTo>
                    <a:pt x="97694" y="18324"/>
                  </a:lnTo>
                  <a:lnTo>
                    <a:pt x="148304" y="13112"/>
                  </a:lnTo>
                  <a:lnTo>
                    <a:pt x="207303" y="8640"/>
                  </a:lnTo>
                  <a:lnTo>
                    <a:pt x="273650" y="4999"/>
                  </a:lnTo>
                  <a:lnTo>
                    <a:pt x="346301" y="2283"/>
                  </a:lnTo>
                  <a:lnTo>
                    <a:pt x="424215" y="586"/>
                  </a:lnTo>
                  <a:lnTo>
                    <a:pt x="506349" y="0"/>
                  </a:lnTo>
                  <a:lnTo>
                    <a:pt x="588517" y="586"/>
                  </a:lnTo>
                  <a:lnTo>
                    <a:pt x="666458" y="2283"/>
                  </a:lnTo>
                  <a:lnTo>
                    <a:pt x="739131" y="4999"/>
                  </a:lnTo>
                  <a:lnTo>
                    <a:pt x="805493" y="8640"/>
                  </a:lnTo>
                  <a:lnTo>
                    <a:pt x="864504" y="13112"/>
                  </a:lnTo>
                  <a:lnTo>
                    <a:pt x="915122" y="18324"/>
                  </a:lnTo>
                  <a:lnTo>
                    <a:pt x="956304" y="24182"/>
                  </a:lnTo>
                  <a:lnTo>
                    <a:pt x="1006197" y="37465"/>
                  </a:lnTo>
                  <a:lnTo>
                    <a:pt x="1012825" y="44704"/>
                  </a:lnTo>
                  <a:lnTo>
                    <a:pt x="1012825" y="476326"/>
                  </a:lnTo>
                  <a:lnTo>
                    <a:pt x="956304" y="496892"/>
                  </a:lnTo>
                  <a:lnTo>
                    <a:pt x="915122" y="502756"/>
                  </a:lnTo>
                  <a:lnTo>
                    <a:pt x="864504" y="507971"/>
                  </a:lnTo>
                  <a:lnTo>
                    <a:pt x="805493" y="512444"/>
                  </a:lnTo>
                  <a:lnTo>
                    <a:pt x="739131" y="516084"/>
                  </a:lnTo>
                  <a:lnTo>
                    <a:pt x="666458" y="518799"/>
                  </a:lnTo>
                  <a:lnTo>
                    <a:pt x="588517" y="520495"/>
                  </a:lnTo>
                  <a:lnTo>
                    <a:pt x="506349" y="521081"/>
                  </a:lnTo>
                  <a:lnTo>
                    <a:pt x="424215" y="520495"/>
                  </a:lnTo>
                  <a:lnTo>
                    <a:pt x="346301" y="518799"/>
                  </a:lnTo>
                  <a:lnTo>
                    <a:pt x="273650" y="516084"/>
                  </a:lnTo>
                  <a:lnTo>
                    <a:pt x="207303" y="512444"/>
                  </a:lnTo>
                  <a:lnTo>
                    <a:pt x="148304" y="507971"/>
                  </a:lnTo>
                  <a:lnTo>
                    <a:pt x="97694" y="502756"/>
                  </a:lnTo>
                  <a:lnTo>
                    <a:pt x="56516" y="496892"/>
                  </a:lnTo>
                  <a:lnTo>
                    <a:pt x="6627" y="483584"/>
                  </a:lnTo>
                  <a:lnTo>
                    <a:pt x="0" y="476326"/>
                  </a:lnTo>
                  <a:lnTo>
                    <a:pt x="0" y="44704"/>
                  </a:lnTo>
                </a:path>
              </a:pathLst>
            </a:custGeom>
            <a:ln w="9525">
              <a:solidFill>
                <a:srgbClr val="0071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1822938" y="8735694"/>
            <a:ext cx="567690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38430" marR="5080" indent="-139065">
              <a:lnSpc>
                <a:spcPts val="1310"/>
              </a:lnSpc>
              <a:spcBef>
                <a:spcPts val="140"/>
              </a:spcBef>
            </a:pP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고객행동 마트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2667450" y="8633436"/>
            <a:ext cx="1083945" cy="593090"/>
            <a:chOff x="12667450" y="8633436"/>
            <a:chExt cx="1083945" cy="593090"/>
          </a:xfrm>
        </p:grpSpPr>
        <p:pic>
          <p:nvPicPr>
            <p:cNvPr id="94" name="object 9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2667450" y="8633436"/>
              <a:ext cx="1083639" cy="592856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705206" y="8648064"/>
              <a:ext cx="1012825" cy="521055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12705206" y="8648064"/>
              <a:ext cx="1012825" cy="521334"/>
            </a:xfrm>
            <a:custGeom>
              <a:avLst/>
              <a:gdLst/>
              <a:ahLst/>
              <a:cxnLst/>
              <a:rect l="l" t="t" r="r" b="b"/>
              <a:pathLst>
                <a:path w="1012825" h="521334">
                  <a:moveTo>
                    <a:pt x="1012825" y="44703"/>
                  </a:moveTo>
                  <a:lnTo>
                    <a:pt x="956304" y="65308"/>
                  </a:lnTo>
                  <a:lnTo>
                    <a:pt x="915122" y="71182"/>
                  </a:lnTo>
                  <a:lnTo>
                    <a:pt x="864504" y="76406"/>
                  </a:lnTo>
                  <a:lnTo>
                    <a:pt x="805493" y="80886"/>
                  </a:lnTo>
                  <a:lnTo>
                    <a:pt x="739131" y="84532"/>
                  </a:lnTo>
                  <a:lnTo>
                    <a:pt x="666458" y="87250"/>
                  </a:lnTo>
                  <a:lnTo>
                    <a:pt x="588517" y="88948"/>
                  </a:lnTo>
                  <a:lnTo>
                    <a:pt x="506349" y="89534"/>
                  </a:lnTo>
                  <a:lnTo>
                    <a:pt x="424215" y="88948"/>
                  </a:lnTo>
                  <a:lnTo>
                    <a:pt x="346301" y="87250"/>
                  </a:lnTo>
                  <a:lnTo>
                    <a:pt x="273650" y="84532"/>
                  </a:lnTo>
                  <a:lnTo>
                    <a:pt x="207303" y="80886"/>
                  </a:lnTo>
                  <a:lnTo>
                    <a:pt x="148304" y="76406"/>
                  </a:lnTo>
                  <a:lnTo>
                    <a:pt x="97694" y="71182"/>
                  </a:lnTo>
                  <a:lnTo>
                    <a:pt x="56516" y="65308"/>
                  </a:lnTo>
                  <a:lnTo>
                    <a:pt x="6627" y="51977"/>
                  </a:lnTo>
                  <a:lnTo>
                    <a:pt x="0" y="44703"/>
                  </a:lnTo>
                  <a:lnTo>
                    <a:pt x="6627" y="37465"/>
                  </a:lnTo>
                  <a:lnTo>
                    <a:pt x="56516" y="24182"/>
                  </a:lnTo>
                  <a:lnTo>
                    <a:pt x="97694" y="18324"/>
                  </a:lnTo>
                  <a:lnTo>
                    <a:pt x="148304" y="13112"/>
                  </a:lnTo>
                  <a:lnTo>
                    <a:pt x="207303" y="8640"/>
                  </a:lnTo>
                  <a:lnTo>
                    <a:pt x="273650" y="4999"/>
                  </a:lnTo>
                  <a:lnTo>
                    <a:pt x="346301" y="2283"/>
                  </a:lnTo>
                  <a:lnTo>
                    <a:pt x="424215" y="586"/>
                  </a:lnTo>
                  <a:lnTo>
                    <a:pt x="506349" y="0"/>
                  </a:lnTo>
                  <a:lnTo>
                    <a:pt x="588517" y="586"/>
                  </a:lnTo>
                  <a:lnTo>
                    <a:pt x="666458" y="2283"/>
                  </a:lnTo>
                  <a:lnTo>
                    <a:pt x="739131" y="4999"/>
                  </a:lnTo>
                  <a:lnTo>
                    <a:pt x="805493" y="8640"/>
                  </a:lnTo>
                  <a:lnTo>
                    <a:pt x="864504" y="13112"/>
                  </a:lnTo>
                  <a:lnTo>
                    <a:pt x="915122" y="18324"/>
                  </a:lnTo>
                  <a:lnTo>
                    <a:pt x="956304" y="24182"/>
                  </a:lnTo>
                  <a:lnTo>
                    <a:pt x="1006197" y="37465"/>
                  </a:lnTo>
                  <a:lnTo>
                    <a:pt x="1012825" y="44703"/>
                  </a:lnTo>
                  <a:lnTo>
                    <a:pt x="1012825" y="476300"/>
                  </a:lnTo>
                  <a:lnTo>
                    <a:pt x="956304" y="496866"/>
                  </a:lnTo>
                  <a:lnTo>
                    <a:pt x="915122" y="502731"/>
                  </a:lnTo>
                  <a:lnTo>
                    <a:pt x="864504" y="507946"/>
                  </a:lnTo>
                  <a:lnTo>
                    <a:pt x="805493" y="512419"/>
                  </a:lnTo>
                  <a:lnTo>
                    <a:pt x="739131" y="516059"/>
                  </a:lnTo>
                  <a:lnTo>
                    <a:pt x="666458" y="518773"/>
                  </a:lnTo>
                  <a:lnTo>
                    <a:pt x="588517" y="520469"/>
                  </a:lnTo>
                  <a:lnTo>
                    <a:pt x="506349" y="521055"/>
                  </a:lnTo>
                  <a:lnTo>
                    <a:pt x="424215" y="520469"/>
                  </a:lnTo>
                  <a:lnTo>
                    <a:pt x="346301" y="518773"/>
                  </a:lnTo>
                  <a:lnTo>
                    <a:pt x="273650" y="516059"/>
                  </a:lnTo>
                  <a:lnTo>
                    <a:pt x="207303" y="512419"/>
                  </a:lnTo>
                  <a:lnTo>
                    <a:pt x="148304" y="507946"/>
                  </a:lnTo>
                  <a:lnTo>
                    <a:pt x="97694" y="502731"/>
                  </a:lnTo>
                  <a:lnTo>
                    <a:pt x="56516" y="496866"/>
                  </a:lnTo>
                  <a:lnTo>
                    <a:pt x="6627" y="483559"/>
                  </a:lnTo>
                  <a:lnTo>
                    <a:pt x="0" y="476300"/>
                  </a:lnTo>
                  <a:lnTo>
                    <a:pt x="0" y="44703"/>
                  </a:lnTo>
                </a:path>
              </a:pathLst>
            </a:custGeom>
            <a:ln w="9525">
              <a:solidFill>
                <a:srgbClr val="0071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2935457" y="8739631"/>
            <a:ext cx="567690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5080" indent="68580">
              <a:lnSpc>
                <a:spcPts val="1310"/>
              </a:lnSpc>
              <a:spcBef>
                <a:spcPts val="140"/>
              </a:spcBef>
            </a:pP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마케팅 이력정보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3902964" y="2896489"/>
            <a:ext cx="10427335" cy="6071870"/>
            <a:chOff x="3902964" y="2896489"/>
            <a:chExt cx="10427335" cy="6071870"/>
          </a:xfrm>
        </p:grpSpPr>
        <p:pic>
          <p:nvPicPr>
            <p:cNvPr id="99" name="object 9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915156" y="3148571"/>
              <a:ext cx="4372356" cy="1034808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3957447" y="3171190"/>
              <a:ext cx="4215765" cy="915035"/>
            </a:xfrm>
            <a:custGeom>
              <a:avLst/>
              <a:gdLst/>
              <a:ahLst/>
              <a:cxnLst/>
              <a:rect l="l" t="t" r="r" b="b"/>
              <a:pathLst>
                <a:path w="4215765" h="915035">
                  <a:moveTo>
                    <a:pt x="4139056" y="838580"/>
                  </a:moveTo>
                  <a:lnTo>
                    <a:pt x="4139056" y="914780"/>
                  </a:lnTo>
                  <a:lnTo>
                    <a:pt x="4189856" y="889380"/>
                  </a:lnTo>
                  <a:lnTo>
                    <a:pt x="4151756" y="889380"/>
                  </a:lnTo>
                  <a:lnTo>
                    <a:pt x="4151756" y="863980"/>
                  </a:lnTo>
                  <a:lnTo>
                    <a:pt x="4189856" y="863980"/>
                  </a:lnTo>
                  <a:lnTo>
                    <a:pt x="4139056" y="838580"/>
                  </a:lnTo>
                  <a:close/>
                </a:path>
                <a:path w="4215765" h="915035">
                  <a:moveTo>
                    <a:pt x="2114041" y="38100"/>
                  </a:moveTo>
                  <a:lnTo>
                    <a:pt x="2114041" y="883665"/>
                  </a:lnTo>
                  <a:lnTo>
                    <a:pt x="2119629" y="889380"/>
                  </a:lnTo>
                  <a:lnTo>
                    <a:pt x="4139056" y="889380"/>
                  </a:lnTo>
                  <a:lnTo>
                    <a:pt x="4139056" y="876680"/>
                  </a:lnTo>
                  <a:lnTo>
                    <a:pt x="2139441" y="876680"/>
                  </a:lnTo>
                  <a:lnTo>
                    <a:pt x="2126741" y="863980"/>
                  </a:lnTo>
                  <a:lnTo>
                    <a:pt x="2139441" y="863980"/>
                  </a:lnTo>
                  <a:lnTo>
                    <a:pt x="2139441" y="50800"/>
                  </a:lnTo>
                  <a:lnTo>
                    <a:pt x="2126741" y="50800"/>
                  </a:lnTo>
                  <a:lnTo>
                    <a:pt x="2114041" y="38100"/>
                  </a:lnTo>
                  <a:close/>
                </a:path>
                <a:path w="4215765" h="915035">
                  <a:moveTo>
                    <a:pt x="4189856" y="863980"/>
                  </a:moveTo>
                  <a:lnTo>
                    <a:pt x="4151756" y="863980"/>
                  </a:lnTo>
                  <a:lnTo>
                    <a:pt x="4151756" y="889380"/>
                  </a:lnTo>
                  <a:lnTo>
                    <a:pt x="4189856" y="889380"/>
                  </a:lnTo>
                  <a:lnTo>
                    <a:pt x="4215257" y="876680"/>
                  </a:lnTo>
                  <a:lnTo>
                    <a:pt x="4189856" y="863980"/>
                  </a:lnTo>
                  <a:close/>
                </a:path>
                <a:path w="4215765" h="915035">
                  <a:moveTo>
                    <a:pt x="2139441" y="863980"/>
                  </a:moveTo>
                  <a:lnTo>
                    <a:pt x="2126741" y="863980"/>
                  </a:lnTo>
                  <a:lnTo>
                    <a:pt x="2139441" y="876680"/>
                  </a:lnTo>
                  <a:lnTo>
                    <a:pt x="2139441" y="863980"/>
                  </a:lnTo>
                  <a:close/>
                </a:path>
                <a:path w="4215765" h="915035">
                  <a:moveTo>
                    <a:pt x="4139056" y="863980"/>
                  </a:moveTo>
                  <a:lnTo>
                    <a:pt x="2139441" y="863980"/>
                  </a:lnTo>
                  <a:lnTo>
                    <a:pt x="2139441" y="876680"/>
                  </a:lnTo>
                  <a:lnTo>
                    <a:pt x="4139056" y="876680"/>
                  </a:lnTo>
                  <a:lnTo>
                    <a:pt x="4139056" y="863980"/>
                  </a:lnTo>
                  <a:close/>
                </a:path>
                <a:path w="4215765" h="915035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3643" y="50800"/>
                  </a:lnTo>
                  <a:lnTo>
                    <a:pt x="38100" y="50800"/>
                  </a:lnTo>
                  <a:lnTo>
                    <a:pt x="38100" y="25400"/>
                  </a:lnTo>
                  <a:lnTo>
                    <a:pt x="73634" y="25400"/>
                  </a:lnTo>
                  <a:lnTo>
                    <a:pt x="73211" y="23306"/>
                  </a:lnTo>
                  <a:lnTo>
                    <a:pt x="65055" y="11191"/>
                  </a:lnTo>
                  <a:lnTo>
                    <a:pt x="52947" y="3006"/>
                  </a:lnTo>
                  <a:lnTo>
                    <a:pt x="38100" y="0"/>
                  </a:lnTo>
                  <a:close/>
                </a:path>
                <a:path w="4215765" h="915035">
                  <a:moveTo>
                    <a:pt x="73634" y="25400"/>
                  </a:moveTo>
                  <a:lnTo>
                    <a:pt x="38100" y="25400"/>
                  </a:lnTo>
                  <a:lnTo>
                    <a:pt x="38100" y="50800"/>
                  </a:lnTo>
                  <a:lnTo>
                    <a:pt x="73643" y="50800"/>
                  </a:lnTo>
                  <a:lnTo>
                    <a:pt x="76200" y="38100"/>
                  </a:lnTo>
                  <a:lnTo>
                    <a:pt x="73634" y="25400"/>
                  </a:lnTo>
                  <a:close/>
                </a:path>
                <a:path w="4215765" h="915035">
                  <a:moveTo>
                    <a:pt x="2133727" y="25400"/>
                  </a:moveTo>
                  <a:lnTo>
                    <a:pt x="73634" y="25400"/>
                  </a:lnTo>
                  <a:lnTo>
                    <a:pt x="76200" y="38100"/>
                  </a:lnTo>
                  <a:lnTo>
                    <a:pt x="73643" y="50800"/>
                  </a:lnTo>
                  <a:lnTo>
                    <a:pt x="2114041" y="50800"/>
                  </a:lnTo>
                  <a:lnTo>
                    <a:pt x="2114041" y="38100"/>
                  </a:lnTo>
                  <a:lnTo>
                    <a:pt x="2139441" y="38100"/>
                  </a:lnTo>
                  <a:lnTo>
                    <a:pt x="2139441" y="31114"/>
                  </a:lnTo>
                  <a:lnTo>
                    <a:pt x="2133727" y="25400"/>
                  </a:lnTo>
                  <a:close/>
                </a:path>
                <a:path w="4215765" h="915035">
                  <a:moveTo>
                    <a:pt x="2139441" y="38100"/>
                  </a:moveTo>
                  <a:lnTo>
                    <a:pt x="2114041" y="38100"/>
                  </a:lnTo>
                  <a:lnTo>
                    <a:pt x="2126741" y="50800"/>
                  </a:lnTo>
                  <a:lnTo>
                    <a:pt x="2139441" y="50800"/>
                  </a:lnTo>
                  <a:lnTo>
                    <a:pt x="2139441" y="381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1" name="object 10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21129" y="4780722"/>
              <a:ext cx="2077438" cy="617350"/>
            </a:xfrm>
            <a:prstGeom prst="rect">
              <a:avLst/>
            </a:prstGeom>
          </p:spPr>
        </p:pic>
        <p:sp>
          <p:nvSpPr>
            <p:cNvPr id="102" name="object 102"/>
            <p:cNvSpPr/>
            <p:nvPr/>
          </p:nvSpPr>
          <p:spPr>
            <a:xfrm>
              <a:off x="6047867" y="4795012"/>
              <a:ext cx="2021839" cy="553720"/>
            </a:xfrm>
            <a:custGeom>
              <a:avLst/>
              <a:gdLst/>
              <a:ahLst/>
              <a:cxnLst/>
              <a:rect l="l" t="t" r="r" b="b"/>
              <a:pathLst>
                <a:path w="2021840" h="553720">
                  <a:moveTo>
                    <a:pt x="1983613" y="477138"/>
                  </a:moveTo>
                  <a:lnTo>
                    <a:pt x="1968819" y="480127"/>
                  </a:lnTo>
                  <a:lnTo>
                    <a:pt x="1956704" y="488283"/>
                  </a:lnTo>
                  <a:lnTo>
                    <a:pt x="1948519" y="500391"/>
                  </a:lnTo>
                  <a:lnTo>
                    <a:pt x="1945513" y="515238"/>
                  </a:lnTo>
                  <a:lnTo>
                    <a:pt x="1948519" y="530032"/>
                  </a:lnTo>
                  <a:lnTo>
                    <a:pt x="1956704" y="542147"/>
                  </a:lnTo>
                  <a:lnTo>
                    <a:pt x="1968819" y="550332"/>
                  </a:lnTo>
                  <a:lnTo>
                    <a:pt x="1983613" y="553338"/>
                  </a:lnTo>
                  <a:lnTo>
                    <a:pt x="1998460" y="550332"/>
                  </a:lnTo>
                  <a:lnTo>
                    <a:pt x="2010568" y="542147"/>
                  </a:lnTo>
                  <a:lnTo>
                    <a:pt x="2018724" y="530032"/>
                  </a:lnTo>
                  <a:lnTo>
                    <a:pt x="2019147" y="527938"/>
                  </a:lnTo>
                  <a:lnTo>
                    <a:pt x="1983613" y="527938"/>
                  </a:lnTo>
                  <a:lnTo>
                    <a:pt x="1983613" y="502538"/>
                  </a:lnTo>
                  <a:lnTo>
                    <a:pt x="2019156" y="502538"/>
                  </a:lnTo>
                  <a:lnTo>
                    <a:pt x="2018724" y="500391"/>
                  </a:lnTo>
                  <a:lnTo>
                    <a:pt x="2010568" y="488283"/>
                  </a:lnTo>
                  <a:lnTo>
                    <a:pt x="1998460" y="480127"/>
                  </a:lnTo>
                  <a:lnTo>
                    <a:pt x="1983613" y="477138"/>
                  </a:lnTo>
                  <a:close/>
                </a:path>
                <a:path w="2021840" h="553720">
                  <a:moveTo>
                    <a:pt x="1813940" y="12700"/>
                  </a:moveTo>
                  <a:lnTo>
                    <a:pt x="1813940" y="522224"/>
                  </a:lnTo>
                  <a:lnTo>
                    <a:pt x="1819529" y="527938"/>
                  </a:lnTo>
                  <a:lnTo>
                    <a:pt x="1948093" y="527938"/>
                  </a:lnTo>
                  <a:lnTo>
                    <a:pt x="1945513" y="515238"/>
                  </a:lnTo>
                  <a:lnTo>
                    <a:pt x="1839340" y="515238"/>
                  </a:lnTo>
                  <a:lnTo>
                    <a:pt x="1826640" y="502538"/>
                  </a:lnTo>
                  <a:lnTo>
                    <a:pt x="1839340" y="502538"/>
                  </a:lnTo>
                  <a:lnTo>
                    <a:pt x="1839340" y="25400"/>
                  </a:lnTo>
                  <a:lnTo>
                    <a:pt x="1826640" y="25400"/>
                  </a:lnTo>
                  <a:lnTo>
                    <a:pt x="1813940" y="12700"/>
                  </a:lnTo>
                  <a:close/>
                </a:path>
                <a:path w="2021840" h="553720">
                  <a:moveTo>
                    <a:pt x="2019156" y="502538"/>
                  </a:moveTo>
                  <a:lnTo>
                    <a:pt x="1983613" y="502538"/>
                  </a:lnTo>
                  <a:lnTo>
                    <a:pt x="1983613" y="527938"/>
                  </a:lnTo>
                  <a:lnTo>
                    <a:pt x="2019147" y="527938"/>
                  </a:lnTo>
                  <a:lnTo>
                    <a:pt x="2021713" y="515238"/>
                  </a:lnTo>
                  <a:lnTo>
                    <a:pt x="2019156" y="502538"/>
                  </a:lnTo>
                  <a:close/>
                </a:path>
                <a:path w="2021840" h="553720">
                  <a:moveTo>
                    <a:pt x="1839340" y="502538"/>
                  </a:moveTo>
                  <a:lnTo>
                    <a:pt x="1826640" y="502538"/>
                  </a:lnTo>
                  <a:lnTo>
                    <a:pt x="1839340" y="515238"/>
                  </a:lnTo>
                  <a:lnTo>
                    <a:pt x="1839340" y="502538"/>
                  </a:lnTo>
                  <a:close/>
                </a:path>
                <a:path w="2021840" h="553720">
                  <a:moveTo>
                    <a:pt x="1948084" y="502538"/>
                  </a:moveTo>
                  <a:lnTo>
                    <a:pt x="1839340" y="502538"/>
                  </a:lnTo>
                  <a:lnTo>
                    <a:pt x="1839340" y="515238"/>
                  </a:lnTo>
                  <a:lnTo>
                    <a:pt x="1945513" y="515238"/>
                  </a:lnTo>
                  <a:lnTo>
                    <a:pt x="1948084" y="502538"/>
                  </a:lnTo>
                  <a:close/>
                </a:path>
                <a:path w="2021840" h="553720">
                  <a:moveTo>
                    <a:pt x="25400" y="247523"/>
                  </a:moveTo>
                  <a:lnTo>
                    <a:pt x="0" y="247523"/>
                  </a:lnTo>
                  <a:lnTo>
                    <a:pt x="38100" y="323723"/>
                  </a:lnTo>
                  <a:lnTo>
                    <a:pt x="69850" y="260223"/>
                  </a:lnTo>
                  <a:lnTo>
                    <a:pt x="25400" y="260223"/>
                  </a:lnTo>
                  <a:lnTo>
                    <a:pt x="25400" y="247523"/>
                  </a:lnTo>
                  <a:close/>
                </a:path>
                <a:path w="2021840" h="553720">
                  <a:moveTo>
                    <a:pt x="1833626" y="0"/>
                  </a:moveTo>
                  <a:lnTo>
                    <a:pt x="31115" y="0"/>
                  </a:lnTo>
                  <a:lnTo>
                    <a:pt x="25400" y="5587"/>
                  </a:lnTo>
                  <a:lnTo>
                    <a:pt x="25400" y="260223"/>
                  </a:lnTo>
                  <a:lnTo>
                    <a:pt x="50800" y="260223"/>
                  </a:lnTo>
                  <a:lnTo>
                    <a:pt x="50800" y="25400"/>
                  </a:lnTo>
                  <a:lnTo>
                    <a:pt x="38100" y="25400"/>
                  </a:lnTo>
                  <a:lnTo>
                    <a:pt x="50800" y="12700"/>
                  </a:lnTo>
                  <a:lnTo>
                    <a:pt x="1839340" y="12700"/>
                  </a:lnTo>
                  <a:lnTo>
                    <a:pt x="1839340" y="5587"/>
                  </a:lnTo>
                  <a:lnTo>
                    <a:pt x="1833626" y="0"/>
                  </a:lnTo>
                  <a:close/>
                </a:path>
                <a:path w="2021840" h="553720">
                  <a:moveTo>
                    <a:pt x="76200" y="247523"/>
                  </a:moveTo>
                  <a:lnTo>
                    <a:pt x="50800" y="247523"/>
                  </a:lnTo>
                  <a:lnTo>
                    <a:pt x="50800" y="260223"/>
                  </a:lnTo>
                  <a:lnTo>
                    <a:pt x="69850" y="260223"/>
                  </a:lnTo>
                  <a:lnTo>
                    <a:pt x="76200" y="247523"/>
                  </a:lnTo>
                  <a:close/>
                </a:path>
                <a:path w="2021840" h="553720">
                  <a:moveTo>
                    <a:pt x="50800" y="12700"/>
                  </a:moveTo>
                  <a:lnTo>
                    <a:pt x="38100" y="25400"/>
                  </a:lnTo>
                  <a:lnTo>
                    <a:pt x="50800" y="25400"/>
                  </a:lnTo>
                  <a:lnTo>
                    <a:pt x="50800" y="12700"/>
                  </a:lnTo>
                  <a:close/>
                </a:path>
                <a:path w="2021840" h="553720">
                  <a:moveTo>
                    <a:pt x="1813940" y="12700"/>
                  </a:moveTo>
                  <a:lnTo>
                    <a:pt x="50800" y="12700"/>
                  </a:lnTo>
                  <a:lnTo>
                    <a:pt x="50800" y="25400"/>
                  </a:lnTo>
                  <a:lnTo>
                    <a:pt x="1813940" y="25400"/>
                  </a:lnTo>
                  <a:lnTo>
                    <a:pt x="1813940" y="12700"/>
                  </a:lnTo>
                  <a:close/>
                </a:path>
                <a:path w="2021840" h="553720">
                  <a:moveTo>
                    <a:pt x="1839340" y="12700"/>
                  </a:moveTo>
                  <a:lnTo>
                    <a:pt x="1813940" y="12700"/>
                  </a:lnTo>
                  <a:lnTo>
                    <a:pt x="1826640" y="25400"/>
                  </a:lnTo>
                  <a:lnTo>
                    <a:pt x="1839340" y="25400"/>
                  </a:lnTo>
                  <a:lnTo>
                    <a:pt x="1839340" y="127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3" name="object 10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13120" y="4917948"/>
              <a:ext cx="5576316" cy="2375916"/>
            </a:xfrm>
            <a:prstGeom prst="rect">
              <a:avLst/>
            </a:prstGeom>
          </p:spPr>
        </p:pic>
        <p:sp>
          <p:nvSpPr>
            <p:cNvPr id="104" name="object 104"/>
            <p:cNvSpPr/>
            <p:nvPr/>
          </p:nvSpPr>
          <p:spPr>
            <a:xfrm>
              <a:off x="5955411" y="4978527"/>
              <a:ext cx="5419725" cy="2257425"/>
            </a:xfrm>
            <a:custGeom>
              <a:avLst/>
              <a:gdLst/>
              <a:ahLst/>
              <a:cxnLst/>
              <a:rect l="l" t="t" r="r" b="b"/>
              <a:pathLst>
                <a:path w="5419725" h="2257425">
                  <a:moveTo>
                    <a:pt x="38100" y="2181225"/>
                  </a:moveTo>
                  <a:lnTo>
                    <a:pt x="23252" y="2184231"/>
                  </a:lnTo>
                  <a:lnTo>
                    <a:pt x="11144" y="2192416"/>
                  </a:lnTo>
                  <a:lnTo>
                    <a:pt x="2988" y="2204531"/>
                  </a:lnTo>
                  <a:lnTo>
                    <a:pt x="0" y="2219325"/>
                  </a:lnTo>
                  <a:lnTo>
                    <a:pt x="2988" y="2234172"/>
                  </a:lnTo>
                  <a:lnTo>
                    <a:pt x="11144" y="2246280"/>
                  </a:lnTo>
                  <a:lnTo>
                    <a:pt x="23252" y="2254436"/>
                  </a:lnTo>
                  <a:lnTo>
                    <a:pt x="38100" y="2257425"/>
                  </a:lnTo>
                  <a:lnTo>
                    <a:pt x="52893" y="2254436"/>
                  </a:lnTo>
                  <a:lnTo>
                    <a:pt x="65008" y="2246280"/>
                  </a:lnTo>
                  <a:lnTo>
                    <a:pt x="73193" y="2234172"/>
                  </a:lnTo>
                  <a:lnTo>
                    <a:pt x="73628" y="2232025"/>
                  </a:lnTo>
                  <a:lnTo>
                    <a:pt x="38100" y="2232025"/>
                  </a:lnTo>
                  <a:lnTo>
                    <a:pt x="38100" y="2206625"/>
                  </a:lnTo>
                  <a:lnTo>
                    <a:pt x="73619" y="2206625"/>
                  </a:lnTo>
                  <a:lnTo>
                    <a:pt x="73193" y="2204531"/>
                  </a:lnTo>
                  <a:lnTo>
                    <a:pt x="65008" y="2192416"/>
                  </a:lnTo>
                  <a:lnTo>
                    <a:pt x="52893" y="2184231"/>
                  </a:lnTo>
                  <a:lnTo>
                    <a:pt x="38100" y="2181225"/>
                  </a:lnTo>
                  <a:close/>
                </a:path>
                <a:path w="5419725" h="2257425">
                  <a:moveTo>
                    <a:pt x="73619" y="2206625"/>
                  </a:moveTo>
                  <a:lnTo>
                    <a:pt x="38100" y="2206625"/>
                  </a:lnTo>
                  <a:lnTo>
                    <a:pt x="38100" y="2232025"/>
                  </a:lnTo>
                  <a:lnTo>
                    <a:pt x="73628" y="2232025"/>
                  </a:lnTo>
                  <a:lnTo>
                    <a:pt x="76200" y="2219325"/>
                  </a:lnTo>
                  <a:lnTo>
                    <a:pt x="73619" y="2206625"/>
                  </a:lnTo>
                  <a:close/>
                </a:path>
                <a:path w="5419725" h="2257425">
                  <a:moveTo>
                    <a:pt x="2716148" y="2206625"/>
                  </a:moveTo>
                  <a:lnTo>
                    <a:pt x="73619" y="2206625"/>
                  </a:lnTo>
                  <a:lnTo>
                    <a:pt x="76200" y="2219325"/>
                  </a:lnTo>
                  <a:lnTo>
                    <a:pt x="73628" y="2232025"/>
                  </a:lnTo>
                  <a:lnTo>
                    <a:pt x="2735961" y="2232025"/>
                  </a:lnTo>
                  <a:lnTo>
                    <a:pt x="2741548" y="2226437"/>
                  </a:lnTo>
                  <a:lnTo>
                    <a:pt x="2741548" y="2219325"/>
                  </a:lnTo>
                  <a:lnTo>
                    <a:pt x="2716148" y="2219325"/>
                  </a:lnTo>
                  <a:lnTo>
                    <a:pt x="2716148" y="2206625"/>
                  </a:lnTo>
                  <a:close/>
                </a:path>
                <a:path w="5419725" h="2257425">
                  <a:moveTo>
                    <a:pt x="5343524" y="25400"/>
                  </a:moveTo>
                  <a:lnTo>
                    <a:pt x="2721864" y="25400"/>
                  </a:lnTo>
                  <a:lnTo>
                    <a:pt x="2716148" y="31114"/>
                  </a:lnTo>
                  <a:lnTo>
                    <a:pt x="2716148" y="2219325"/>
                  </a:lnTo>
                  <a:lnTo>
                    <a:pt x="2728848" y="2206625"/>
                  </a:lnTo>
                  <a:lnTo>
                    <a:pt x="2741548" y="2206625"/>
                  </a:lnTo>
                  <a:lnTo>
                    <a:pt x="2741548" y="50800"/>
                  </a:lnTo>
                  <a:lnTo>
                    <a:pt x="2728848" y="50800"/>
                  </a:lnTo>
                  <a:lnTo>
                    <a:pt x="2741548" y="38100"/>
                  </a:lnTo>
                  <a:lnTo>
                    <a:pt x="5343524" y="38100"/>
                  </a:lnTo>
                  <a:lnTo>
                    <a:pt x="5343524" y="25400"/>
                  </a:lnTo>
                  <a:close/>
                </a:path>
                <a:path w="5419725" h="2257425">
                  <a:moveTo>
                    <a:pt x="2741548" y="2206625"/>
                  </a:moveTo>
                  <a:lnTo>
                    <a:pt x="2728848" y="2206625"/>
                  </a:lnTo>
                  <a:lnTo>
                    <a:pt x="2716148" y="2219325"/>
                  </a:lnTo>
                  <a:lnTo>
                    <a:pt x="2741548" y="2219325"/>
                  </a:lnTo>
                  <a:lnTo>
                    <a:pt x="2741548" y="2206625"/>
                  </a:lnTo>
                  <a:close/>
                </a:path>
                <a:path w="5419725" h="2257425">
                  <a:moveTo>
                    <a:pt x="5343524" y="0"/>
                  </a:moveTo>
                  <a:lnTo>
                    <a:pt x="5343524" y="76200"/>
                  </a:lnTo>
                  <a:lnTo>
                    <a:pt x="5394324" y="50800"/>
                  </a:lnTo>
                  <a:lnTo>
                    <a:pt x="5356224" y="50800"/>
                  </a:lnTo>
                  <a:lnTo>
                    <a:pt x="5356224" y="25400"/>
                  </a:lnTo>
                  <a:lnTo>
                    <a:pt x="5394324" y="25400"/>
                  </a:lnTo>
                  <a:lnTo>
                    <a:pt x="5343524" y="0"/>
                  </a:lnTo>
                  <a:close/>
                </a:path>
                <a:path w="5419725" h="2257425">
                  <a:moveTo>
                    <a:pt x="2741548" y="38100"/>
                  </a:moveTo>
                  <a:lnTo>
                    <a:pt x="2728848" y="50800"/>
                  </a:lnTo>
                  <a:lnTo>
                    <a:pt x="2741548" y="50800"/>
                  </a:lnTo>
                  <a:lnTo>
                    <a:pt x="2741548" y="38100"/>
                  </a:lnTo>
                  <a:close/>
                </a:path>
                <a:path w="5419725" h="2257425">
                  <a:moveTo>
                    <a:pt x="5343524" y="38100"/>
                  </a:moveTo>
                  <a:lnTo>
                    <a:pt x="2741548" y="38100"/>
                  </a:lnTo>
                  <a:lnTo>
                    <a:pt x="2741548" y="50800"/>
                  </a:lnTo>
                  <a:lnTo>
                    <a:pt x="5343524" y="50800"/>
                  </a:lnTo>
                  <a:lnTo>
                    <a:pt x="5343524" y="38100"/>
                  </a:lnTo>
                  <a:close/>
                </a:path>
                <a:path w="5419725" h="2257425">
                  <a:moveTo>
                    <a:pt x="5394324" y="25400"/>
                  </a:moveTo>
                  <a:lnTo>
                    <a:pt x="5356224" y="25400"/>
                  </a:lnTo>
                  <a:lnTo>
                    <a:pt x="5356224" y="50800"/>
                  </a:lnTo>
                  <a:lnTo>
                    <a:pt x="5394324" y="50800"/>
                  </a:lnTo>
                  <a:lnTo>
                    <a:pt x="5419724" y="38100"/>
                  </a:lnTo>
                  <a:lnTo>
                    <a:pt x="5394324" y="254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5" name="object 10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558271" y="6507479"/>
              <a:ext cx="455650" cy="1658112"/>
            </a:xfrm>
            <a:prstGeom prst="rect">
              <a:avLst/>
            </a:prstGeom>
          </p:spPr>
        </p:pic>
        <p:sp>
          <p:nvSpPr>
            <p:cNvPr id="106" name="object 106"/>
            <p:cNvSpPr/>
            <p:nvPr/>
          </p:nvSpPr>
          <p:spPr>
            <a:xfrm>
              <a:off x="10677906" y="6569455"/>
              <a:ext cx="297815" cy="1537970"/>
            </a:xfrm>
            <a:custGeom>
              <a:avLst/>
              <a:gdLst/>
              <a:ahLst/>
              <a:cxnLst/>
              <a:rect l="l" t="t" r="r" b="b"/>
              <a:pathLst>
                <a:path w="297815" h="1537970">
                  <a:moveTo>
                    <a:pt x="246761" y="1463945"/>
                  </a:moveTo>
                  <a:lnTo>
                    <a:pt x="244613" y="1464377"/>
                  </a:lnTo>
                  <a:lnTo>
                    <a:pt x="232505" y="1472533"/>
                  </a:lnTo>
                  <a:lnTo>
                    <a:pt x="224349" y="1484641"/>
                  </a:lnTo>
                  <a:lnTo>
                    <a:pt x="221361" y="1499489"/>
                  </a:lnTo>
                  <a:lnTo>
                    <a:pt x="224349" y="1514282"/>
                  </a:lnTo>
                  <a:lnTo>
                    <a:pt x="232505" y="1526397"/>
                  </a:lnTo>
                  <a:lnTo>
                    <a:pt x="244613" y="1534582"/>
                  </a:lnTo>
                  <a:lnTo>
                    <a:pt x="259461" y="1537589"/>
                  </a:lnTo>
                  <a:lnTo>
                    <a:pt x="274308" y="1534582"/>
                  </a:lnTo>
                  <a:lnTo>
                    <a:pt x="286416" y="1526397"/>
                  </a:lnTo>
                  <a:lnTo>
                    <a:pt x="294572" y="1514282"/>
                  </a:lnTo>
                  <a:lnTo>
                    <a:pt x="297561" y="1499489"/>
                  </a:lnTo>
                  <a:lnTo>
                    <a:pt x="246761" y="1499489"/>
                  </a:lnTo>
                  <a:lnTo>
                    <a:pt x="246761" y="1463945"/>
                  </a:lnTo>
                  <a:close/>
                </a:path>
                <a:path w="297815" h="1537970">
                  <a:moveTo>
                    <a:pt x="259461" y="1461389"/>
                  </a:moveTo>
                  <a:lnTo>
                    <a:pt x="246761" y="1463945"/>
                  </a:lnTo>
                  <a:lnTo>
                    <a:pt x="246761" y="1499489"/>
                  </a:lnTo>
                  <a:lnTo>
                    <a:pt x="272161" y="1499489"/>
                  </a:lnTo>
                  <a:lnTo>
                    <a:pt x="272161" y="1463945"/>
                  </a:lnTo>
                  <a:lnTo>
                    <a:pt x="259461" y="1461389"/>
                  </a:lnTo>
                  <a:close/>
                </a:path>
                <a:path w="297815" h="1537970">
                  <a:moveTo>
                    <a:pt x="272161" y="1463945"/>
                  </a:moveTo>
                  <a:lnTo>
                    <a:pt x="272161" y="1499489"/>
                  </a:lnTo>
                  <a:lnTo>
                    <a:pt x="297561" y="1499489"/>
                  </a:lnTo>
                  <a:lnTo>
                    <a:pt x="294572" y="1484641"/>
                  </a:lnTo>
                  <a:lnTo>
                    <a:pt x="286416" y="1472533"/>
                  </a:lnTo>
                  <a:lnTo>
                    <a:pt x="274308" y="1464377"/>
                  </a:lnTo>
                  <a:lnTo>
                    <a:pt x="272161" y="1463945"/>
                  </a:lnTo>
                  <a:close/>
                </a:path>
                <a:path w="297815" h="1537970">
                  <a:moveTo>
                    <a:pt x="246761" y="38100"/>
                  </a:moveTo>
                  <a:lnTo>
                    <a:pt x="246761" y="1463945"/>
                  </a:lnTo>
                  <a:lnTo>
                    <a:pt x="259461" y="1461389"/>
                  </a:lnTo>
                  <a:lnTo>
                    <a:pt x="272161" y="1461389"/>
                  </a:lnTo>
                  <a:lnTo>
                    <a:pt x="272161" y="50800"/>
                  </a:lnTo>
                  <a:lnTo>
                    <a:pt x="259461" y="50800"/>
                  </a:lnTo>
                  <a:lnTo>
                    <a:pt x="246761" y="38100"/>
                  </a:lnTo>
                  <a:close/>
                </a:path>
                <a:path w="297815" h="1537970">
                  <a:moveTo>
                    <a:pt x="272161" y="1461389"/>
                  </a:moveTo>
                  <a:lnTo>
                    <a:pt x="259461" y="1461389"/>
                  </a:lnTo>
                  <a:lnTo>
                    <a:pt x="272161" y="1463945"/>
                  </a:lnTo>
                  <a:lnTo>
                    <a:pt x="272161" y="1461389"/>
                  </a:lnTo>
                  <a:close/>
                </a:path>
                <a:path w="297815" h="153797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297815" h="153797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297815" h="1537970">
                  <a:moveTo>
                    <a:pt x="266446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246761" y="50800"/>
                  </a:lnTo>
                  <a:lnTo>
                    <a:pt x="246761" y="38100"/>
                  </a:lnTo>
                  <a:lnTo>
                    <a:pt x="272161" y="38100"/>
                  </a:lnTo>
                  <a:lnTo>
                    <a:pt x="272161" y="31115"/>
                  </a:lnTo>
                  <a:lnTo>
                    <a:pt x="266446" y="25400"/>
                  </a:lnTo>
                  <a:close/>
                </a:path>
                <a:path w="297815" h="1537970">
                  <a:moveTo>
                    <a:pt x="272161" y="38100"/>
                  </a:moveTo>
                  <a:lnTo>
                    <a:pt x="246761" y="38100"/>
                  </a:lnTo>
                  <a:lnTo>
                    <a:pt x="259461" y="50800"/>
                  </a:lnTo>
                  <a:lnTo>
                    <a:pt x="272161" y="50800"/>
                  </a:lnTo>
                  <a:lnTo>
                    <a:pt x="272161" y="381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7" name="object 10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711428" y="3098292"/>
              <a:ext cx="618731" cy="2023871"/>
            </a:xfrm>
            <a:prstGeom prst="rect">
              <a:avLst/>
            </a:prstGeom>
          </p:spPr>
        </p:pic>
        <p:sp>
          <p:nvSpPr>
            <p:cNvPr id="108" name="object 108"/>
            <p:cNvSpPr/>
            <p:nvPr/>
          </p:nvSpPr>
          <p:spPr>
            <a:xfrm>
              <a:off x="13753719" y="3159125"/>
              <a:ext cx="462280" cy="1905000"/>
            </a:xfrm>
            <a:custGeom>
              <a:avLst/>
              <a:gdLst/>
              <a:ahLst/>
              <a:cxnLst/>
              <a:rect l="l" t="t" r="r" b="b"/>
              <a:pathLst>
                <a:path w="462280" h="1905000">
                  <a:moveTo>
                    <a:pt x="38100" y="1828419"/>
                  </a:moveTo>
                  <a:lnTo>
                    <a:pt x="23252" y="1831425"/>
                  </a:lnTo>
                  <a:lnTo>
                    <a:pt x="11144" y="1839610"/>
                  </a:lnTo>
                  <a:lnTo>
                    <a:pt x="2988" y="1851725"/>
                  </a:lnTo>
                  <a:lnTo>
                    <a:pt x="0" y="1866519"/>
                  </a:lnTo>
                  <a:lnTo>
                    <a:pt x="2988" y="1881366"/>
                  </a:lnTo>
                  <a:lnTo>
                    <a:pt x="11144" y="1893474"/>
                  </a:lnTo>
                  <a:lnTo>
                    <a:pt x="23252" y="1901630"/>
                  </a:lnTo>
                  <a:lnTo>
                    <a:pt x="38100" y="1904619"/>
                  </a:lnTo>
                  <a:lnTo>
                    <a:pt x="52947" y="1901630"/>
                  </a:lnTo>
                  <a:lnTo>
                    <a:pt x="65055" y="1893474"/>
                  </a:lnTo>
                  <a:lnTo>
                    <a:pt x="73211" y="1881366"/>
                  </a:lnTo>
                  <a:lnTo>
                    <a:pt x="73643" y="1879219"/>
                  </a:lnTo>
                  <a:lnTo>
                    <a:pt x="38100" y="1879219"/>
                  </a:lnTo>
                  <a:lnTo>
                    <a:pt x="38100" y="1853819"/>
                  </a:lnTo>
                  <a:lnTo>
                    <a:pt x="73634" y="1853819"/>
                  </a:lnTo>
                  <a:lnTo>
                    <a:pt x="73211" y="1851725"/>
                  </a:lnTo>
                  <a:lnTo>
                    <a:pt x="65055" y="1839610"/>
                  </a:lnTo>
                  <a:lnTo>
                    <a:pt x="52947" y="1831425"/>
                  </a:lnTo>
                  <a:lnTo>
                    <a:pt x="38100" y="1828419"/>
                  </a:lnTo>
                  <a:close/>
                </a:path>
                <a:path w="462280" h="1905000">
                  <a:moveTo>
                    <a:pt x="73634" y="1853819"/>
                  </a:moveTo>
                  <a:lnTo>
                    <a:pt x="38100" y="1853819"/>
                  </a:lnTo>
                  <a:lnTo>
                    <a:pt x="38100" y="1879219"/>
                  </a:lnTo>
                  <a:lnTo>
                    <a:pt x="73643" y="1879219"/>
                  </a:lnTo>
                  <a:lnTo>
                    <a:pt x="76200" y="1866519"/>
                  </a:lnTo>
                  <a:lnTo>
                    <a:pt x="73634" y="1853819"/>
                  </a:lnTo>
                  <a:close/>
                </a:path>
                <a:path w="462280" h="1905000">
                  <a:moveTo>
                    <a:pt x="237490" y="1853819"/>
                  </a:moveTo>
                  <a:lnTo>
                    <a:pt x="73634" y="1853819"/>
                  </a:lnTo>
                  <a:lnTo>
                    <a:pt x="76200" y="1866519"/>
                  </a:lnTo>
                  <a:lnTo>
                    <a:pt x="73643" y="1879219"/>
                  </a:lnTo>
                  <a:lnTo>
                    <a:pt x="257175" y="1879219"/>
                  </a:lnTo>
                  <a:lnTo>
                    <a:pt x="262890" y="1873630"/>
                  </a:lnTo>
                  <a:lnTo>
                    <a:pt x="262890" y="1866519"/>
                  </a:lnTo>
                  <a:lnTo>
                    <a:pt x="237490" y="1866519"/>
                  </a:lnTo>
                  <a:lnTo>
                    <a:pt x="237490" y="1853819"/>
                  </a:lnTo>
                  <a:close/>
                </a:path>
                <a:path w="462280" h="1905000">
                  <a:moveTo>
                    <a:pt x="386079" y="25400"/>
                  </a:moveTo>
                  <a:lnTo>
                    <a:pt x="243077" y="25400"/>
                  </a:lnTo>
                  <a:lnTo>
                    <a:pt x="237490" y="31115"/>
                  </a:lnTo>
                  <a:lnTo>
                    <a:pt x="237490" y="1866519"/>
                  </a:lnTo>
                  <a:lnTo>
                    <a:pt x="250190" y="1853819"/>
                  </a:lnTo>
                  <a:lnTo>
                    <a:pt x="262890" y="1853819"/>
                  </a:lnTo>
                  <a:lnTo>
                    <a:pt x="262890" y="50800"/>
                  </a:lnTo>
                  <a:lnTo>
                    <a:pt x="250190" y="50800"/>
                  </a:lnTo>
                  <a:lnTo>
                    <a:pt x="262890" y="38100"/>
                  </a:lnTo>
                  <a:lnTo>
                    <a:pt x="386079" y="38100"/>
                  </a:lnTo>
                  <a:lnTo>
                    <a:pt x="386079" y="25400"/>
                  </a:lnTo>
                  <a:close/>
                </a:path>
                <a:path w="462280" h="1905000">
                  <a:moveTo>
                    <a:pt x="262890" y="1853819"/>
                  </a:moveTo>
                  <a:lnTo>
                    <a:pt x="250190" y="1853819"/>
                  </a:lnTo>
                  <a:lnTo>
                    <a:pt x="237490" y="1866519"/>
                  </a:lnTo>
                  <a:lnTo>
                    <a:pt x="262890" y="1866519"/>
                  </a:lnTo>
                  <a:lnTo>
                    <a:pt x="262890" y="1853819"/>
                  </a:lnTo>
                  <a:close/>
                </a:path>
                <a:path w="462280" h="1905000">
                  <a:moveTo>
                    <a:pt x="386079" y="0"/>
                  </a:moveTo>
                  <a:lnTo>
                    <a:pt x="386079" y="76200"/>
                  </a:lnTo>
                  <a:lnTo>
                    <a:pt x="436879" y="50800"/>
                  </a:lnTo>
                  <a:lnTo>
                    <a:pt x="398779" y="50800"/>
                  </a:lnTo>
                  <a:lnTo>
                    <a:pt x="398779" y="25400"/>
                  </a:lnTo>
                  <a:lnTo>
                    <a:pt x="436879" y="25400"/>
                  </a:lnTo>
                  <a:lnTo>
                    <a:pt x="386079" y="0"/>
                  </a:lnTo>
                  <a:close/>
                </a:path>
                <a:path w="462280" h="1905000">
                  <a:moveTo>
                    <a:pt x="262890" y="38100"/>
                  </a:moveTo>
                  <a:lnTo>
                    <a:pt x="250190" y="50800"/>
                  </a:lnTo>
                  <a:lnTo>
                    <a:pt x="262890" y="50800"/>
                  </a:lnTo>
                  <a:lnTo>
                    <a:pt x="262890" y="38100"/>
                  </a:lnTo>
                  <a:close/>
                </a:path>
                <a:path w="462280" h="1905000">
                  <a:moveTo>
                    <a:pt x="386079" y="38100"/>
                  </a:moveTo>
                  <a:lnTo>
                    <a:pt x="262890" y="38100"/>
                  </a:lnTo>
                  <a:lnTo>
                    <a:pt x="262890" y="50800"/>
                  </a:lnTo>
                  <a:lnTo>
                    <a:pt x="386079" y="50800"/>
                  </a:lnTo>
                  <a:lnTo>
                    <a:pt x="386079" y="38100"/>
                  </a:lnTo>
                  <a:close/>
                </a:path>
                <a:path w="462280" h="1905000">
                  <a:moveTo>
                    <a:pt x="436879" y="25400"/>
                  </a:moveTo>
                  <a:lnTo>
                    <a:pt x="398779" y="25400"/>
                  </a:lnTo>
                  <a:lnTo>
                    <a:pt x="398779" y="50800"/>
                  </a:lnTo>
                  <a:lnTo>
                    <a:pt x="436879" y="50800"/>
                  </a:lnTo>
                  <a:lnTo>
                    <a:pt x="462279" y="38100"/>
                  </a:lnTo>
                  <a:lnTo>
                    <a:pt x="436879" y="254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9" name="object 10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3711428" y="4965166"/>
              <a:ext cx="618731" cy="650773"/>
            </a:xfrm>
            <a:prstGeom prst="rect">
              <a:avLst/>
            </a:prstGeom>
          </p:spPr>
        </p:pic>
        <p:sp>
          <p:nvSpPr>
            <p:cNvPr id="110" name="object 110"/>
            <p:cNvSpPr/>
            <p:nvPr/>
          </p:nvSpPr>
          <p:spPr>
            <a:xfrm>
              <a:off x="13753719" y="4987544"/>
              <a:ext cx="462280" cy="532765"/>
            </a:xfrm>
            <a:custGeom>
              <a:avLst/>
              <a:gdLst/>
              <a:ahLst/>
              <a:cxnLst/>
              <a:rect l="l" t="t" r="r" b="b"/>
              <a:pathLst>
                <a:path w="462280" h="532764">
                  <a:moveTo>
                    <a:pt x="386079" y="456056"/>
                  </a:moveTo>
                  <a:lnTo>
                    <a:pt x="386079" y="532256"/>
                  </a:lnTo>
                  <a:lnTo>
                    <a:pt x="436879" y="506856"/>
                  </a:lnTo>
                  <a:lnTo>
                    <a:pt x="398779" y="506856"/>
                  </a:lnTo>
                  <a:lnTo>
                    <a:pt x="398779" y="481456"/>
                  </a:lnTo>
                  <a:lnTo>
                    <a:pt x="436879" y="481456"/>
                  </a:lnTo>
                  <a:lnTo>
                    <a:pt x="386079" y="456056"/>
                  </a:lnTo>
                  <a:close/>
                </a:path>
                <a:path w="462280" h="532764">
                  <a:moveTo>
                    <a:pt x="237490" y="38100"/>
                  </a:moveTo>
                  <a:lnTo>
                    <a:pt x="237490" y="501141"/>
                  </a:lnTo>
                  <a:lnTo>
                    <a:pt x="243077" y="506856"/>
                  </a:lnTo>
                  <a:lnTo>
                    <a:pt x="386079" y="506856"/>
                  </a:lnTo>
                  <a:lnTo>
                    <a:pt x="386079" y="494156"/>
                  </a:lnTo>
                  <a:lnTo>
                    <a:pt x="262890" y="494156"/>
                  </a:lnTo>
                  <a:lnTo>
                    <a:pt x="250190" y="481456"/>
                  </a:lnTo>
                  <a:lnTo>
                    <a:pt x="262890" y="481456"/>
                  </a:lnTo>
                  <a:lnTo>
                    <a:pt x="262890" y="50800"/>
                  </a:lnTo>
                  <a:lnTo>
                    <a:pt x="250190" y="50800"/>
                  </a:lnTo>
                  <a:lnTo>
                    <a:pt x="237490" y="38100"/>
                  </a:lnTo>
                  <a:close/>
                </a:path>
                <a:path w="462280" h="532764">
                  <a:moveTo>
                    <a:pt x="436879" y="481456"/>
                  </a:moveTo>
                  <a:lnTo>
                    <a:pt x="398779" y="481456"/>
                  </a:lnTo>
                  <a:lnTo>
                    <a:pt x="398779" y="506856"/>
                  </a:lnTo>
                  <a:lnTo>
                    <a:pt x="436879" y="506856"/>
                  </a:lnTo>
                  <a:lnTo>
                    <a:pt x="462279" y="494156"/>
                  </a:lnTo>
                  <a:lnTo>
                    <a:pt x="436879" y="481456"/>
                  </a:lnTo>
                  <a:close/>
                </a:path>
                <a:path w="462280" h="532764">
                  <a:moveTo>
                    <a:pt x="262890" y="481456"/>
                  </a:moveTo>
                  <a:lnTo>
                    <a:pt x="250190" y="481456"/>
                  </a:lnTo>
                  <a:lnTo>
                    <a:pt x="262890" y="494156"/>
                  </a:lnTo>
                  <a:lnTo>
                    <a:pt x="262890" y="481456"/>
                  </a:lnTo>
                  <a:close/>
                </a:path>
                <a:path w="462280" h="532764">
                  <a:moveTo>
                    <a:pt x="386079" y="481456"/>
                  </a:moveTo>
                  <a:lnTo>
                    <a:pt x="262890" y="481456"/>
                  </a:lnTo>
                  <a:lnTo>
                    <a:pt x="262890" y="494156"/>
                  </a:lnTo>
                  <a:lnTo>
                    <a:pt x="386079" y="494156"/>
                  </a:lnTo>
                  <a:lnTo>
                    <a:pt x="386079" y="481456"/>
                  </a:lnTo>
                  <a:close/>
                </a:path>
                <a:path w="462280" h="532764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3643" y="50800"/>
                  </a:lnTo>
                  <a:lnTo>
                    <a:pt x="38100" y="50800"/>
                  </a:lnTo>
                  <a:lnTo>
                    <a:pt x="38100" y="25400"/>
                  </a:lnTo>
                  <a:lnTo>
                    <a:pt x="73634" y="25400"/>
                  </a:lnTo>
                  <a:lnTo>
                    <a:pt x="73211" y="23306"/>
                  </a:lnTo>
                  <a:lnTo>
                    <a:pt x="65055" y="11191"/>
                  </a:lnTo>
                  <a:lnTo>
                    <a:pt x="52947" y="3006"/>
                  </a:lnTo>
                  <a:lnTo>
                    <a:pt x="38100" y="0"/>
                  </a:lnTo>
                  <a:close/>
                </a:path>
                <a:path w="462280" h="532764">
                  <a:moveTo>
                    <a:pt x="73634" y="25400"/>
                  </a:moveTo>
                  <a:lnTo>
                    <a:pt x="38100" y="25400"/>
                  </a:lnTo>
                  <a:lnTo>
                    <a:pt x="38100" y="50800"/>
                  </a:lnTo>
                  <a:lnTo>
                    <a:pt x="73643" y="50800"/>
                  </a:lnTo>
                  <a:lnTo>
                    <a:pt x="76200" y="38100"/>
                  </a:lnTo>
                  <a:lnTo>
                    <a:pt x="73634" y="25400"/>
                  </a:lnTo>
                  <a:close/>
                </a:path>
                <a:path w="462280" h="532764">
                  <a:moveTo>
                    <a:pt x="257175" y="25400"/>
                  </a:moveTo>
                  <a:lnTo>
                    <a:pt x="73634" y="25400"/>
                  </a:lnTo>
                  <a:lnTo>
                    <a:pt x="76200" y="38100"/>
                  </a:lnTo>
                  <a:lnTo>
                    <a:pt x="73643" y="50800"/>
                  </a:lnTo>
                  <a:lnTo>
                    <a:pt x="237490" y="50800"/>
                  </a:lnTo>
                  <a:lnTo>
                    <a:pt x="237490" y="38100"/>
                  </a:lnTo>
                  <a:lnTo>
                    <a:pt x="262890" y="38100"/>
                  </a:lnTo>
                  <a:lnTo>
                    <a:pt x="262890" y="31114"/>
                  </a:lnTo>
                  <a:lnTo>
                    <a:pt x="257175" y="25400"/>
                  </a:lnTo>
                  <a:close/>
                </a:path>
                <a:path w="462280" h="532764">
                  <a:moveTo>
                    <a:pt x="262890" y="38100"/>
                  </a:moveTo>
                  <a:lnTo>
                    <a:pt x="237490" y="38100"/>
                  </a:lnTo>
                  <a:lnTo>
                    <a:pt x="250190" y="50800"/>
                  </a:lnTo>
                  <a:lnTo>
                    <a:pt x="262890" y="50800"/>
                  </a:lnTo>
                  <a:lnTo>
                    <a:pt x="262890" y="381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1" name="object 11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3711428" y="4965192"/>
              <a:ext cx="618731" cy="3395472"/>
            </a:xfrm>
            <a:prstGeom prst="rect">
              <a:avLst/>
            </a:prstGeom>
          </p:spPr>
        </p:pic>
        <p:sp>
          <p:nvSpPr>
            <p:cNvPr id="112" name="object 112"/>
            <p:cNvSpPr/>
            <p:nvPr/>
          </p:nvSpPr>
          <p:spPr>
            <a:xfrm>
              <a:off x="13753719" y="4987544"/>
              <a:ext cx="462280" cy="3275965"/>
            </a:xfrm>
            <a:custGeom>
              <a:avLst/>
              <a:gdLst/>
              <a:ahLst/>
              <a:cxnLst/>
              <a:rect l="l" t="t" r="r" b="b"/>
              <a:pathLst>
                <a:path w="462280" h="3275965">
                  <a:moveTo>
                    <a:pt x="386079" y="3199510"/>
                  </a:moveTo>
                  <a:lnTo>
                    <a:pt x="386079" y="3275710"/>
                  </a:lnTo>
                  <a:lnTo>
                    <a:pt x="436879" y="3250310"/>
                  </a:lnTo>
                  <a:lnTo>
                    <a:pt x="398779" y="3250310"/>
                  </a:lnTo>
                  <a:lnTo>
                    <a:pt x="398779" y="3224910"/>
                  </a:lnTo>
                  <a:lnTo>
                    <a:pt x="436879" y="3224910"/>
                  </a:lnTo>
                  <a:lnTo>
                    <a:pt x="386079" y="3199510"/>
                  </a:lnTo>
                  <a:close/>
                </a:path>
                <a:path w="462280" h="3275965">
                  <a:moveTo>
                    <a:pt x="237490" y="38100"/>
                  </a:moveTo>
                  <a:lnTo>
                    <a:pt x="237490" y="3244722"/>
                  </a:lnTo>
                  <a:lnTo>
                    <a:pt x="243077" y="3250310"/>
                  </a:lnTo>
                  <a:lnTo>
                    <a:pt x="386079" y="3250310"/>
                  </a:lnTo>
                  <a:lnTo>
                    <a:pt x="386079" y="3237610"/>
                  </a:lnTo>
                  <a:lnTo>
                    <a:pt x="262890" y="3237610"/>
                  </a:lnTo>
                  <a:lnTo>
                    <a:pt x="250190" y="3224910"/>
                  </a:lnTo>
                  <a:lnTo>
                    <a:pt x="262890" y="3224910"/>
                  </a:lnTo>
                  <a:lnTo>
                    <a:pt x="262890" y="50800"/>
                  </a:lnTo>
                  <a:lnTo>
                    <a:pt x="250190" y="50800"/>
                  </a:lnTo>
                  <a:lnTo>
                    <a:pt x="237490" y="38100"/>
                  </a:lnTo>
                  <a:close/>
                </a:path>
                <a:path w="462280" h="3275965">
                  <a:moveTo>
                    <a:pt x="436879" y="3224910"/>
                  </a:moveTo>
                  <a:lnTo>
                    <a:pt x="398779" y="3224910"/>
                  </a:lnTo>
                  <a:lnTo>
                    <a:pt x="398779" y="3250310"/>
                  </a:lnTo>
                  <a:lnTo>
                    <a:pt x="436879" y="3250310"/>
                  </a:lnTo>
                  <a:lnTo>
                    <a:pt x="462279" y="3237610"/>
                  </a:lnTo>
                  <a:lnTo>
                    <a:pt x="436879" y="3224910"/>
                  </a:lnTo>
                  <a:close/>
                </a:path>
                <a:path w="462280" h="3275965">
                  <a:moveTo>
                    <a:pt x="262890" y="3224910"/>
                  </a:moveTo>
                  <a:lnTo>
                    <a:pt x="250190" y="3224910"/>
                  </a:lnTo>
                  <a:lnTo>
                    <a:pt x="262890" y="3237610"/>
                  </a:lnTo>
                  <a:lnTo>
                    <a:pt x="262890" y="3224910"/>
                  </a:lnTo>
                  <a:close/>
                </a:path>
                <a:path w="462280" h="3275965">
                  <a:moveTo>
                    <a:pt x="386079" y="3224910"/>
                  </a:moveTo>
                  <a:lnTo>
                    <a:pt x="262890" y="3224910"/>
                  </a:lnTo>
                  <a:lnTo>
                    <a:pt x="262890" y="3237610"/>
                  </a:lnTo>
                  <a:lnTo>
                    <a:pt x="386079" y="3237610"/>
                  </a:lnTo>
                  <a:lnTo>
                    <a:pt x="386079" y="3224910"/>
                  </a:lnTo>
                  <a:close/>
                </a:path>
                <a:path w="462280" h="3275965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3643" y="50800"/>
                  </a:lnTo>
                  <a:lnTo>
                    <a:pt x="38100" y="50800"/>
                  </a:lnTo>
                  <a:lnTo>
                    <a:pt x="38100" y="25400"/>
                  </a:lnTo>
                  <a:lnTo>
                    <a:pt x="73634" y="25400"/>
                  </a:lnTo>
                  <a:lnTo>
                    <a:pt x="73211" y="23306"/>
                  </a:lnTo>
                  <a:lnTo>
                    <a:pt x="65055" y="11191"/>
                  </a:lnTo>
                  <a:lnTo>
                    <a:pt x="52947" y="3006"/>
                  </a:lnTo>
                  <a:lnTo>
                    <a:pt x="38100" y="0"/>
                  </a:lnTo>
                  <a:close/>
                </a:path>
                <a:path w="462280" h="3275965">
                  <a:moveTo>
                    <a:pt x="73634" y="25400"/>
                  </a:moveTo>
                  <a:lnTo>
                    <a:pt x="38100" y="25400"/>
                  </a:lnTo>
                  <a:lnTo>
                    <a:pt x="38100" y="50800"/>
                  </a:lnTo>
                  <a:lnTo>
                    <a:pt x="73643" y="50800"/>
                  </a:lnTo>
                  <a:lnTo>
                    <a:pt x="76200" y="38100"/>
                  </a:lnTo>
                  <a:lnTo>
                    <a:pt x="73634" y="25400"/>
                  </a:lnTo>
                  <a:close/>
                </a:path>
                <a:path w="462280" h="3275965">
                  <a:moveTo>
                    <a:pt x="257175" y="25400"/>
                  </a:moveTo>
                  <a:lnTo>
                    <a:pt x="73634" y="25400"/>
                  </a:lnTo>
                  <a:lnTo>
                    <a:pt x="76200" y="38100"/>
                  </a:lnTo>
                  <a:lnTo>
                    <a:pt x="73643" y="50800"/>
                  </a:lnTo>
                  <a:lnTo>
                    <a:pt x="237490" y="50800"/>
                  </a:lnTo>
                  <a:lnTo>
                    <a:pt x="237490" y="38100"/>
                  </a:lnTo>
                  <a:lnTo>
                    <a:pt x="262890" y="38100"/>
                  </a:lnTo>
                  <a:lnTo>
                    <a:pt x="262890" y="31114"/>
                  </a:lnTo>
                  <a:lnTo>
                    <a:pt x="257175" y="25400"/>
                  </a:lnTo>
                  <a:close/>
                </a:path>
                <a:path w="462280" h="3275965">
                  <a:moveTo>
                    <a:pt x="262890" y="38100"/>
                  </a:moveTo>
                  <a:lnTo>
                    <a:pt x="237490" y="38100"/>
                  </a:lnTo>
                  <a:lnTo>
                    <a:pt x="250190" y="50800"/>
                  </a:lnTo>
                  <a:lnTo>
                    <a:pt x="262890" y="50800"/>
                  </a:lnTo>
                  <a:lnTo>
                    <a:pt x="262890" y="381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3" name="object 11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915156" y="4904232"/>
              <a:ext cx="653796" cy="608076"/>
            </a:xfrm>
            <a:prstGeom prst="rect">
              <a:avLst/>
            </a:prstGeom>
          </p:spPr>
        </p:pic>
        <p:sp>
          <p:nvSpPr>
            <p:cNvPr id="114" name="object 114"/>
            <p:cNvSpPr/>
            <p:nvPr/>
          </p:nvSpPr>
          <p:spPr>
            <a:xfrm>
              <a:off x="3957447" y="4926965"/>
              <a:ext cx="497205" cy="488315"/>
            </a:xfrm>
            <a:custGeom>
              <a:avLst/>
              <a:gdLst/>
              <a:ahLst/>
              <a:cxnLst/>
              <a:rect l="l" t="t" r="r" b="b"/>
              <a:pathLst>
                <a:path w="497204" h="488314">
                  <a:moveTo>
                    <a:pt x="420877" y="411988"/>
                  </a:moveTo>
                  <a:lnTo>
                    <a:pt x="420877" y="488188"/>
                  </a:lnTo>
                  <a:lnTo>
                    <a:pt x="471677" y="462788"/>
                  </a:lnTo>
                  <a:lnTo>
                    <a:pt x="433577" y="462788"/>
                  </a:lnTo>
                  <a:lnTo>
                    <a:pt x="433577" y="437388"/>
                  </a:lnTo>
                  <a:lnTo>
                    <a:pt x="471677" y="437388"/>
                  </a:lnTo>
                  <a:lnTo>
                    <a:pt x="420877" y="411988"/>
                  </a:lnTo>
                  <a:close/>
                </a:path>
                <a:path w="497204" h="488314">
                  <a:moveTo>
                    <a:pt x="254888" y="38100"/>
                  </a:moveTo>
                  <a:lnTo>
                    <a:pt x="254888" y="457073"/>
                  </a:lnTo>
                  <a:lnTo>
                    <a:pt x="260603" y="462788"/>
                  </a:lnTo>
                  <a:lnTo>
                    <a:pt x="420877" y="462788"/>
                  </a:lnTo>
                  <a:lnTo>
                    <a:pt x="420877" y="450088"/>
                  </a:lnTo>
                  <a:lnTo>
                    <a:pt x="280288" y="450088"/>
                  </a:lnTo>
                  <a:lnTo>
                    <a:pt x="267588" y="437388"/>
                  </a:lnTo>
                  <a:lnTo>
                    <a:pt x="280288" y="437388"/>
                  </a:lnTo>
                  <a:lnTo>
                    <a:pt x="280288" y="50800"/>
                  </a:lnTo>
                  <a:lnTo>
                    <a:pt x="267588" y="50800"/>
                  </a:lnTo>
                  <a:lnTo>
                    <a:pt x="254888" y="38100"/>
                  </a:lnTo>
                  <a:close/>
                </a:path>
                <a:path w="497204" h="488314">
                  <a:moveTo>
                    <a:pt x="471677" y="437388"/>
                  </a:moveTo>
                  <a:lnTo>
                    <a:pt x="433577" y="437388"/>
                  </a:lnTo>
                  <a:lnTo>
                    <a:pt x="433577" y="462788"/>
                  </a:lnTo>
                  <a:lnTo>
                    <a:pt x="471677" y="462788"/>
                  </a:lnTo>
                  <a:lnTo>
                    <a:pt x="497077" y="450088"/>
                  </a:lnTo>
                  <a:lnTo>
                    <a:pt x="471677" y="437388"/>
                  </a:lnTo>
                  <a:close/>
                </a:path>
                <a:path w="497204" h="488314">
                  <a:moveTo>
                    <a:pt x="280288" y="437388"/>
                  </a:moveTo>
                  <a:lnTo>
                    <a:pt x="267588" y="437388"/>
                  </a:lnTo>
                  <a:lnTo>
                    <a:pt x="280288" y="450088"/>
                  </a:lnTo>
                  <a:lnTo>
                    <a:pt x="280288" y="437388"/>
                  </a:lnTo>
                  <a:close/>
                </a:path>
                <a:path w="497204" h="488314">
                  <a:moveTo>
                    <a:pt x="420877" y="437388"/>
                  </a:moveTo>
                  <a:lnTo>
                    <a:pt x="280288" y="437388"/>
                  </a:lnTo>
                  <a:lnTo>
                    <a:pt x="280288" y="450088"/>
                  </a:lnTo>
                  <a:lnTo>
                    <a:pt x="420877" y="450088"/>
                  </a:lnTo>
                  <a:lnTo>
                    <a:pt x="420877" y="437388"/>
                  </a:lnTo>
                  <a:close/>
                </a:path>
                <a:path w="497204" h="488314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3643" y="50800"/>
                  </a:lnTo>
                  <a:lnTo>
                    <a:pt x="38100" y="50800"/>
                  </a:lnTo>
                  <a:lnTo>
                    <a:pt x="38100" y="25400"/>
                  </a:lnTo>
                  <a:lnTo>
                    <a:pt x="73634" y="25400"/>
                  </a:lnTo>
                  <a:lnTo>
                    <a:pt x="73211" y="23306"/>
                  </a:lnTo>
                  <a:lnTo>
                    <a:pt x="65055" y="11191"/>
                  </a:lnTo>
                  <a:lnTo>
                    <a:pt x="52947" y="3006"/>
                  </a:lnTo>
                  <a:lnTo>
                    <a:pt x="38100" y="0"/>
                  </a:lnTo>
                  <a:close/>
                </a:path>
                <a:path w="497204" h="488314">
                  <a:moveTo>
                    <a:pt x="73634" y="25400"/>
                  </a:moveTo>
                  <a:lnTo>
                    <a:pt x="38100" y="25400"/>
                  </a:lnTo>
                  <a:lnTo>
                    <a:pt x="38100" y="50800"/>
                  </a:lnTo>
                  <a:lnTo>
                    <a:pt x="73643" y="50800"/>
                  </a:lnTo>
                  <a:lnTo>
                    <a:pt x="76200" y="38100"/>
                  </a:lnTo>
                  <a:lnTo>
                    <a:pt x="73634" y="25400"/>
                  </a:lnTo>
                  <a:close/>
                </a:path>
                <a:path w="497204" h="488314">
                  <a:moveTo>
                    <a:pt x="274574" y="25400"/>
                  </a:moveTo>
                  <a:lnTo>
                    <a:pt x="73634" y="25400"/>
                  </a:lnTo>
                  <a:lnTo>
                    <a:pt x="76200" y="38100"/>
                  </a:lnTo>
                  <a:lnTo>
                    <a:pt x="73643" y="50800"/>
                  </a:lnTo>
                  <a:lnTo>
                    <a:pt x="254888" y="50800"/>
                  </a:lnTo>
                  <a:lnTo>
                    <a:pt x="254888" y="38100"/>
                  </a:lnTo>
                  <a:lnTo>
                    <a:pt x="280288" y="38100"/>
                  </a:lnTo>
                  <a:lnTo>
                    <a:pt x="280288" y="31114"/>
                  </a:lnTo>
                  <a:lnTo>
                    <a:pt x="274574" y="25400"/>
                  </a:lnTo>
                  <a:close/>
                </a:path>
                <a:path w="497204" h="488314">
                  <a:moveTo>
                    <a:pt x="280288" y="38100"/>
                  </a:moveTo>
                  <a:lnTo>
                    <a:pt x="254888" y="38100"/>
                  </a:lnTo>
                  <a:lnTo>
                    <a:pt x="267588" y="50800"/>
                  </a:lnTo>
                  <a:lnTo>
                    <a:pt x="280288" y="50800"/>
                  </a:lnTo>
                  <a:lnTo>
                    <a:pt x="280288" y="381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5" name="object 11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915156" y="5277612"/>
              <a:ext cx="653796" cy="1749552"/>
            </a:xfrm>
            <a:prstGeom prst="rect">
              <a:avLst/>
            </a:prstGeom>
          </p:spPr>
        </p:pic>
        <p:sp>
          <p:nvSpPr>
            <p:cNvPr id="116" name="object 116"/>
            <p:cNvSpPr/>
            <p:nvPr/>
          </p:nvSpPr>
          <p:spPr>
            <a:xfrm>
              <a:off x="3957447" y="5338953"/>
              <a:ext cx="497205" cy="1630680"/>
            </a:xfrm>
            <a:custGeom>
              <a:avLst/>
              <a:gdLst/>
              <a:ahLst/>
              <a:cxnLst/>
              <a:rect l="l" t="t" r="r" b="b"/>
              <a:pathLst>
                <a:path w="497204" h="1630679">
                  <a:moveTo>
                    <a:pt x="38100" y="1553972"/>
                  </a:moveTo>
                  <a:lnTo>
                    <a:pt x="23252" y="1556978"/>
                  </a:lnTo>
                  <a:lnTo>
                    <a:pt x="11144" y="1565163"/>
                  </a:lnTo>
                  <a:lnTo>
                    <a:pt x="2988" y="1577278"/>
                  </a:lnTo>
                  <a:lnTo>
                    <a:pt x="0" y="1592072"/>
                  </a:lnTo>
                  <a:lnTo>
                    <a:pt x="2988" y="1606919"/>
                  </a:lnTo>
                  <a:lnTo>
                    <a:pt x="11144" y="1619027"/>
                  </a:lnTo>
                  <a:lnTo>
                    <a:pt x="23252" y="1627183"/>
                  </a:lnTo>
                  <a:lnTo>
                    <a:pt x="38100" y="1630172"/>
                  </a:lnTo>
                  <a:lnTo>
                    <a:pt x="52947" y="1627183"/>
                  </a:lnTo>
                  <a:lnTo>
                    <a:pt x="65055" y="1619027"/>
                  </a:lnTo>
                  <a:lnTo>
                    <a:pt x="73211" y="1606919"/>
                  </a:lnTo>
                  <a:lnTo>
                    <a:pt x="73643" y="1604772"/>
                  </a:lnTo>
                  <a:lnTo>
                    <a:pt x="38100" y="1604772"/>
                  </a:lnTo>
                  <a:lnTo>
                    <a:pt x="38100" y="1579372"/>
                  </a:lnTo>
                  <a:lnTo>
                    <a:pt x="73634" y="1579372"/>
                  </a:lnTo>
                  <a:lnTo>
                    <a:pt x="73211" y="1577278"/>
                  </a:lnTo>
                  <a:lnTo>
                    <a:pt x="65055" y="1565163"/>
                  </a:lnTo>
                  <a:lnTo>
                    <a:pt x="52947" y="1556978"/>
                  </a:lnTo>
                  <a:lnTo>
                    <a:pt x="38100" y="1553972"/>
                  </a:lnTo>
                  <a:close/>
                </a:path>
                <a:path w="497204" h="1630679">
                  <a:moveTo>
                    <a:pt x="73634" y="1579372"/>
                  </a:moveTo>
                  <a:lnTo>
                    <a:pt x="38100" y="1579372"/>
                  </a:lnTo>
                  <a:lnTo>
                    <a:pt x="38100" y="1604772"/>
                  </a:lnTo>
                  <a:lnTo>
                    <a:pt x="73643" y="1604772"/>
                  </a:lnTo>
                  <a:lnTo>
                    <a:pt x="76200" y="1592072"/>
                  </a:lnTo>
                  <a:lnTo>
                    <a:pt x="73634" y="1579372"/>
                  </a:lnTo>
                  <a:close/>
                </a:path>
                <a:path w="497204" h="1630679">
                  <a:moveTo>
                    <a:pt x="254888" y="1579372"/>
                  </a:moveTo>
                  <a:lnTo>
                    <a:pt x="73634" y="1579372"/>
                  </a:lnTo>
                  <a:lnTo>
                    <a:pt x="76200" y="1592072"/>
                  </a:lnTo>
                  <a:lnTo>
                    <a:pt x="73643" y="1604772"/>
                  </a:lnTo>
                  <a:lnTo>
                    <a:pt x="274574" y="1604772"/>
                  </a:lnTo>
                  <a:lnTo>
                    <a:pt x="280288" y="1599057"/>
                  </a:lnTo>
                  <a:lnTo>
                    <a:pt x="280288" y="1592072"/>
                  </a:lnTo>
                  <a:lnTo>
                    <a:pt x="254888" y="1592072"/>
                  </a:lnTo>
                  <a:lnTo>
                    <a:pt x="254888" y="1579372"/>
                  </a:lnTo>
                  <a:close/>
                </a:path>
                <a:path w="497204" h="1630679">
                  <a:moveTo>
                    <a:pt x="420877" y="25400"/>
                  </a:moveTo>
                  <a:lnTo>
                    <a:pt x="260603" y="25400"/>
                  </a:lnTo>
                  <a:lnTo>
                    <a:pt x="254888" y="31114"/>
                  </a:lnTo>
                  <a:lnTo>
                    <a:pt x="254888" y="1592072"/>
                  </a:lnTo>
                  <a:lnTo>
                    <a:pt x="267588" y="1579372"/>
                  </a:lnTo>
                  <a:lnTo>
                    <a:pt x="280288" y="1579372"/>
                  </a:lnTo>
                  <a:lnTo>
                    <a:pt x="280288" y="50800"/>
                  </a:lnTo>
                  <a:lnTo>
                    <a:pt x="267588" y="50800"/>
                  </a:lnTo>
                  <a:lnTo>
                    <a:pt x="280288" y="38100"/>
                  </a:lnTo>
                  <a:lnTo>
                    <a:pt x="420877" y="38100"/>
                  </a:lnTo>
                  <a:lnTo>
                    <a:pt x="420877" y="25400"/>
                  </a:lnTo>
                  <a:close/>
                </a:path>
                <a:path w="497204" h="1630679">
                  <a:moveTo>
                    <a:pt x="280288" y="1579372"/>
                  </a:moveTo>
                  <a:lnTo>
                    <a:pt x="267588" y="1579372"/>
                  </a:lnTo>
                  <a:lnTo>
                    <a:pt x="254888" y="1592072"/>
                  </a:lnTo>
                  <a:lnTo>
                    <a:pt x="280288" y="1592072"/>
                  </a:lnTo>
                  <a:lnTo>
                    <a:pt x="280288" y="1579372"/>
                  </a:lnTo>
                  <a:close/>
                </a:path>
                <a:path w="497204" h="1630679">
                  <a:moveTo>
                    <a:pt x="420877" y="0"/>
                  </a:moveTo>
                  <a:lnTo>
                    <a:pt x="420877" y="76200"/>
                  </a:lnTo>
                  <a:lnTo>
                    <a:pt x="471677" y="50800"/>
                  </a:lnTo>
                  <a:lnTo>
                    <a:pt x="433577" y="50800"/>
                  </a:lnTo>
                  <a:lnTo>
                    <a:pt x="433577" y="25400"/>
                  </a:lnTo>
                  <a:lnTo>
                    <a:pt x="471677" y="25400"/>
                  </a:lnTo>
                  <a:lnTo>
                    <a:pt x="420877" y="0"/>
                  </a:lnTo>
                  <a:close/>
                </a:path>
                <a:path w="497204" h="1630679">
                  <a:moveTo>
                    <a:pt x="280288" y="38100"/>
                  </a:moveTo>
                  <a:lnTo>
                    <a:pt x="267588" y="50800"/>
                  </a:lnTo>
                  <a:lnTo>
                    <a:pt x="280288" y="50800"/>
                  </a:lnTo>
                  <a:lnTo>
                    <a:pt x="280288" y="38100"/>
                  </a:lnTo>
                  <a:close/>
                </a:path>
                <a:path w="497204" h="1630679">
                  <a:moveTo>
                    <a:pt x="420877" y="38100"/>
                  </a:moveTo>
                  <a:lnTo>
                    <a:pt x="280288" y="38100"/>
                  </a:lnTo>
                  <a:lnTo>
                    <a:pt x="280288" y="50800"/>
                  </a:lnTo>
                  <a:lnTo>
                    <a:pt x="420877" y="50800"/>
                  </a:lnTo>
                  <a:lnTo>
                    <a:pt x="420877" y="38100"/>
                  </a:lnTo>
                  <a:close/>
                </a:path>
                <a:path w="497204" h="1630679">
                  <a:moveTo>
                    <a:pt x="471677" y="25400"/>
                  </a:moveTo>
                  <a:lnTo>
                    <a:pt x="433577" y="25400"/>
                  </a:lnTo>
                  <a:lnTo>
                    <a:pt x="433577" y="50800"/>
                  </a:lnTo>
                  <a:lnTo>
                    <a:pt x="471677" y="50800"/>
                  </a:lnTo>
                  <a:lnTo>
                    <a:pt x="497077" y="38100"/>
                  </a:lnTo>
                  <a:lnTo>
                    <a:pt x="471677" y="254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7" name="object 11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902964" y="5277612"/>
              <a:ext cx="665962" cy="3171444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3946017" y="5338953"/>
              <a:ext cx="508634" cy="3052445"/>
            </a:xfrm>
            <a:custGeom>
              <a:avLst/>
              <a:gdLst/>
              <a:ahLst/>
              <a:cxnLst/>
              <a:rect l="l" t="t" r="r" b="b"/>
              <a:pathLst>
                <a:path w="508635" h="3052445">
                  <a:moveTo>
                    <a:pt x="38100" y="2975991"/>
                  </a:moveTo>
                  <a:lnTo>
                    <a:pt x="23252" y="2978979"/>
                  </a:lnTo>
                  <a:lnTo>
                    <a:pt x="11144" y="2987135"/>
                  </a:lnTo>
                  <a:lnTo>
                    <a:pt x="2988" y="2999243"/>
                  </a:lnTo>
                  <a:lnTo>
                    <a:pt x="0" y="3014091"/>
                  </a:lnTo>
                  <a:lnTo>
                    <a:pt x="2988" y="3028938"/>
                  </a:lnTo>
                  <a:lnTo>
                    <a:pt x="11144" y="3041046"/>
                  </a:lnTo>
                  <a:lnTo>
                    <a:pt x="23252" y="3049202"/>
                  </a:lnTo>
                  <a:lnTo>
                    <a:pt x="38100" y="3052191"/>
                  </a:lnTo>
                  <a:lnTo>
                    <a:pt x="52947" y="3049202"/>
                  </a:lnTo>
                  <a:lnTo>
                    <a:pt x="65055" y="3041046"/>
                  </a:lnTo>
                  <a:lnTo>
                    <a:pt x="73211" y="3028938"/>
                  </a:lnTo>
                  <a:lnTo>
                    <a:pt x="73643" y="3026791"/>
                  </a:lnTo>
                  <a:lnTo>
                    <a:pt x="38100" y="3026791"/>
                  </a:lnTo>
                  <a:lnTo>
                    <a:pt x="38100" y="3001391"/>
                  </a:lnTo>
                  <a:lnTo>
                    <a:pt x="73643" y="3001391"/>
                  </a:lnTo>
                  <a:lnTo>
                    <a:pt x="73211" y="2999243"/>
                  </a:lnTo>
                  <a:lnTo>
                    <a:pt x="65055" y="2987135"/>
                  </a:lnTo>
                  <a:lnTo>
                    <a:pt x="52947" y="2978979"/>
                  </a:lnTo>
                  <a:lnTo>
                    <a:pt x="38100" y="2975991"/>
                  </a:lnTo>
                  <a:close/>
                </a:path>
                <a:path w="508635" h="3052445">
                  <a:moveTo>
                    <a:pt x="73643" y="3001391"/>
                  </a:moveTo>
                  <a:lnTo>
                    <a:pt x="38100" y="3001391"/>
                  </a:lnTo>
                  <a:lnTo>
                    <a:pt x="38100" y="3026791"/>
                  </a:lnTo>
                  <a:lnTo>
                    <a:pt x="73643" y="3026791"/>
                  </a:lnTo>
                  <a:lnTo>
                    <a:pt x="76200" y="3014091"/>
                  </a:lnTo>
                  <a:lnTo>
                    <a:pt x="73643" y="3001391"/>
                  </a:lnTo>
                  <a:close/>
                </a:path>
                <a:path w="508635" h="3052445">
                  <a:moveTo>
                    <a:pt x="260604" y="3001391"/>
                  </a:moveTo>
                  <a:lnTo>
                    <a:pt x="73643" y="3001391"/>
                  </a:lnTo>
                  <a:lnTo>
                    <a:pt x="76200" y="3014091"/>
                  </a:lnTo>
                  <a:lnTo>
                    <a:pt x="73643" y="3026791"/>
                  </a:lnTo>
                  <a:lnTo>
                    <a:pt x="280288" y="3026791"/>
                  </a:lnTo>
                  <a:lnTo>
                    <a:pt x="286004" y="3021076"/>
                  </a:lnTo>
                  <a:lnTo>
                    <a:pt x="286004" y="3014091"/>
                  </a:lnTo>
                  <a:lnTo>
                    <a:pt x="260604" y="3014091"/>
                  </a:lnTo>
                  <a:lnTo>
                    <a:pt x="260604" y="3001391"/>
                  </a:lnTo>
                  <a:close/>
                </a:path>
                <a:path w="508635" h="3052445">
                  <a:moveTo>
                    <a:pt x="432308" y="25400"/>
                  </a:moveTo>
                  <a:lnTo>
                    <a:pt x="266319" y="25400"/>
                  </a:lnTo>
                  <a:lnTo>
                    <a:pt x="260604" y="31114"/>
                  </a:lnTo>
                  <a:lnTo>
                    <a:pt x="260604" y="3014091"/>
                  </a:lnTo>
                  <a:lnTo>
                    <a:pt x="273303" y="3001391"/>
                  </a:lnTo>
                  <a:lnTo>
                    <a:pt x="286004" y="3001391"/>
                  </a:lnTo>
                  <a:lnTo>
                    <a:pt x="286004" y="50800"/>
                  </a:lnTo>
                  <a:lnTo>
                    <a:pt x="273304" y="50800"/>
                  </a:lnTo>
                  <a:lnTo>
                    <a:pt x="286004" y="38100"/>
                  </a:lnTo>
                  <a:lnTo>
                    <a:pt x="432308" y="38100"/>
                  </a:lnTo>
                  <a:lnTo>
                    <a:pt x="432308" y="25400"/>
                  </a:lnTo>
                  <a:close/>
                </a:path>
                <a:path w="508635" h="3052445">
                  <a:moveTo>
                    <a:pt x="286004" y="3001391"/>
                  </a:moveTo>
                  <a:lnTo>
                    <a:pt x="273303" y="3001391"/>
                  </a:lnTo>
                  <a:lnTo>
                    <a:pt x="260604" y="3014091"/>
                  </a:lnTo>
                  <a:lnTo>
                    <a:pt x="286004" y="3014091"/>
                  </a:lnTo>
                  <a:lnTo>
                    <a:pt x="286004" y="3001391"/>
                  </a:lnTo>
                  <a:close/>
                </a:path>
                <a:path w="508635" h="3052445">
                  <a:moveTo>
                    <a:pt x="432308" y="0"/>
                  </a:moveTo>
                  <a:lnTo>
                    <a:pt x="432308" y="76200"/>
                  </a:lnTo>
                  <a:lnTo>
                    <a:pt x="483108" y="50800"/>
                  </a:lnTo>
                  <a:lnTo>
                    <a:pt x="445008" y="50800"/>
                  </a:lnTo>
                  <a:lnTo>
                    <a:pt x="445008" y="25400"/>
                  </a:lnTo>
                  <a:lnTo>
                    <a:pt x="483108" y="25400"/>
                  </a:lnTo>
                  <a:lnTo>
                    <a:pt x="432308" y="0"/>
                  </a:lnTo>
                  <a:close/>
                </a:path>
                <a:path w="508635" h="3052445">
                  <a:moveTo>
                    <a:pt x="286004" y="38100"/>
                  </a:moveTo>
                  <a:lnTo>
                    <a:pt x="273304" y="50800"/>
                  </a:lnTo>
                  <a:lnTo>
                    <a:pt x="286004" y="50800"/>
                  </a:lnTo>
                  <a:lnTo>
                    <a:pt x="286004" y="38100"/>
                  </a:lnTo>
                  <a:close/>
                </a:path>
                <a:path w="508635" h="3052445">
                  <a:moveTo>
                    <a:pt x="432308" y="38100"/>
                  </a:moveTo>
                  <a:lnTo>
                    <a:pt x="286004" y="38100"/>
                  </a:lnTo>
                  <a:lnTo>
                    <a:pt x="286004" y="50800"/>
                  </a:lnTo>
                  <a:lnTo>
                    <a:pt x="432308" y="50800"/>
                  </a:lnTo>
                  <a:lnTo>
                    <a:pt x="432308" y="38100"/>
                  </a:lnTo>
                  <a:close/>
                </a:path>
                <a:path w="508635" h="3052445">
                  <a:moveTo>
                    <a:pt x="483108" y="25400"/>
                  </a:moveTo>
                  <a:lnTo>
                    <a:pt x="445008" y="25400"/>
                  </a:lnTo>
                  <a:lnTo>
                    <a:pt x="445008" y="50800"/>
                  </a:lnTo>
                  <a:lnTo>
                    <a:pt x="483108" y="50800"/>
                  </a:lnTo>
                  <a:lnTo>
                    <a:pt x="508508" y="38100"/>
                  </a:lnTo>
                  <a:lnTo>
                    <a:pt x="483108" y="254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3946017" y="8884411"/>
              <a:ext cx="4085590" cy="83820"/>
            </a:xfrm>
            <a:custGeom>
              <a:avLst/>
              <a:gdLst/>
              <a:ahLst/>
              <a:cxnLst/>
              <a:rect l="l" t="t" r="r" b="b"/>
              <a:pathLst>
                <a:path w="4085590" h="83820">
                  <a:moveTo>
                    <a:pt x="38100" y="7239"/>
                  </a:moveTo>
                  <a:lnTo>
                    <a:pt x="23252" y="10227"/>
                  </a:lnTo>
                  <a:lnTo>
                    <a:pt x="11144" y="18383"/>
                  </a:lnTo>
                  <a:lnTo>
                    <a:pt x="2988" y="30491"/>
                  </a:lnTo>
                  <a:lnTo>
                    <a:pt x="0" y="45339"/>
                  </a:lnTo>
                  <a:lnTo>
                    <a:pt x="2988" y="60186"/>
                  </a:lnTo>
                  <a:lnTo>
                    <a:pt x="11144" y="72294"/>
                  </a:lnTo>
                  <a:lnTo>
                    <a:pt x="23252" y="80450"/>
                  </a:lnTo>
                  <a:lnTo>
                    <a:pt x="38100" y="83439"/>
                  </a:lnTo>
                  <a:lnTo>
                    <a:pt x="52947" y="80450"/>
                  </a:lnTo>
                  <a:lnTo>
                    <a:pt x="65055" y="72294"/>
                  </a:lnTo>
                  <a:lnTo>
                    <a:pt x="73211" y="60186"/>
                  </a:lnTo>
                  <a:lnTo>
                    <a:pt x="75228" y="50165"/>
                  </a:lnTo>
                  <a:lnTo>
                    <a:pt x="38100" y="50165"/>
                  </a:lnTo>
                  <a:lnTo>
                    <a:pt x="38100" y="40640"/>
                  </a:lnTo>
                  <a:lnTo>
                    <a:pt x="75254" y="40640"/>
                  </a:lnTo>
                  <a:lnTo>
                    <a:pt x="73211" y="30491"/>
                  </a:lnTo>
                  <a:lnTo>
                    <a:pt x="65055" y="18383"/>
                  </a:lnTo>
                  <a:lnTo>
                    <a:pt x="52947" y="10227"/>
                  </a:lnTo>
                  <a:lnTo>
                    <a:pt x="38100" y="7239"/>
                  </a:lnTo>
                  <a:close/>
                </a:path>
                <a:path w="4085590" h="83820">
                  <a:moveTo>
                    <a:pt x="75254" y="40640"/>
                  </a:moveTo>
                  <a:lnTo>
                    <a:pt x="38100" y="40640"/>
                  </a:lnTo>
                  <a:lnTo>
                    <a:pt x="38100" y="50165"/>
                  </a:lnTo>
                  <a:lnTo>
                    <a:pt x="75228" y="50165"/>
                  </a:lnTo>
                  <a:lnTo>
                    <a:pt x="76200" y="45339"/>
                  </a:lnTo>
                  <a:lnTo>
                    <a:pt x="75254" y="40640"/>
                  </a:lnTo>
                  <a:close/>
                </a:path>
                <a:path w="4085590" h="83820">
                  <a:moveTo>
                    <a:pt x="76200" y="45339"/>
                  </a:moveTo>
                  <a:lnTo>
                    <a:pt x="75228" y="50165"/>
                  </a:lnTo>
                  <a:lnTo>
                    <a:pt x="76200" y="50165"/>
                  </a:lnTo>
                  <a:lnTo>
                    <a:pt x="76200" y="45339"/>
                  </a:lnTo>
                  <a:close/>
                </a:path>
                <a:path w="4085590" h="83820">
                  <a:moveTo>
                    <a:pt x="76200" y="40640"/>
                  </a:moveTo>
                  <a:lnTo>
                    <a:pt x="75254" y="40640"/>
                  </a:lnTo>
                  <a:lnTo>
                    <a:pt x="76200" y="45339"/>
                  </a:lnTo>
                  <a:lnTo>
                    <a:pt x="76200" y="40640"/>
                  </a:lnTo>
                  <a:close/>
                </a:path>
                <a:path w="4085590" h="83820">
                  <a:moveTo>
                    <a:pt x="142875" y="40640"/>
                  </a:moveTo>
                  <a:lnTo>
                    <a:pt x="104775" y="40640"/>
                  </a:lnTo>
                  <a:lnTo>
                    <a:pt x="104775" y="50165"/>
                  </a:lnTo>
                  <a:lnTo>
                    <a:pt x="142875" y="50165"/>
                  </a:lnTo>
                  <a:lnTo>
                    <a:pt x="142875" y="40640"/>
                  </a:lnTo>
                  <a:close/>
                </a:path>
                <a:path w="4085590" h="83820">
                  <a:moveTo>
                    <a:pt x="209550" y="40640"/>
                  </a:moveTo>
                  <a:lnTo>
                    <a:pt x="171450" y="40640"/>
                  </a:lnTo>
                  <a:lnTo>
                    <a:pt x="171450" y="50165"/>
                  </a:lnTo>
                  <a:lnTo>
                    <a:pt x="209550" y="50165"/>
                  </a:lnTo>
                  <a:lnTo>
                    <a:pt x="209550" y="40640"/>
                  </a:lnTo>
                  <a:close/>
                </a:path>
                <a:path w="4085590" h="83820">
                  <a:moveTo>
                    <a:pt x="276225" y="40640"/>
                  </a:moveTo>
                  <a:lnTo>
                    <a:pt x="238125" y="40640"/>
                  </a:lnTo>
                  <a:lnTo>
                    <a:pt x="238125" y="50165"/>
                  </a:lnTo>
                  <a:lnTo>
                    <a:pt x="276225" y="50165"/>
                  </a:lnTo>
                  <a:lnTo>
                    <a:pt x="276225" y="40640"/>
                  </a:lnTo>
                  <a:close/>
                </a:path>
                <a:path w="4085590" h="83820">
                  <a:moveTo>
                    <a:pt x="342900" y="40640"/>
                  </a:moveTo>
                  <a:lnTo>
                    <a:pt x="304800" y="40640"/>
                  </a:lnTo>
                  <a:lnTo>
                    <a:pt x="304800" y="50165"/>
                  </a:lnTo>
                  <a:lnTo>
                    <a:pt x="342900" y="50165"/>
                  </a:lnTo>
                  <a:lnTo>
                    <a:pt x="342900" y="40640"/>
                  </a:lnTo>
                  <a:close/>
                </a:path>
                <a:path w="4085590" h="83820">
                  <a:moveTo>
                    <a:pt x="409575" y="40640"/>
                  </a:moveTo>
                  <a:lnTo>
                    <a:pt x="371475" y="40640"/>
                  </a:lnTo>
                  <a:lnTo>
                    <a:pt x="371475" y="50165"/>
                  </a:lnTo>
                  <a:lnTo>
                    <a:pt x="409575" y="50165"/>
                  </a:lnTo>
                  <a:lnTo>
                    <a:pt x="409575" y="40640"/>
                  </a:lnTo>
                  <a:close/>
                </a:path>
                <a:path w="4085590" h="83820">
                  <a:moveTo>
                    <a:pt x="476250" y="40640"/>
                  </a:moveTo>
                  <a:lnTo>
                    <a:pt x="438150" y="40640"/>
                  </a:lnTo>
                  <a:lnTo>
                    <a:pt x="438150" y="50165"/>
                  </a:lnTo>
                  <a:lnTo>
                    <a:pt x="476250" y="50165"/>
                  </a:lnTo>
                  <a:lnTo>
                    <a:pt x="476250" y="40640"/>
                  </a:lnTo>
                  <a:close/>
                </a:path>
                <a:path w="4085590" h="83820">
                  <a:moveTo>
                    <a:pt x="542925" y="40640"/>
                  </a:moveTo>
                  <a:lnTo>
                    <a:pt x="504825" y="40640"/>
                  </a:lnTo>
                  <a:lnTo>
                    <a:pt x="504825" y="50165"/>
                  </a:lnTo>
                  <a:lnTo>
                    <a:pt x="542925" y="50165"/>
                  </a:lnTo>
                  <a:lnTo>
                    <a:pt x="542925" y="40640"/>
                  </a:lnTo>
                  <a:close/>
                </a:path>
                <a:path w="4085590" h="83820">
                  <a:moveTo>
                    <a:pt x="609600" y="40640"/>
                  </a:moveTo>
                  <a:lnTo>
                    <a:pt x="571500" y="40640"/>
                  </a:lnTo>
                  <a:lnTo>
                    <a:pt x="571500" y="50165"/>
                  </a:lnTo>
                  <a:lnTo>
                    <a:pt x="609600" y="50165"/>
                  </a:lnTo>
                  <a:lnTo>
                    <a:pt x="609600" y="40640"/>
                  </a:lnTo>
                  <a:close/>
                </a:path>
                <a:path w="4085590" h="83820">
                  <a:moveTo>
                    <a:pt x="676275" y="40640"/>
                  </a:moveTo>
                  <a:lnTo>
                    <a:pt x="638175" y="40640"/>
                  </a:lnTo>
                  <a:lnTo>
                    <a:pt x="638175" y="50165"/>
                  </a:lnTo>
                  <a:lnTo>
                    <a:pt x="676275" y="50165"/>
                  </a:lnTo>
                  <a:lnTo>
                    <a:pt x="676275" y="40640"/>
                  </a:lnTo>
                  <a:close/>
                </a:path>
                <a:path w="4085590" h="83820">
                  <a:moveTo>
                    <a:pt x="742950" y="40640"/>
                  </a:moveTo>
                  <a:lnTo>
                    <a:pt x="704850" y="40640"/>
                  </a:lnTo>
                  <a:lnTo>
                    <a:pt x="704850" y="50165"/>
                  </a:lnTo>
                  <a:lnTo>
                    <a:pt x="742950" y="50165"/>
                  </a:lnTo>
                  <a:lnTo>
                    <a:pt x="742950" y="40640"/>
                  </a:lnTo>
                  <a:close/>
                </a:path>
                <a:path w="4085590" h="83820">
                  <a:moveTo>
                    <a:pt x="809625" y="40640"/>
                  </a:moveTo>
                  <a:lnTo>
                    <a:pt x="771525" y="40640"/>
                  </a:lnTo>
                  <a:lnTo>
                    <a:pt x="771525" y="50165"/>
                  </a:lnTo>
                  <a:lnTo>
                    <a:pt x="809625" y="50165"/>
                  </a:lnTo>
                  <a:lnTo>
                    <a:pt x="809625" y="40640"/>
                  </a:lnTo>
                  <a:close/>
                </a:path>
                <a:path w="4085590" h="83820">
                  <a:moveTo>
                    <a:pt x="876300" y="40640"/>
                  </a:moveTo>
                  <a:lnTo>
                    <a:pt x="838200" y="40640"/>
                  </a:lnTo>
                  <a:lnTo>
                    <a:pt x="838200" y="50165"/>
                  </a:lnTo>
                  <a:lnTo>
                    <a:pt x="876300" y="50165"/>
                  </a:lnTo>
                  <a:lnTo>
                    <a:pt x="876300" y="40640"/>
                  </a:lnTo>
                  <a:close/>
                </a:path>
                <a:path w="4085590" h="83820">
                  <a:moveTo>
                    <a:pt x="942975" y="40640"/>
                  </a:moveTo>
                  <a:lnTo>
                    <a:pt x="904875" y="40640"/>
                  </a:lnTo>
                  <a:lnTo>
                    <a:pt x="904875" y="50165"/>
                  </a:lnTo>
                  <a:lnTo>
                    <a:pt x="942975" y="50165"/>
                  </a:lnTo>
                  <a:lnTo>
                    <a:pt x="942975" y="40640"/>
                  </a:lnTo>
                  <a:close/>
                </a:path>
                <a:path w="4085590" h="83820">
                  <a:moveTo>
                    <a:pt x="1009650" y="40640"/>
                  </a:moveTo>
                  <a:lnTo>
                    <a:pt x="971550" y="40640"/>
                  </a:lnTo>
                  <a:lnTo>
                    <a:pt x="971550" y="50165"/>
                  </a:lnTo>
                  <a:lnTo>
                    <a:pt x="1009650" y="50165"/>
                  </a:lnTo>
                  <a:lnTo>
                    <a:pt x="1009650" y="40640"/>
                  </a:lnTo>
                  <a:close/>
                </a:path>
                <a:path w="4085590" h="83820">
                  <a:moveTo>
                    <a:pt x="1076325" y="40640"/>
                  </a:moveTo>
                  <a:lnTo>
                    <a:pt x="1038225" y="40640"/>
                  </a:lnTo>
                  <a:lnTo>
                    <a:pt x="1038225" y="50165"/>
                  </a:lnTo>
                  <a:lnTo>
                    <a:pt x="1076325" y="50165"/>
                  </a:lnTo>
                  <a:lnTo>
                    <a:pt x="1076325" y="40640"/>
                  </a:lnTo>
                  <a:close/>
                </a:path>
                <a:path w="4085590" h="83820">
                  <a:moveTo>
                    <a:pt x="1143000" y="40640"/>
                  </a:moveTo>
                  <a:lnTo>
                    <a:pt x="1104900" y="40640"/>
                  </a:lnTo>
                  <a:lnTo>
                    <a:pt x="1104900" y="50165"/>
                  </a:lnTo>
                  <a:lnTo>
                    <a:pt x="1143000" y="50165"/>
                  </a:lnTo>
                  <a:lnTo>
                    <a:pt x="1143000" y="40640"/>
                  </a:lnTo>
                  <a:close/>
                </a:path>
                <a:path w="4085590" h="83820">
                  <a:moveTo>
                    <a:pt x="1209675" y="40640"/>
                  </a:moveTo>
                  <a:lnTo>
                    <a:pt x="1171575" y="40640"/>
                  </a:lnTo>
                  <a:lnTo>
                    <a:pt x="1171575" y="50165"/>
                  </a:lnTo>
                  <a:lnTo>
                    <a:pt x="1209675" y="50165"/>
                  </a:lnTo>
                  <a:lnTo>
                    <a:pt x="1209675" y="40640"/>
                  </a:lnTo>
                  <a:close/>
                </a:path>
                <a:path w="4085590" h="83820">
                  <a:moveTo>
                    <a:pt x="1276350" y="40640"/>
                  </a:moveTo>
                  <a:lnTo>
                    <a:pt x="1238250" y="40640"/>
                  </a:lnTo>
                  <a:lnTo>
                    <a:pt x="1238250" y="50165"/>
                  </a:lnTo>
                  <a:lnTo>
                    <a:pt x="1276350" y="50165"/>
                  </a:lnTo>
                  <a:lnTo>
                    <a:pt x="1276350" y="40640"/>
                  </a:lnTo>
                  <a:close/>
                </a:path>
                <a:path w="4085590" h="83820">
                  <a:moveTo>
                    <a:pt x="1343025" y="40640"/>
                  </a:moveTo>
                  <a:lnTo>
                    <a:pt x="1304925" y="40640"/>
                  </a:lnTo>
                  <a:lnTo>
                    <a:pt x="1304925" y="50165"/>
                  </a:lnTo>
                  <a:lnTo>
                    <a:pt x="1343025" y="50165"/>
                  </a:lnTo>
                  <a:lnTo>
                    <a:pt x="1343025" y="40640"/>
                  </a:lnTo>
                  <a:close/>
                </a:path>
                <a:path w="4085590" h="83820">
                  <a:moveTo>
                    <a:pt x="1409700" y="40640"/>
                  </a:moveTo>
                  <a:lnTo>
                    <a:pt x="1371600" y="40640"/>
                  </a:lnTo>
                  <a:lnTo>
                    <a:pt x="1371600" y="50165"/>
                  </a:lnTo>
                  <a:lnTo>
                    <a:pt x="1409700" y="50165"/>
                  </a:lnTo>
                  <a:lnTo>
                    <a:pt x="1409700" y="40640"/>
                  </a:lnTo>
                  <a:close/>
                </a:path>
                <a:path w="4085590" h="83820">
                  <a:moveTo>
                    <a:pt x="1476375" y="40640"/>
                  </a:moveTo>
                  <a:lnTo>
                    <a:pt x="1438275" y="40640"/>
                  </a:lnTo>
                  <a:lnTo>
                    <a:pt x="1438275" y="50165"/>
                  </a:lnTo>
                  <a:lnTo>
                    <a:pt x="1476375" y="50165"/>
                  </a:lnTo>
                  <a:lnTo>
                    <a:pt x="1476375" y="40640"/>
                  </a:lnTo>
                  <a:close/>
                </a:path>
                <a:path w="4085590" h="83820">
                  <a:moveTo>
                    <a:pt x="1543050" y="40640"/>
                  </a:moveTo>
                  <a:lnTo>
                    <a:pt x="1504950" y="40640"/>
                  </a:lnTo>
                  <a:lnTo>
                    <a:pt x="1504950" y="50165"/>
                  </a:lnTo>
                  <a:lnTo>
                    <a:pt x="1543050" y="50165"/>
                  </a:lnTo>
                  <a:lnTo>
                    <a:pt x="1543050" y="40640"/>
                  </a:lnTo>
                  <a:close/>
                </a:path>
                <a:path w="4085590" h="83820">
                  <a:moveTo>
                    <a:pt x="1609725" y="40640"/>
                  </a:moveTo>
                  <a:lnTo>
                    <a:pt x="1571625" y="40640"/>
                  </a:lnTo>
                  <a:lnTo>
                    <a:pt x="1571625" y="50165"/>
                  </a:lnTo>
                  <a:lnTo>
                    <a:pt x="1609725" y="50165"/>
                  </a:lnTo>
                  <a:lnTo>
                    <a:pt x="1609725" y="40640"/>
                  </a:lnTo>
                  <a:close/>
                </a:path>
                <a:path w="4085590" h="83820">
                  <a:moveTo>
                    <a:pt x="1676400" y="40640"/>
                  </a:moveTo>
                  <a:lnTo>
                    <a:pt x="1638300" y="40640"/>
                  </a:lnTo>
                  <a:lnTo>
                    <a:pt x="1638300" y="50165"/>
                  </a:lnTo>
                  <a:lnTo>
                    <a:pt x="1676400" y="50165"/>
                  </a:lnTo>
                  <a:lnTo>
                    <a:pt x="1676400" y="40640"/>
                  </a:lnTo>
                  <a:close/>
                </a:path>
                <a:path w="4085590" h="83820">
                  <a:moveTo>
                    <a:pt x="1743075" y="40640"/>
                  </a:moveTo>
                  <a:lnTo>
                    <a:pt x="1704975" y="40640"/>
                  </a:lnTo>
                  <a:lnTo>
                    <a:pt x="1704975" y="50165"/>
                  </a:lnTo>
                  <a:lnTo>
                    <a:pt x="1743075" y="50165"/>
                  </a:lnTo>
                  <a:lnTo>
                    <a:pt x="1743075" y="40640"/>
                  </a:lnTo>
                  <a:close/>
                </a:path>
                <a:path w="4085590" h="83820">
                  <a:moveTo>
                    <a:pt x="1809750" y="40640"/>
                  </a:moveTo>
                  <a:lnTo>
                    <a:pt x="1771650" y="40640"/>
                  </a:lnTo>
                  <a:lnTo>
                    <a:pt x="1771650" y="50165"/>
                  </a:lnTo>
                  <a:lnTo>
                    <a:pt x="1809750" y="50165"/>
                  </a:lnTo>
                  <a:lnTo>
                    <a:pt x="1809750" y="40640"/>
                  </a:lnTo>
                  <a:close/>
                </a:path>
                <a:path w="4085590" h="83820">
                  <a:moveTo>
                    <a:pt x="1876425" y="40640"/>
                  </a:moveTo>
                  <a:lnTo>
                    <a:pt x="1838325" y="40640"/>
                  </a:lnTo>
                  <a:lnTo>
                    <a:pt x="1838325" y="50165"/>
                  </a:lnTo>
                  <a:lnTo>
                    <a:pt x="1876425" y="50165"/>
                  </a:lnTo>
                  <a:lnTo>
                    <a:pt x="1876425" y="40640"/>
                  </a:lnTo>
                  <a:close/>
                </a:path>
                <a:path w="4085590" h="83820">
                  <a:moveTo>
                    <a:pt x="1943100" y="40640"/>
                  </a:moveTo>
                  <a:lnTo>
                    <a:pt x="1905000" y="40640"/>
                  </a:lnTo>
                  <a:lnTo>
                    <a:pt x="1905000" y="50165"/>
                  </a:lnTo>
                  <a:lnTo>
                    <a:pt x="1943100" y="50165"/>
                  </a:lnTo>
                  <a:lnTo>
                    <a:pt x="1943100" y="40640"/>
                  </a:lnTo>
                  <a:close/>
                </a:path>
                <a:path w="4085590" h="83820">
                  <a:moveTo>
                    <a:pt x="2009775" y="40640"/>
                  </a:moveTo>
                  <a:lnTo>
                    <a:pt x="1971675" y="40640"/>
                  </a:lnTo>
                  <a:lnTo>
                    <a:pt x="1971675" y="50165"/>
                  </a:lnTo>
                  <a:lnTo>
                    <a:pt x="2009775" y="50165"/>
                  </a:lnTo>
                  <a:lnTo>
                    <a:pt x="2009775" y="40640"/>
                  </a:lnTo>
                  <a:close/>
                </a:path>
                <a:path w="4085590" h="83820">
                  <a:moveTo>
                    <a:pt x="2057019" y="40640"/>
                  </a:moveTo>
                  <a:lnTo>
                    <a:pt x="2038350" y="40640"/>
                  </a:lnTo>
                  <a:lnTo>
                    <a:pt x="2038350" y="50165"/>
                  </a:lnTo>
                  <a:lnTo>
                    <a:pt x="2064385" y="50165"/>
                  </a:lnTo>
                  <a:lnTo>
                    <a:pt x="2066544" y="48006"/>
                  </a:lnTo>
                  <a:lnTo>
                    <a:pt x="2066544" y="45339"/>
                  </a:lnTo>
                  <a:lnTo>
                    <a:pt x="2057019" y="45339"/>
                  </a:lnTo>
                  <a:lnTo>
                    <a:pt x="2057019" y="40640"/>
                  </a:lnTo>
                  <a:close/>
                </a:path>
                <a:path w="4085590" h="83820">
                  <a:moveTo>
                    <a:pt x="2069211" y="33401"/>
                  </a:moveTo>
                  <a:lnTo>
                    <a:pt x="2059178" y="33401"/>
                  </a:lnTo>
                  <a:lnTo>
                    <a:pt x="2057019" y="35560"/>
                  </a:lnTo>
                  <a:lnTo>
                    <a:pt x="2057019" y="45339"/>
                  </a:lnTo>
                  <a:lnTo>
                    <a:pt x="2061845" y="40640"/>
                  </a:lnTo>
                  <a:lnTo>
                    <a:pt x="2064070" y="40640"/>
                  </a:lnTo>
                  <a:lnTo>
                    <a:pt x="2066544" y="38100"/>
                  </a:lnTo>
                  <a:lnTo>
                    <a:pt x="2069211" y="38100"/>
                  </a:lnTo>
                  <a:lnTo>
                    <a:pt x="2069211" y="33401"/>
                  </a:lnTo>
                  <a:close/>
                </a:path>
                <a:path w="4085590" h="83820">
                  <a:moveTo>
                    <a:pt x="2064070" y="40640"/>
                  </a:moveTo>
                  <a:lnTo>
                    <a:pt x="2061845" y="40640"/>
                  </a:lnTo>
                  <a:lnTo>
                    <a:pt x="2057019" y="45339"/>
                  </a:lnTo>
                  <a:lnTo>
                    <a:pt x="2066544" y="45339"/>
                  </a:lnTo>
                  <a:lnTo>
                    <a:pt x="2066544" y="42926"/>
                  </a:lnTo>
                  <a:lnTo>
                    <a:pt x="2061845" y="42926"/>
                  </a:lnTo>
                  <a:lnTo>
                    <a:pt x="2064070" y="40640"/>
                  </a:lnTo>
                  <a:close/>
                </a:path>
                <a:path w="4085590" h="83820">
                  <a:moveTo>
                    <a:pt x="2066544" y="38100"/>
                  </a:moveTo>
                  <a:lnTo>
                    <a:pt x="2061845" y="42926"/>
                  </a:lnTo>
                  <a:lnTo>
                    <a:pt x="2066544" y="42926"/>
                  </a:lnTo>
                  <a:lnTo>
                    <a:pt x="2066544" y="38100"/>
                  </a:lnTo>
                  <a:close/>
                </a:path>
                <a:path w="4085590" h="83820">
                  <a:moveTo>
                    <a:pt x="2069211" y="38100"/>
                  </a:moveTo>
                  <a:lnTo>
                    <a:pt x="2066544" y="38100"/>
                  </a:lnTo>
                  <a:lnTo>
                    <a:pt x="2066544" y="42926"/>
                  </a:lnTo>
                  <a:lnTo>
                    <a:pt x="2069211" y="42926"/>
                  </a:lnTo>
                  <a:lnTo>
                    <a:pt x="2069211" y="38100"/>
                  </a:lnTo>
                  <a:close/>
                </a:path>
                <a:path w="4085590" h="83820">
                  <a:moveTo>
                    <a:pt x="2135886" y="33401"/>
                  </a:moveTo>
                  <a:lnTo>
                    <a:pt x="2097786" y="33401"/>
                  </a:lnTo>
                  <a:lnTo>
                    <a:pt x="2097786" y="42926"/>
                  </a:lnTo>
                  <a:lnTo>
                    <a:pt x="2135886" y="42926"/>
                  </a:lnTo>
                  <a:lnTo>
                    <a:pt x="2135886" y="33401"/>
                  </a:lnTo>
                  <a:close/>
                </a:path>
                <a:path w="4085590" h="83820">
                  <a:moveTo>
                    <a:pt x="2202561" y="33401"/>
                  </a:moveTo>
                  <a:lnTo>
                    <a:pt x="2164461" y="33401"/>
                  </a:lnTo>
                  <a:lnTo>
                    <a:pt x="2164461" y="42926"/>
                  </a:lnTo>
                  <a:lnTo>
                    <a:pt x="2202561" y="42926"/>
                  </a:lnTo>
                  <a:lnTo>
                    <a:pt x="2202561" y="33401"/>
                  </a:lnTo>
                  <a:close/>
                </a:path>
                <a:path w="4085590" h="83820">
                  <a:moveTo>
                    <a:pt x="2269236" y="33401"/>
                  </a:moveTo>
                  <a:lnTo>
                    <a:pt x="2231136" y="33401"/>
                  </a:lnTo>
                  <a:lnTo>
                    <a:pt x="2231136" y="42926"/>
                  </a:lnTo>
                  <a:lnTo>
                    <a:pt x="2269236" y="42926"/>
                  </a:lnTo>
                  <a:lnTo>
                    <a:pt x="2269236" y="33401"/>
                  </a:lnTo>
                  <a:close/>
                </a:path>
                <a:path w="4085590" h="83820">
                  <a:moveTo>
                    <a:pt x="2335911" y="33401"/>
                  </a:moveTo>
                  <a:lnTo>
                    <a:pt x="2297811" y="33401"/>
                  </a:lnTo>
                  <a:lnTo>
                    <a:pt x="2297811" y="42926"/>
                  </a:lnTo>
                  <a:lnTo>
                    <a:pt x="2335911" y="42926"/>
                  </a:lnTo>
                  <a:lnTo>
                    <a:pt x="2335911" y="33401"/>
                  </a:lnTo>
                  <a:close/>
                </a:path>
                <a:path w="4085590" h="83820">
                  <a:moveTo>
                    <a:pt x="2402586" y="33401"/>
                  </a:moveTo>
                  <a:lnTo>
                    <a:pt x="2364486" y="33401"/>
                  </a:lnTo>
                  <a:lnTo>
                    <a:pt x="2364486" y="42926"/>
                  </a:lnTo>
                  <a:lnTo>
                    <a:pt x="2402586" y="42926"/>
                  </a:lnTo>
                  <a:lnTo>
                    <a:pt x="2402586" y="33401"/>
                  </a:lnTo>
                  <a:close/>
                </a:path>
                <a:path w="4085590" h="83820">
                  <a:moveTo>
                    <a:pt x="2469261" y="33401"/>
                  </a:moveTo>
                  <a:lnTo>
                    <a:pt x="2431161" y="33401"/>
                  </a:lnTo>
                  <a:lnTo>
                    <a:pt x="2431161" y="42926"/>
                  </a:lnTo>
                  <a:lnTo>
                    <a:pt x="2469261" y="42926"/>
                  </a:lnTo>
                  <a:lnTo>
                    <a:pt x="2469261" y="33401"/>
                  </a:lnTo>
                  <a:close/>
                </a:path>
                <a:path w="4085590" h="83820">
                  <a:moveTo>
                    <a:pt x="2535936" y="33401"/>
                  </a:moveTo>
                  <a:lnTo>
                    <a:pt x="2497836" y="33401"/>
                  </a:lnTo>
                  <a:lnTo>
                    <a:pt x="2497836" y="42926"/>
                  </a:lnTo>
                  <a:lnTo>
                    <a:pt x="2535936" y="42926"/>
                  </a:lnTo>
                  <a:lnTo>
                    <a:pt x="2535936" y="33401"/>
                  </a:lnTo>
                  <a:close/>
                </a:path>
                <a:path w="4085590" h="83820">
                  <a:moveTo>
                    <a:pt x="2602611" y="33401"/>
                  </a:moveTo>
                  <a:lnTo>
                    <a:pt x="2564511" y="33401"/>
                  </a:lnTo>
                  <a:lnTo>
                    <a:pt x="2564511" y="42926"/>
                  </a:lnTo>
                  <a:lnTo>
                    <a:pt x="2602611" y="42926"/>
                  </a:lnTo>
                  <a:lnTo>
                    <a:pt x="2602611" y="33401"/>
                  </a:lnTo>
                  <a:close/>
                </a:path>
                <a:path w="4085590" h="83820">
                  <a:moveTo>
                    <a:pt x="2669286" y="33401"/>
                  </a:moveTo>
                  <a:lnTo>
                    <a:pt x="2631186" y="33401"/>
                  </a:lnTo>
                  <a:lnTo>
                    <a:pt x="2631186" y="42926"/>
                  </a:lnTo>
                  <a:lnTo>
                    <a:pt x="2669286" y="42926"/>
                  </a:lnTo>
                  <a:lnTo>
                    <a:pt x="2669286" y="33401"/>
                  </a:lnTo>
                  <a:close/>
                </a:path>
                <a:path w="4085590" h="83820">
                  <a:moveTo>
                    <a:pt x="2735961" y="33401"/>
                  </a:moveTo>
                  <a:lnTo>
                    <a:pt x="2697861" y="33401"/>
                  </a:lnTo>
                  <a:lnTo>
                    <a:pt x="2697861" y="42926"/>
                  </a:lnTo>
                  <a:lnTo>
                    <a:pt x="2735961" y="42926"/>
                  </a:lnTo>
                  <a:lnTo>
                    <a:pt x="2735961" y="33401"/>
                  </a:lnTo>
                  <a:close/>
                </a:path>
                <a:path w="4085590" h="83820">
                  <a:moveTo>
                    <a:pt x="2802636" y="33401"/>
                  </a:moveTo>
                  <a:lnTo>
                    <a:pt x="2764536" y="33401"/>
                  </a:lnTo>
                  <a:lnTo>
                    <a:pt x="2764536" y="42926"/>
                  </a:lnTo>
                  <a:lnTo>
                    <a:pt x="2802636" y="42926"/>
                  </a:lnTo>
                  <a:lnTo>
                    <a:pt x="2802636" y="33401"/>
                  </a:lnTo>
                  <a:close/>
                </a:path>
                <a:path w="4085590" h="83820">
                  <a:moveTo>
                    <a:pt x="2869311" y="33401"/>
                  </a:moveTo>
                  <a:lnTo>
                    <a:pt x="2831211" y="33401"/>
                  </a:lnTo>
                  <a:lnTo>
                    <a:pt x="2831211" y="42926"/>
                  </a:lnTo>
                  <a:lnTo>
                    <a:pt x="2869311" y="42926"/>
                  </a:lnTo>
                  <a:lnTo>
                    <a:pt x="2869311" y="33401"/>
                  </a:lnTo>
                  <a:close/>
                </a:path>
                <a:path w="4085590" h="83820">
                  <a:moveTo>
                    <a:pt x="2935986" y="33401"/>
                  </a:moveTo>
                  <a:lnTo>
                    <a:pt x="2897886" y="33401"/>
                  </a:lnTo>
                  <a:lnTo>
                    <a:pt x="2897886" y="42926"/>
                  </a:lnTo>
                  <a:lnTo>
                    <a:pt x="2935986" y="42926"/>
                  </a:lnTo>
                  <a:lnTo>
                    <a:pt x="2935986" y="33401"/>
                  </a:lnTo>
                  <a:close/>
                </a:path>
                <a:path w="4085590" h="83820">
                  <a:moveTo>
                    <a:pt x="3002661" y="33401"/>
                  </a:moveTo>
                  <a:lnTo>
                    <a:pt x="2964561" y="33401"/>
                  </a:lnTo>
                  <a:lnTo>
                    <a:pt x="2964561" y="42926"/>
                  </a:lnTo>
                  <a:lnTo>
                    <a:pt x="3002661" y="42926"/>
                  </a:lnTo>
                  <a:lnTo>
                    <a:pt x="3002661" y="33401"/>
                  </a:lnTo>
                  <a:close/>
                </a:path>
                <a:path w="4085590" h="83820">
                  <a:moveTo>
                    <a:pt x="3069336" y="33401"/>
                  </a:moveTo>
                  <a:lnTo>
                    <a:pt x="3031236" y="33401"/>
                  </a:lnTo>
                  <a:lnTo>
                    <a:pt x="3031236" y="42926"/>
                  </a:lnTo>
                  <a:lnTo>
                    <a:pt x="3069336" y="42926"/>
                  </a:lnTo>
                  <a:lnTo>
                    <a:pt x="3069336" y="33401"/>
                  </a:lnTo>
                  <a:close/>
                </a:path>
                <a:path w="4085590" h="83820">
                  <a:moveTo>
                    <a:pt x="3136011" y="33401"/>
                  </a:moveTo>
                  <a:lnTo>
                    <a:pt x="3097911" y="33401"/>
                  </a:lnTo>
                  <a:lnTo>
                    <a:pt x="3097911" y="42926"/>
                  </a:lnTo>
                  <a:lnTo>
                    <a:pt x="3136011" y="42926"/>
                  </a:lnTo>
                  <a:lnTo>
                    <a:pt x="3136011" y="33401"/>
                  </a:lnTo>
                  <a:close/>
                </a:path>
                <a:path w="4085590" h="83820">
                  <a:moveTo>
                    <a:pt x="3202686" y="33401"/>
                  </a:moveTo>
                  <a:lnTo>
                    <a:pt x="3164586" y="33401"/>
                  </a:lnTo>
                  <a:lnTo>
                    <a:pt x="3164586" y="42926"/>
                  </a:lnTo>
                  <a:lnTo>
                    <a:pt x="3202686" y="42926"/>
                  </a:lnTo>
                  <a:lnTo>
                    <a:pt x="3202686" y="33401"/>
                  </a:lnTo>
                  <a:close/>
                </a:path>
                <a:path w="4085590" h="83820">
                  <a:moveTo>
                    <a:pt x="3269361" y="33401"/>
                  </a:moveTo>
                  <a:lnTo>
                    <a:pt x="3231261" y="33401"/>
                  </a:lnTo>
                  <a:lnTo>
                    <a:pt x="3231261" y="42926"/>
                  </a:lnTo>
                  <a:lnTo>
                    <a:pt x="3269361" y="42926"/>
                  </a:lnTo>
                  <a:lnTo>
                    <a:pt x="3269361" y="33401"/>
                  </a:lnTo>
                  <a:close/>
                </a:path>
                <a:path w="4085590" h="83820">
                  <a:moveTo>
                    <a:pt x="3336036" y="33401"/>
                  </a:moveTo>
                  <a:lnTo>
                    <a:pt x="3297936" y="33401"/>
                  </a:lnTo>
                  <a:lnTo>
                    <a:pt x="3297936" y="42926"/>
                  </a:lnTo>
                  <a:lnTo>
                    <a:pt x="3336036" y="42926"/>
                  </a:lnTo>
                  <a:lnTo>
                    <a:pt x="3336036" y="33401"/>
                  </a:lnTo>
                  <a:close/>
                </a:path>
                <a:path w="4085590" h="83820">
                  <a:moveTo>
                    <a:pt x="3402711" y="33401"/>
                  </a:moveTo>
                  <a:lnTo>
                    <a:pt x="3364611" y="33401"/>
                  </a:lnTo>
                  <a:lnTo>
                    <a:pt x="3364611" y="42926"/>
                  </a:lnTo>
                  <a:lnTo>
                    <a:pt x="3402711" y="42926"/>
                  </a:lnTo>
                  <a:lnTo>
                    <a:pt x="3402711" y="33401"/>
                  </a:lnTo>
                  <a:close/>
                </a:path>
                <a:path w="4085590" h="83820">
                  <a:moveTo>
                    <a:pt x="3469386" y="33401"/>
                  </a:moveTo>
                  <a:lnTo>
                    <a:pt x="3431286" y="33401"/>
                  </a:lnTo>
                  <a:lnTo>
                    <a:pt x="3431286" y="42926"/>
                  </a:lnTo>
                  <a:lnTo>
                    <a:pt x="3469386" y="42926"/>
                  </a:lnTo>
                  <a:lnTo>
                    <a:pt x="3469386" y="33401"/>
                  </a:lnTo>
                  <a:close/>
                </a:path>
                <a:path w="4085590" h="83820">
                  <a:moveTo>
                    <a:pt x="3536061" y="33401"/>
                  </a:moveTo>
                  <a:lnTo>
                    <a:pt x="3497961" y="33401"/>
                  </a:lnTo>
                  <a:lnTo>
                    <a:pt x="3497961" y="42926"/>
                  </a:lnTo>
                  <a:lnTo>
                    <a:pt x="3536061" y="42926"/>
                  </a:lnTo>
                  <a:lnTo>
                    <a:pt x="3536061" y="33401"/>
                  </a:lnTo>
                  <a:close/>
                </a:path>
                <a:path w="4085590" h="83820">
                  <a:moveTo>
                    <a:pt x="3602736" y="33401"/>
                  </a:moveTo>
                  <a:lnTo>
                    <a:pt x="3564636" y="33401"/>
                  </a:lnTo>
                  <a:lnTo>
                    <a:pt x="3564636" y="42926"/>
                  </a:lnTo>
                  <a:lnTo>
                    <a:pt x="3602736" y="42926"/>
                  </a:lnTo>
                  <a:lnTo>
                    <a:pt x="3602736" y="33401"/>
                  </a:lnTo>
                  <a:close/>
                </a:path>
                <a:path w="4085590" h="83820">
                  <a:moveTo>
                    <a:pt x="3669411" y="33401"/>
                  </a:moveTo>
                  <a:lnTo>
                    <a:pt x="3631311" y="33401"/>
                  </a:lnTo>
                  <a:lnTo>
                    <a:pt x="3631311" y="42926"/>
                  </a:lnTo>
                  <a:lnTo>
                    <a:pt x="3669411" y="42926"/>
                  </a:lnTo>
                  <a:lnTo>
                    <a:pt x="3669411" y="33401"/>
                  </a:lnTo>
                  <a:close/>
                </a:path>
                <a:path w="4085590" h="83820">
                  <a:moveTo>
                    <a:pt x="3736086" y="33401"/>
                  </a:moveTo>
                  <a:lnTo>
                    <a:pt x="3697986" y="33401"/>
                  </a:lnTo>
                  <a:lnTo>
                    <a:pt x="3697986" y="42926"/>
                  </a:lnTo>
                  <a:lnTo>
                    <a:pt x="3736086" y="42926"/>
                  </a:lnTo>
                  <a:lnTo>
                    <a:pt x="3736086" y="33401"/>
                  </a:lnTo>
                  <a:close/>
                </a:path>
                <a:path w="4085590" h="83820">
                  <a:moveTo>
                    <a:pt x="3802761" y="33401"/>
                  </a:moveTo>
                  <a:lnTo>
                    <a:pt x="3764661" y="33401"/>
                  </a:lnTo>
                  <a:lnTo>
                    <a:pt x="3764661" y="42926"/>
                  </a:lnTo>
                  <a:lnTo>
                    <a:pt x="3802761" y="42926"/>
                  </a:lnTo>
                  <a:lnTo>
                    <a:pt x="3802761" y="33401"/>
                  </a:lnTo>
                  <a:close/>
                </a:path>
                <a:path w="4085590" h="83820">
                  <a:moveTo>
                    <a:pt x="3869436" y="33401"/>
                  </a:moveTo>
                  <a:lnTo>
                    <a:pt x="3831336" y="33401"/>
                  </a:lnTo>
                  <a:lnTo>
                    <a:pt x="3831336" y="42926"/>
                  </a:lnTo>
                  <a:lnTo>
                    <a:pt x="3869436" y="42926"/>
                  </a:lnTo>
                  <a:lnTo>
                    <a:pt x="3869436" y="33401"/>
                  </a:lnTo>
                  <a:close/>
                </a:path>
                <a:path w="4085590" h="83820">
                  <a:moveTo>
                    <a:pt x="3936111" y="33401"/>
                  </a:moveTo>
                  <a:lnTo>
                    <a:pt x="3898011" y="33401"/>
                  </a:lnTo>
                  <a:lnTo>
                    <a:pt x="3898011" y="42926"/>
                  </a:lnTo>
                  <a:lnTo>
                    <a:pt x="3936111" y="42926"/>
                  </a:lnTo>
                  <a:lnTo>
                    <a:pt x="3936111" y="33401"/>
                  </a:lnTo>
                  <a:close/>
                </a:path>
                <a:path w="4085590" h="83820">
                  <a:moveTo>
                    <a:pt x="4002786" y="33401"/>
                  </a:moveTo>
                  <a:lnTo>
                    <a:pt x="3964686" y="33401"/>
                  </a:lnTo>
                  <a:lnTo>
                    <a:pt x="3964686" y="42926"/>
                  </a:lnTo>
                  <a:lnTo>
                    <a:pt x="4002786" y="42926"/>
                  </a:lnTo>
                  <a:lnTo>
                    <a:pt x="4002786" y="33401"/>
                  </a:lnTo>
                  <a:close/>
                </a:path>
                <a:path w="4085590" h="83820">
                  <a:moveTo>
                    <a:pt x="4009263" y="0"/>
                  </a:moveTo>
                  <a:lnTo>
                    <a:pt x="4009263" y="76200"/>
                  </a:lnTo>
                  <a:lnTo>
                    <a:pt x="4085463" y="38100"/>
                  </a:lnTo>
                  <a:lnTo>
                    <a:pt x="4009263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0" name="object 120"/>
            <p:cNvSpPr/>
            <p:nvPr/>
          </p:nvSpPr>
          <p:spPr>
            <a:xfrm>
              <a:off x="3957447" y="5798693"/>
              <a:ext cx="4074160" cy="3162300"/>
            </a:xfrm>
            <a:custGeom>
              <a:avLst/>
              <a:gdLst/>
              <a:ahLst/>
              <a:cxnLst/>
              <a:rect l="l" t="t" r="r" b="b"/>
              <a:pathLst>
                <a:path w="4074159" h="3162300">
                  <a:moveTo>
                    <a:pt x="38100" y="0"/>
                  </a:moveTo>
                  <a:lnTo>
                    <a:pt x="23252" y="2988"/>
                  </a:lnTo>
                  <a:lnTo>
                    <a:pt x="11144" y="11144"/>
                  </a:lnTo>
                  <a:lnTo>
                    <a:pt x="2988" y="23252"/>
                  </a:lnTo>
                  <a:lnTo>
                    <a:pt x="0" y="38100"/>
                  </a:lnTo>
                  <a:lnTo>
                    <a:pt x="2988" y="52893"/>
                  </a:lnTo>
                  <a:lnTo>
                    <a:pt x="11144" y="65008"/>
                  </a:lnTo>
                  <a:lnTo>
                    <a:pt x="23252" y="73193"/>
                  </a:lnTo>
                  <a:lnTo>
                    <a:pt x="38100" y="76200"/>
                  </a:lnTo>
                  <a:lnTo>
                    <a:pt x="52947" y="73193"/>
                  </a:lnTo>
                  <a:lnTo>
                    <a:pt x="65055" y="65008"/>
                  </a:lnTo>
                  <a:lnTo>
                    <a:pt x="73211" y="52893"/>
                  </a:lnTo>
                  <a:lnTo>
                    <a:pt x="75250" y="42799"/>
                  </a:lnTo>
                  <a:lnTo>
                    <a:pt x="38100" y="42799"/>
                  </a:lnTo>
                  <a:lnTo>
                    <a:pt x="38100" y="33274"/>
                  </a:lnTo>
                  <a:lnTo>
                    <a:pt x="75228" y="33274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  <a:path w="4074159" h="3162300">
                  <a:moveTo>
                    <a:pt x="75228" y="33274"/>
                  </a:moveTo>
                  <a:lnTo>
                    <a:pt x="38100" y="33274"/>
                  </a:lnTo>
                  <a:lnTo>
                    <a:pt x="38100" y="42799"/>
                  </a:lnTo>
                  <a:lnTo>
                    <a:pt x="75250" y="42799"/>
                  </a:lnTo>
                  <a:lnTo>
                    <a:pt x="76200" y="38100"/>
                  </a:lnTo>
                  <a:lnTo>
                    <a:pt x="75228" y="33274"/>
                  </a:lnTo>
                  <a:close/>
                </a:path>
                <a:path w="4074159" h="3162300">
                  <a:moveTo>
                    <a:pt x="76200" y="38100"/>
                  </a:moveTo>
                  <a:lnTo>
                    <a:pt x="75250" y="42799"/>
                  </a:lnTo>
                  <a:lnTo>
                    <a:pt x="76200" y="42799"/>
                  </a:lnTo>
                  <a:lnTo>
                    <a:pt x="76200" y="38100"/>
                  </a:lnTo>
                  <a:close/>
                </a:path>
                <a:path w="4074159" h="3162300">
                  <a:moveTo>
                    <a:pt x="76200" y="33274"/>
                  </a:moveTo>
                  <a:lnTo>
                    <a:pt x="75228" y="33274"/>
                  </a:lnTo>
                  <a:lnTo>
                    <a:pt x="76200" y="38100"/>
                  </a:lnTo>
                  <a:lnTo>
                    <a:pt x="76200" y="33274"/>
                  </a:lnTo>
                  <a:close/>
                </a:path>
                <a:path w="4074159" h="3162300">
                  <a:moveTo>
                    <a:pt x="142875" y="33274"/>
                  </a:moveTo>
                  <a:lnTo>
                    <a:pt x="104775" y="33274"/>
                  </a:lnTo>
                  <a:lnTo>
                    <a:pt x="104775" y="42799"/>
                  </a:lnTo>
                  <a:lnTo>
                    <a:pt x="142875" y="42799"/>
                  </a:lnTo>
                  <a:lnTo>
                    <a:pt x="142875" y="33274"/>
                  </a:lnTo>
                  <a:close/>
                </a:path>
                <a:path w="4074159" h="3162300">
                  <a:moveTo>
                    <a:pt x="209550" y="33274"/>
                  </a:moveTo>
                  <a:lnTo>
                    <a:pt x="171450" y="33274"/>
                  </a:lnTo>
                  <a:lnTo>
                    <a:pt x="171450" y="42799"/>
                  </a:lnTo>
                  <a:lnTo>
                    <a:pt x="209550" y="42799"/>
                  </a:lnTo>
                  <a:lnTo>
                    <a:pt x="209550" y="33274"/>
                  </a:lnTo>
                  <a:close/>
                </a:path>
                <a:path w="4074159" h="3162300">
                  <a:moveTo>
                    <a:pt x="276225" y="33274"/>
                  </a:moveTo>
                  <a:lnTo>
                    <a:pt x="238125" y="33274"/>
                  </a:lnTo>
                  <a:lnTo>
                    <a:pt x="238125" y="42799"/>
                  </a:lnTo>
                  <a:lnTo>
                    <a:pt x="276225" y="42799"/>
                  </a:lnTo>
                  <a:lnTo>
                    <a:pt x="276225" y="33274"/>
                  </a:lnTo>
                  <a:close/>
                </a:path>
                <a:path w="4074159" h="3162300">
                  <a:moveTo>
                    <a:pt x="342900" y="33274"/>
                  </a:moveTo>
                  <a:lnTo>
                    <a:pt x="304800" y="33274"/>
                  </a:lnTo>
                  <a:lnTo>
                    <a:pt x="304800" y="42799"/>
                  </a:lnTo>
                  <a:lnTo>
                    <a:pt x="342900" y="42799"/>
                  </a:lnTo>
                  <a:lnTo>
                    <a:pt x="342900" y="33274"/>
                  </a:lnTo>
                  <a:close/>
                </a:path>
                <a:path w="4074159" h="3162300">
                  <a:moveTo>
                    <a:pt x="409575" y="33274"/>
                  </a:moveTo>
                  <a:lnTo>
                    <a:pt x="371475" y="33274"/>
                  </a:lnTo>
                  <a:lnTo>
                    <a:pt x="371475" y="42799"/>
                  </a:lnTo>
                  <a:lnTo>
                    <a:pt x="409575" y="42799"/>
                  </a:lnTo>
                  <a:lnTo>
                    <a:pt x="409575" y="33274"/>
                  </a:lnTo>
                  <a:close/>
                </a:path>
                <a:path w="4074159" h="3162300">
                  <a:moveTo>
                    <a:pt x="427736" y="53212"/>
                  </a:moveTo>
                  <a:lnTo>
                    <a:pt x="418211" y="53212"/>
                  </a:lnTo>
                  <a:lnTo>
                    <a:pt x="418211" y="91312"/>
                  </a:lnTo>
                  <a:lnTo>
                    <a:pt x="427736" y="91312"/>
                  </a:lnTo>
                  <a:lnTo>
                    <a:pt x="427736" y="53212"/>
                  </a:lnTo>
                  <a:close/>
                </a:path>
                <a:path w="4074159" h="3162300">
                  <a:moveTo>
                    <a:pt x="427736" y="119887"/>
                  </a:moveTo>
                  <a:lnTo>
                    <a:pt x="418211" y="119887"/>
                  </a:lnTo>
                  <a:lnTo>
                    <a:pt x="418211" y="157987"/>
                  </a:lnTo>
                  <a:lnTo>
                    <a:pt x="427736" y="157987"/>
                  </a:lnTo>
                  <a:lnTo>
                    <a:pt x="427736" y="119887"/>
                  </a:lnTo>
                  <a:close/>
                </a:path>
                <a:path w="4074159" h="3162300">
                  <a:moveTo>
                    <a:pt x="427736" y="186562"/>
                  </a:moveTo>
                  <a:lnTo>
                    <a:pt x="418211" y="186562"/>
                  </a:lnTo>
                  <a:lnTo>
                    <a:pt x="418211" y="224662"/>
                  </a:lnTo>
                  <a:lnTo>
                    <a:pt x="427736" y="224662"/>
                  </a:lnTo>
                  <a:lnTo>
                    <a:pt x="427736" y="186562"/>
                  </a:lnTo>
                  <a:close/>
                </a:path>
                <a:path w="4074159" h="3162300">
                  <a:moveTo>
                    <a:pt x="427736" y="253237"/>
                  </a:moveTo>
                  <a:lnTo>
                    <a:pt x="418211" y="253237"/>
                  </a:lnTo>
                  <a:lnTo>
                    <a:pt x="418211" y="291338"/>
                  </a:lnTo>
                  <a:lnTo>
                    <a:pt x="427736" y="291338"/>
                  </a:lnTo>
                  <a:lnTo>
                    <a:pt x="427736" y="253237"/>
                  </a:lnTo>
                  <a:close/>
                </a:path>
                <a:path w="4074159" h="3162300">
                  <a:moveTo>
                    <a:pt x="427736" y="319913"/>
                  </a:moveTo>
                  <a:lnTo>
                    <a:pt x="418211" y="319913"/>
                  </a:lnTo>
                  <a:lnTo>
                    <a:pt x="418211" y="358013"/>
                  </a:lnTo>
                  <a:lnTo>
                    <a:pt x="427736" y="358013"/>
                  </a:lnTo>
                  <a:lnTo>
                    <a:pt x="427736" y="319913"/>
                  </a:lnTo>
                  <a:close/>
                </a:path>
                <a:path w="4074159" h="3162300">
                  <a:moveTo>
                    <a:pt x="427736" y="386588"/>
                  </a:moveTo>
                  <a:lnTo>
                    <a:pt x="418211" y="386588"/>
                  </a:lnTo>
                  <a:lnTo>
                    <a:pt x="418211" y="424688"/>
                  </a:lnTo>
                  <a:lnTo>
                    <a:pt x="427736" y="424688"/>
                  </a:lnTo>
                  <a:lnTo>
                    <a:pt x="427736" y="386588"/>
                  </a:lnTo>
                  <a:close/>
                </a:path>
                <a:path w="4074159" h="3162300">
                  <a:moveTo>
                    <a:pt x="427736" y="453263"/>
                  </a:moveTo>
                  <a:lnTo>
                    <a:pt x="418211" y="453263"/>
                  </a:lnTo>
                  <a:lnTo>
                    <a:pt x="418211" y="491363"/>
                  </a:lnTo>
                  <a:lnTo>
                    <a:pt x="427736" y="491363"/>
                  </a:lnTo>
                  <a:lnTo>
                    <a:pt x="427736" y="453263"/>
                  </a:lnTo>
                  <a:close/>
                </a:path>
                <a:path w="4074159" h="3162300">
                  <a:moveTo>
                    <a:pt x="427736" y="519938"/>
                  </a:moveTo>
                  <a:lnTo>
                    <a:pt x="418211" y="519938"/>
                  </a:lnTo>
                  <a:lnTo>
                    <a:pt x="418211" y="558038"/>
                  </a:lnTo>
                  <a:lnTo>
                    <a:pt x="427736" y="558038"/>
                  </a:lnTo>
                  <a:lnTo>
                    <a:pt x="427736" y="519938"/>
                  </a:lnTo>
                  <a:close/>
                </a:path>
                <a:path w="4074159" h="3162300">
                  <a:moveTo>
                    <a:pt x="427736" y="586613"/>
                  </a:moveTo>
                  <a:lnTo>
                    <a:pt x="418211" y="586613"/>
                  </a:lnTo>
                  <a:lnTo>
                    <a:pt x="418211" y="624713"/>
                  </a:lnTo>
                  <a:lnTo>
                    <a:pt x="427736" y="624713"/>
                  </a:lnTo>
                  <a:lnTo>
                    <a:pt x="427736" y="586613"/>
                  </a:lnTo>
                  <a:close/>
                </a:path>
                <a:path w="4074159" h="3162300">
                  <a:moveTo>
                    <a:pt x="427736" y="653288"/>
                  </a:moveTo>
                  <a:lnTo>
                    <a:pt x="418211" y="653288"/>
                  </a:lnTo>
                  <a:lnTo>
                    <a:pt x="418211" y="691388"/>
                  </a:lnTo>
                  <a:lnTo>
                    <a:pt x="427736" y="691388"/>
                  </a:lnTo>
                  <a:lnTo>
                    <a:pt x="427736" y="653288"/>
                  </a:lnTo>
                  <a:close/>
                </a:path>
                <a:path w="4074159" h="3162300">
                  <a:moveTo>
                    <a:pt x="427736" y="719963"/>
                  </a:moveTo>
                  <a:lnTo>
                    <a:pt x="418211" y="719963"/>
                  </a:lnTo>
                  <a:lnTo>
                    <a:pt x="418211" y="758063"/>
                  </a:lnTo>
                  <a:lnTo>
                    <a:pt x="427736" y="758063"/>
                  </a:lnTo>
                  <a:lnTo>
                    <a:pt x="427736" y="719963"/>
                  </a:lnTo>
                  <a:close/>
                </a:path>
                <a:path w="4074159" h="3162300">
                  <a:moveTo>
                    <a:pt x="427736" y="786638"/>
                  </a:moveTo>
                  <a:lnTo>
                    <a:pt x="418211" y="786638"/>
                  </a:lnTo>
                  <a:lnTo>
                    <a:pt x="418211" y="824738"/>
                  </a:lnTo>
                  <a:lnTo>
                    <a:pt x="427736" y="824738"/>
                  </a:lnTo>
                  <a:lnTo>
                    <a:pt x="427736" y="786638"/>
                  </a:lnTo>
                  <a:close/>
                </a:path>
                <a:path w="4074159" h="3162300">
                  <a:moveTo>
                    <a:pt x="427736" y="853313"/>
                  </a:moveTo>
                  <a:lnTo>
                    <a:pt x="418211" y="853313"/>
                  </a:lnTo>
                  <a:lnTo>
                    <a:pt x="418211" y="891413"/>
                  </a:lnTo>
                  <a:lnTo>
                    <a:pt x="427736" y="891413"/>
                  </a:lnTo>
                  <a:lnTo>
                    <a:pt x="427736" y="853313"/>
                  </a:lnTo>
                  <a:close/>
                </a:path>
                <a:path w="4074159" h="3162300">
                  <a:moveTo>
                    <a:pt x="427736" y="919988"/>
                  </a:moveTo>
                  <a:lnTo>
                    <a:pt x="418211" y="919988"/>
                  </a:lnTo>
                  <a:lnTo>
                    <a:pt x="418211" y="958088"/>
                  </a:lnTo>
                  <a:lnTo>
                    <a:pt x="427736" y="958088"/>
                  </a:lnTo>
                  <a:lnTo>
                    <a:pt x="427736" y="919988"/>
                  </a:lnTo>
                  <a:close/>
                </a:path>
                <a:path w="4074159" h="3162300">
                  <a:moveTo>
                    <a:pt x="427736" y="986663"/>
                  </a:moveTo>
                  <a:lnTo>
                    <a:pt x="418211" y="986663"/>
                  </a:lnTo>
                  <a:lnTo>
                    <a:pt x="418211" y="1024763"/>
                  </a:lnTo>
                  <a:lnTo>
                    <a:pt x="427736" y="1024763"/>
                  </a:lnTo>
                  <a:lnTo>
                    <a:pt x="427736" y="986663"/>
                  </a:lnTo>
                  <a:close/>
                </a:path>
                <a:path w="4074159" h="3162300">
                  <a:moveTo>
                    <a:pt x="427736" y="1053338"/>
                  </a:moveTo>
                  <a:lnTo>
                    <a:pt x="418211" y="1053338"/>
                  </a:lnTo>
                  <a:lnTo>
                    <a:pt x="418211" y="1091438"/>
                  </a:lnTo>
                  <a:lnTo>
                    <a:pt x="427736" y="1091438"/>
                  </a:lnTo>
                  <a:lnTo>
                    <a:pt x="427736" y="1053338"/>
                  </a:lnTo>
                  <a:close/>
                </a:path>
                <a:path w="4074159" h="3162300">
                  <a:moveTo>
                    <a:pt x="427736" y="1120013"/>
                  </a:moveTo>
                  <a:lnTo>
                    <a:pt x="418211" y="1120013"/>
                  </a:lnTo>
                  <a:lnTo>
                    <a:pt x="418211" y="1158113"/>
                  </a:lnTo>
                  <a:lnTo>
                    <a:pt x="427736" y="1158113"/>
                  </a:lnTo>
                  <a:lnTo>
                    <a:pt x="427736" y="1120013"/>
                  </a:lnTo>
                  <a:close/>
                </a:path>
                <a:path w="4074159" h="3162300">
                  <a:moveTo>
                    <a:pt x="427736" y="1186688"/>
                  </a:moveTo>
                  <a:lnTo>
                    <a:pt x="418211" y="1186688"/>
                  </a:lnTo>
                  <a:lnTo>
                    <a:pt x="418211" y="1224788"/>
                  </a:lnTo>
                  <a:lnTo>
                    <a:pt x="427736" y="1224788"/>
                  </a:lnTo>
                  <a:lnTo>
                    <a:pt x="427736" y="1186688"/>
                  </a:lnTo>
                  <a:close/>
                </a:path>
                <a:path w="4074159" h="3162300">
                  <a:moveTo>
                    <a:pt x="427736" y="1253363"/>
                  </a:moveTo>
                  <a:lnTo>
                    <a:pt x="418211" y="1253363"/>
                  </a:lnTo>
                  <a:lnTo>
                    <a:pt x="418211" y="1291463"/>
                  </a:lnTo>
                  <a:lnTo>
                    <a:pt x="427736" y="1291463"/>
                  </a:lnTo>
                  <a:lnTo>
                    <a:pt x="427736" y="1253363"/>
                  </a:lnTo>
                  <a:close/>
                </a:path>
                <a:path w="4074159" h="3162300">
                  <a:moveTo>
                    <a:pt x="427736" y="1320038"/>
                  </a:moveTo>
                  <a:lnTo>
                    <a:pt x="418211" y="1320038"/>
                  </a:lnTo>
                  <a:lnTo>
                    <a:pt x="418211" y="1358138"/>
                  </a:lnTo>
                  <a:lnTo>
                    <a:pt x="427736" y="1358138"/>
                  </a:lnTo>
                  <a:lnTo>
                    <a:pt x="427736" y="1320038"/>
                  </a:lnTo>
                  <a:close/>
                </a:path>
                <a:path w="4074159" h="3162300">
                  <a:moveTo>
                    <a:pt x="427736" y="1386713"/>
                  </a:moveTo>
                  <a:lnTo>
                    <a:pt x="418211" y="1386713"/>
                  </a:lnTo>
                  <a:lnTo>
                    <a:pt x="418211" y="1424813"/>
                  </a:lnTo>
                  <a:lnTo>
                    <a:pt x="427736" y="1424813"/>
                  </a:lnTo>
                  <a:lnTo>
                    <a:pt x="427736" y="1386713"/>
                  </a:lnTo>
                  <a:close/>
                </a:path>
                <a:path w="4074159" h="3162300">
                  <a:moveTo>
                    <a:pt x="427736" y="1453388"/>
                  </a:moveTo>
                  <a:lnTo>
                    <a:pt x="418211" y="1453388"/>
                  </a:lnTo>
                  <a:lnTo>
                    <a:pt x="418211" y="1491488"/>
                  </a:lnTo>
                  <a:lnTo>
                    <a:pt x="427736" y="1491488"/>
                  </a:lnTo>
                  <a:lnTo>
                    <a:pt x="427736" y="1453388"/>
                  </a:lnTo>
                  <a:close/>
                </a:path>
                <a:path w="4074159" h="3162300">
                  <a:moveTo>
                    <a:pt x="427736" y="1520063"/>
                  </a:moveTo>
                  <a:lnTo>
                    <a:pt x="418211" y="1520063"/>
                  </a:lnTo>
                  <a:lnTo>
                    <a:pt x="418211" y="1558163"/>
                  </a:lnTo>
                  <a:lnTo>
                    <a:pt x="427736" y="1558163"/>
                  </a:lnTo>
                  <a:lnTo>
                    <a:pt x="427736" y="1520063"/>
                  </a:lnTo>
                  <a:close/>
                </a:path>
                <a:path w="4074159" h="3162300">
                  <a:moveTo>
                    <a:pt x="427736" y="1586738"/>
                  </a:moveTo>
                  <a:lnTo>
                    <a:pt x="418211" y="1586738"/>
                  </a:lnTo>
                  <a:lnTo>
                    <a:pt x="418211" y="1624838"/>
                  </a:lnTo>
                  <a:lnTo>
                    <a:pt x="427736" y="1624838"/>
                  </a:lnTo>
                  <a:lnTo>
                    <a:pt x="427736" y="1586738"/>
                  </a:lnTo>
                  <a:close/>
                </a:path>
                <a:path w="4074159" h="3162300">
                  <a:moveTo>
                    <a:pt x="427736" y="1653413"/>
                  </a:moveTo>
                  <a:lnTo>
                    <a:pt x="418211" y="1653413"/>
                  </a:lnTo>
                  <a:lnTo>
                    <a:pt x="418211" y="1691513"/>
                  </a:lnTo>
                  <a:lnTo>
                    <a:pt x="427736" y="1691513"/>
                  </a:lnTo>
                  <a:lnTo>
                    <a:pt x="427736" y="1653413"/>
                  </a:lnTo>
                  <a:close/>
                </a:path>
                <a:path w="4074159" h="3162300">
                  <a:moveTo>
                    <a:pt x="427736" y="1720088"/>
                  </a:moveTo>
                  <a:lnTo>
                    <a:pt x="418211" y="1720088"/>
                  </a:lnTo>
                  <a:lnTo>
                    <a:pt x="418211" y="1758188"/>
                  </a:lnTo>
                  <a:lnTo>
                    <a:pt x="427736" y="1758188"/>
                  </a:lnTo>
                  <a:lnTo>
                    <a:pt x="427736" y="1720088"/>
                  </a:lnTo>
                  <a:close/>
                </a:path>
                <a:path w="4074159" h="3162300">
                  <a:moveTo>
                    <a:pt x="427736" y="1786763"/>
                  </a:moveTo>
                  <a:lnTo>
                    <a:pt x="418211" y="1786763"/>
                  </a:lnTo>
                  <a:lnTo>
                    <a:pt x="418211" y="1824863"/>
                  </a:lnTo>
                  <a:lnTo>
                    <a:pt x="427736" y="1824863"/>
                  </a:lnTo>
                  <a:lnTo>
                    <a:pt x="427736" y="1786763"/>
                  </a:lnTo>
                  <a:close/>
                </a:path>
                <a:path w="4074159" h="3162300">
                  <a:moveTo>
                    <a:pt x="427736" y="1853438"/>
                  </a:moveTo>
                  <a:lnTo>
                    <a:pt x="418211" y="1853438"/>
                  </a:lnTo>
                  <a:lnTo>
                    <a:pt x="418211" y="1891538"/>
                  </a:lnTo>
                  <a:lnTo>
                    <a:pt x="427736" y="1891538"/>
                  </a:lnTo>
                  <a:lnTo>
                    <a:pt x="427736" y="1853438"/>
                  </a:lnTo>
                  <a:close/>
                </a:path>
                <a:path w="4074159" h="3162300">
                  <a:moveTo>
                    <a:pt x="427736" y="1920113"/>
                  </a:moveTo>
                  <a:lnTo>
                    <a:pt x="418211" y="1920113"/>
                  </a:lnTo>
                  <a:lnTo>
                    <a:pt x="418211" y="1958213"/>
                  </a:lnTo>
                  <a:lnTo>
                    <a:pt x="427736" y="1958213"/>
                  </a:lnTo>
                  <a:lnTo>
                    <a:pt x="427736" y="1920113"/>
                  </a:lnTo>
                  <a:close/>
                </a:path>
                <a:path w="4074159" h="3162300">
                  <a:moveTo>
                    <a:pt x="427736" y="1986788"/>
                  </a:moveTo>
                  <a:lnTo>
                    <a:pt x="418211" y="1986788"/>
                  </a:lnTo>
                  <a:lnTo>
                    <a:pt x="418211" y="2024888"/>
                  </a:lnTo>
                  <a:lnTo>
                    <a:pt x="427736" y="2024888"/>
                  </a:lnTo>
                  <a:lnTo>
                    <a:pt x="427736" y="1986788"/>
                  </a:lnTo>
                  <a:close/>
                </a:path>
                <a:path w="4074159" h="3162300">
                  <a:moveTo>
                    <a:pt x="427736" y="2053463"/>
                  </a:moveTo>
                  <a:lnTo>
                    <a:pt x="418211" y="2053463"/>
                  </a:lnTo>
                  <a:lnTo>
                    <a:pt x="418211" y="2091563"/>
                  </a:lnTo>
                  <a:lnTo>
                    <a:pt x="427736" y="2091563"/>
                  </a:lnTo>
                  <a:lnTo>
                    <a:pt x="427736" y="2053463"/>
                  </a:lnTo>
                  <a:close/>
                </a:path>
                <a:path w="4074159" h="3162300">
                  <a:moveTo>
                    <a:pt x="427736" y="2120138"/>
                  </a:moveTo>
                  <a:lnTo>
                    <a:pt x="418211" y="2120138"/>
                  </a:lnTo>
                  <a:lnTo>
                    <a:pt x="418211" y="2158238"/>
                  </a:lnTo>
                  <a:lnTo>
                    <a:pt x="427736" y="2158238"/>
                  </a:lnTo>
                  <a:lnTo>
                    <a:pt x="427736" y="2120138"/>
                  </a:lnTo>
                  <a:close/>
                </a:path>
                <a:path w="4074159" h="3162300">
                  <a:moveTo>
                    <a:pt x="427736" y="2186813"/>
                  </a:moveTo>
                  <a:lnTo>
                    <a:pt x="418211" y="2186813"/>
                  </a:lnTo>
                  <a:lnTo>
                    <a:pt x="418211" y="2224913"/>
                  </a:lnTo>
                  <a:lnTo>
                    <a:pt x="427736" y="2224913"/>
                  </a:lnTo>
                  <a:lnTo>
                    <a:pt x="427736" y="2186813"/>
                  </a:lnTo>
                  <a:close/>
                </a:path>
                <a:path w="4074159" h="3162300">
                  <a:moveTo>
                    <a:pt x="427736" y="2253488"/>
                  </a:moveTo>
                  <a:lnTo>
                    <a:pt x="418211" y="2253488"/>
                  </a:lnTo>
                  <a:lnTo>
                    <a:pt x="418211" y="2291588"/>
                  </a:lnTo>
                  <a:lnTo>
                    <a:pt x="427736" y="2291588"/>
                  </a:lnTo>
                  <a:lnTo>
                    <a:pt x="427736" y="2253488"/>
                  </a:lnTo>
                  <a:close/>
                </a:path>
                <a:path w="4074159" h="3162300">
                  <a:moveTo>
                    <a:pt x="427736" y="2320163"/>
                  </a:moveTo>
                  <a:lnTo>
                    <a:pt x="418211" y="2320163"/>
                  </a:lnTo>
                  <a:lnTo>
                    <a:pt x="418211" y="2358263"/>
                  </a:lnTo>
                  <a:lnTo>
                    <a:pt x="427736" y="2358263"/>
                  </a:lnTo>
                  <a:lnTo>
                    <a:pt x="427736" y="2320163"/>
                  </a:lnTo>
                  <a:close/>
                </a:path>
                <a:path w="4074159" h="3162300">
                  <a:moveTo>
                    <a:pt x="427736" y="2386838"/>
                  </a:moveTo>
                  <a:lnTo>
                    <a:pt x="418211" y="2386838"/>
                  </a:lnTo>
                  <a:lnTo>
                    <a:pt x="418211" y="2424938"/>
                  </a:lnTo>
                  <a:lnTo>
                    <a:pt x="427736" y="2424938"/>
                  </a:lnTo>
                  <a:lnTo>
                    <a:pt x="427736" y="2386838"/>
                  </a:lnTo>
                  <a:close/>
                </a:path>
                <a:path w="4074159" h="3162300">
                  <a:moveTo>
                    <a:pt x="427736" y="2453513"/>
                  </a:moveTo>
                  <a:lnTo>
                    <a:pt x="418211" y="2453513"/>
                  </a:lnTo>
                  <a:lnTo>
                    <a:pt x="418211" y="2491613"/>
                  </a:lnTo>
                  <a:lnTo>
                    <a:pt x="427736" y="2491613"/>
                  </a:lnTo>
                  <a:lnTo>
                    <a:pt x="427736" y="2453513"/>
                  </a:lnTo>
                  <a:close/>
                </a:path>
                <a:path w="4074159" h="3162300">
                  <a:moveTo>
                    <a:pt x="427736" y="2520188"/>
                  </a:moveTo>
                  <a:lnTo>
                    <a:pt x="418211" y="2520188"/>
                  </a:lnTo>
                  <a:lnTo>
                    <a:pt x="418211" y="2558288"/>
                  </a:lnTo>
                  <a:lnTo>
                    <a:pt x="427736" y="2558288"/>
                  </a:lnTo>
                  <a:lnTo>
                    <a:pt x="427736" y="2520188"/>
                  </a:lnTo>
                  <a:close/>
                </a:path>
                <a:path w="4074159" h="3162300">
                  <a:moveTo>
                    <a:pt x="427736" y="2586863"/>
                  </a:moveTo>
                  <a:lnTo>
                    <a:pt x="418211" y="2586863"/>
                  </a:lnTo>
                  <a:lnTo>
                    <a:pt x="418211" y="2624963"/>
                  </a:lnTo>
                  <a:lnTo>
                    <a:pt x="427736" y="2624963"/>
                  </a:lnTo>
                  <a:lnTo>
                    <a:pt x="427736" y="2586863"/>
                  </a:lnTo>
                  <a:close/>
                </a:path>
                <a:path w="4074159" h="3162300">
                  <a:moveTo>
                    <a:pt x="427736" y="2653538"/>
                  </a:moveTo>
                  <a:lnTo>
                    <a:pt x="418211" y="2653538"/>
                  </a:lnTo>
                  <a:lnTo>
                    <a:pt x="418211" y="2691638"/>
                  </a:lnTo>
                  <a:lnTo>
                    <a:pt x="427736" y="2691638"/>
                  </a:lnTo>
                  <a:lnTo>
                    <a:pt x="427736" y="2653538"/>
                  </a:lnTo>
                  <a:close/>
                </a:path>
                <a:path w="4074159" h="3162300">
                  <a:moveTo>
                    <a:pt x="427736" y="2720213"/>
                  </a:moveTo>
                  <a:lnTo>
                    <a:pt x="418211" y="2720213"/>
                  </a:lnTo>
                  <a:lnTo>
                    <a:pt x="418211" y="2758313"/>
                  </a:lnTo>
                  <a:lnTo>
                    <a:pt x="427736" y="2758313"/>
                  </a:lnTo>
                  <a:lnTo>
                    <a:pt x="427736" y="2720213"/>
                  </a:lnTo>
                  <a:close/>
                </a:path>
                <a:path w="4074159" h="3162300">
                  <a:moveTo>
                    <a:pt x="427736" y="2786888"/>
                  </a:moveTo>
                  <a:lnTo>
                    <a:pt x="418211" y="2786888"/>
                  </a:lnTo>
                  <a:lnTo>
                    <a:pt x="418211" y="2824988"/>
                  </a:lnTo>
                  <a:lnTo>
                    <a:pt x="427736" y="2824988"/>
                  </a:lnTo>
                  <a:lnTo>
                    <a:pt x="427736" y="2786888"/>
                  </a:lnTo>
                  <a:close/>
                </a:path>
                <a:path w="4074159" h="3162300">
                  <a:moveTo>
                    <a:pt x="427736" y="2853563"/>
                  </a:moveTo>
                  <a:lnTo>
                    <a:pt x="418211" y="2853563"/>
                  </a:lnTo>
                  <a:lnTo>
                    <a:pt x="418211" y="2891663"/>
                  </a:lnTo>
                  <a:lnTo>
                    <a:pt x="427736" y="2891663"/>
                  </a:lnTo>
                  <a:lnTo>
                    <a:pt x="427736" y="2853563"/>
                  </a:lnTo>
                  <a:close/>
                </a:path>
                <a:path w="4074159" h="3162300">
                  <a:moveTo>
                    <a:pt x="427736" y="2920238"/>
                  </a:moveTo>
                  <a:lnTo>
                    <a:pt x="418211" y="2920238"/>
                  </a:lnTo>
                  <a:lnTo>
                    <a:pt x="418211" y="2958338"/>
                  </a:lnTo>
                  <a:lnTo>
                    <a:pt x="427736" y="2958338"/>
                  </a:lnTo>
                  <a:lnTo>
                    <a:pt x="427736" y="2920238"/>
                  </a:lnTo>
                  <a:close/>
                </a:path>
                <a:path w="4074159" h="3162300">
                  <a:moveTo>
                    <a:pt x="427736" y="2986913"/>
                  </a:moveTo>
                  <a:lnTo>
                    <a:pt x="418211" y="2986913"/>
                  </a:lnTo>
                  <a:lnTo>
                    <a:pt x="418211" y="3025013"/>
                  </a:lnTo>
                  <a:lnTo>
                    <a:pt x="427736" y="3025013"/>
                  </a:lnTo>
                  <a:lnTo>
                    <a:pt x="427736" y="2986913"/>
                  </a:lnTo>
                  <a:close/>
                </a:path>
                <a:path w="4074159" h="3162300">
                  <a:moveTo>
                    <a:pt x="427736" y="3053588"/>
                  </a:moveTo>
                  <a:lnTo>
                    <a:pt x="418211" y="3053588"/>
                  </a:lnTo>
                  <a:lnTo>
                    <a:pt x="418211" y="3091688"/>
                  </a:lnTo>
                  <a:lnTo>
                    <a:pt x="427736" y="3091688"/>
                  </a:lnTo>
                  <a:lnTo>
                    <a:pt x="427736" y="3053588"/>
                  </a:lnTo>
                  <a:close/>
                </a:path>
                <a:path w="4074159" h="3162300">
                  <a:moveTo>
                    <a:pt x="424083" y="3120263"/>
                  </a:moveTo>
                  <a:lnTo>
                    <a:pt x="418211" y="3120263"/>
                  </a:lnTo>
                  <a:lnTo>
                    <a:pt x="418211" y="3126486"/>
                  </a:lnTo>
                  <a:lnTo>
                    <a:pt x="420369" y="3128645"/>
                  </a:lnTo>
                  <a:lnTo>
                    <a:pt x="457453" y="3128645"/>
                  </a:lnTo>
                  <a:lnTo>
                    <a:pt x="457453" y="3123819"/>
                  </a:lnTo>
                  <a:lnTo>
                    <a:pt x="427736" y="3123819"/>
                  </a:lnTo>
                  <a:lnTo>
                    <a:pt x="424083" y="3120263"/>
                  </a:lnTo>
                  <a:close/>
                </a:path>
                <a:path w="4074159" h="3162300">
                  <a:moveTo>
                    <a:pt x="457453" y="3119120"/>
                  </a:moveTo>
                  <a:lnTo>
                    <a:pt x="422910" y="3119120"/>
                  </a:lnTo>
                  <a:lnTo>
                    <a:pt x="427736" y="3123819"/>
                  </a:lnTo>
                  <a:lnTo>
                    <a:pt x="427736" y="3120263"/>
                  </a:lnTo>
                  <a:lnTo>
                    <a:pt x="457453" y="3120263"/>
                  </a:lnTo>
                  <a:lnTo>
                    <a:pt x="457453" y="3119120"/>
                  </a:lnTo>
                  <a:close/>
                </a:path>
                <a:path w="4074159" h="3162300">
                  <a:moveTo>
                    <a:pt x="457453" y="3120263"/>
                  </a:moveTo>
                  <a:lnTo>
                    <a:pt x="427736" y="3120263"/>
                  </a:lnTo>
                  <a:lnTo>
                    <a:pt x="427736" y="3123819"/>
                  </a:lnTo>
                  <a:lnTo>
                    <a:pt x="457453" y="3123819"/>
                  </a:lnTo>
                  <a:lnTo>
                    <a:pt x="457453" y="3120263"/>
                  </a:lnTo>
                  <a:close/>
                </a:path>
                <a:path w="4074159" h="3162300">
                  <a:moveTo>
                    <a:pt x="524128" y="3119120"/>
                  </a:moveTo>
                  <a:lnTo>
                    <a:pt x="486028" y="3119120"/>
                  </a:lnTo>
                  <a:lnTo>
                    <a:pt x="486028" y="3128645"/>
                  </a:lnTo>
                  <a:lnTo>
                    <a:pt x="524128" y="3128645"/>
                  </a:lnTo>
                  <a:lnTo>
                    <a:pt x="524128" y="3119120"/>
                  </a:lnTo>
                  <a:close/>
                </a:path>
                <a:path w="4074159" h="3162300">
                  <a:moveTo>
                    <a:pt x="590803" y="3119120"/>
                  </a:moveTo>
                  <a:lnTo>
                    <a:pt x="552703" y="3119120"/>
                  </a:lnTo>
                  <a:lnTo>
                    <a:pt x="552703" y="3128645"/>
                  </a:lnTo>
                  <a:lnTo>
                    <a:pt x="590803" y="3128645"/>
                  </a:lnTo>
                  <a:lnTo>
                    <a:pt x="590803" y="3119120"/>
                  </a:lnTo>
                  <a:close/>
                </a:path>
                <a:path w="4074159" h="3162300">
                  <a:moveTo>
                    <a:pt x="657478" y="3119120"/>
                  </a:moveTo>
                  <a:lnTo>
                    <a:pt x="619378" y="3119120"/>
                  </a:lnTo>
                  <a:lnTo>
                    <a:pt x="619378" y="3128645"/>
                  </a:lnTo>
                  <a:lnTo>
                    <a:pt x="657478" y="3128645"/>
                  </a:lnTo>
                  <a:lnTo>
                    <a:pt x="657478" y="3119120"/>
                  </a:lnTo>
                  <a:close/>
                </a:path>
                <a:path w="4074159" h="3162300">
                  <a:moveTo>
                    <a:pt x="724153" y="3119120"/>
                  </a:moveTo>
                  <a:lnTo>
                    <a:pt x="686053" y="3119120"/>
                  </a:lnTo>
                  <a:lnTo>
                    <a:pt x="686053" y="3128645"/>
                  </a:lnTo>
                  <a:lnTo>
                    <a:pt x="724153" y="3128645"/>
                  </a:lnTo>
                  <a:lnTo>
                    <a:pt x="724153" y="3119120"/>
                  </a:lnTo>
                  <a:close/>
                </a:path>
                <a:path w="4074159" h="3162300">
                  <a:moveTo>
                    <a:pt x="790828" y="3119120"/>
                  </a:moveTo>
                  <a:lnTo>
                    <a:pt x="752728" y="3119120"/>
                  </a:lnTo>
                  <a:lnTo>
                    <a:pt x="752728" y="3128645"/>
                  </a:lnTo>
                  <a:lnTo>
                    <a:pt x="790828" y="3128645"/>
                  </a:lnTo>
                  <a:lnTo>
                    <a:pt x="790828" y="3119120"/>
                  </a:lnTo>
                  <a:close/>
                </a:path>
                <a:path w="4074159" h="3162300">
                  <a:moveTo>
                    <a:pt x="857503" y="3119120"/>
                  </a:moveTo>
                  <a:lnTo>
                    <a:pt x="819403" y="3119120"/>
                  </a:lnTo>
                  <a:lnTo>
                    <a:pt x="819403" y="3128645"/>
                  </a:lnTo>
                  <a:lnTo>
                    <a:pt x="857503" y="3128645"/>
                  </a:lnTo>
                  <a:lnTo>
                    <a:pt x="857503" y="3119120"/>
                  </a:lnTo>
                  <a:close/>
                </a:path>
                <a:path w="4074159" h="3162300">
                  <a:moveTo>
                    <a:pt x="924178" y="3119120"/>
                  </a:moveTo>
                  <a:lnTo>
                    <a:pt x="886078" y="3119120"/>
                  </a:lnTo>
                  <a:lnTo>
                    <a:pt x="886078" y="3128645"/>
                  </a:lnTo>
                  <a:lnTo>
                    <a:pt x="924178" y="3128645"/>
                  </a:lnTo>
                  <a:lnTo>
                    <a:pt x="924178" y="3119120"/>
                  </a:lnTo>
                  <a:close/>
                </a:path>
                <a:path w="4074159" h="3162300">
                  <a:moveTo>
                    <a:pt x="990853" y="3119120"/>
                  </a:moveTo>
                  <a:lnTo>
                    <a:pt x="952753" y="3119120"/>
                  </a:lnTo>
                  <a:lnTo>
                    <a:pt x="952753" y="3128645"/>
                  </a:lnTo>
                  <a:lnTo>
                    <a:pt x="990853" y="3128645"/>
                  </a:lnTo>
                  <a:lnTo>
                    <a:pt x="990853" y="3119120"/>
                  </a:lnTo>
                  <a:close/>
                </a:path>
                <a:path w="4074159" h="3162300">
                  <a:moveTo>
                    <a:pt x="1057528" y="3119120"/>
                  </a:moveTo>
                  <a:lnTo>
                    <a:pt x="1019428" y="3119120"/>
                  </a:lnTo>
                  <a:lnTo>
                    <a:pt x="1019428" y="3128645"/>
                  </a:lnTo>
                  <a:lnTo>
                    <a:pt x="1057528" y="3128645"/>
                  </a:lnTo>
                  <a:lnTo>
                    <a:pt x="1057528" y="3119120"/>
                  </a:lnTo>
                  <a:close/>
                </a:path>
                <a:path w="4074159" h="3162300">
                  <a:moveTo>
                    <a:pt x="1124203" y="3119120"/>
                  </a:moveTo>
                  <a:lnTo>
                    <a:pt x="1086103" y="3119120"/>
                  </a:lnTo>
                  <a:lnTo>
                    <a:pt x="1086103" y="3128645"/>
                  </a:lnTo>
                  <a:lnTo>
                    <a:pt x="1124203" y="3128645"/>
                  </a:lnTo>
                  <a:lnTo>
                    <a:pt x="1124203" y="3119120"/>
                  </a:lnTo>
                  <a:close/>
                </a:path>
                <a:path w="4074159" h="3162300">
                  <a:moveTo>
                    <a:pt x="1190878" y="3119120"/>
                  </a:moveTo>
                  <a:lnTo>
                    <a:pt x="1152778" y="3119120"/>
                  </a:lnTo>
                  <a:lnTo>
                    <a:pt x="1152778" y="3128645"/>
                  </a:lnTo>
                  <a:lnTo>
                    <a:pt x="1190878" y="3128645"/>
                  </a:lnTo>
                  <a:lnTo>
                    <a:pt x="1190878" y="3119120"/>
                  </a:lnTo>
                  <a:close/>
                </a:path>
                <a:path w="4074159" h="3162300">
                  <a:moveTo>
                    <a:pt x="1257553" y="3119120"/>
                  </a:moveTo>
                  <a:lnTo>
                    <a:pt x="1219453" y="3119120"/>
                  </a:lnTo>
                  <a:lnTo>
                    <a:pt x="1219453" y="3128645"/>
                  </a:lnTo>
                  <a:lnTo>
                    <a:pt x="1257553" y="3128645"/>
                  </a:lnTo>
                  <a:lnTo>
                    <a:pt x="1257553" y="3119120"/>
                  </a:lnTo>
                  <a:close/>
                </a:path>
                <a:path w="4074159" h="3162300">
                  <a:moveTo>
                    <a:pt x="1324228" y="3119120"/>
                  </a:moveTo>
                  <a:lnTo>
                    <a:pt x="1286128" y="3119120"/>
                  </a:lnTo>
                  <a:lnTo>
                    <a:pt x="1286128" y="3128645"/>
                  </a:lnTo>
                  <a:lnTo>
                    <a:pt x="1324228" y="3128645"/>
                  </a:lnTo>
                  <a:lnTo>
                    <a:pt x="1324228" y="3119120"/>
                  </a:lnTo>
                  <a:close/>
                </a:path>
                <a:path w="4074159" h="3162300">
                  <a:moveTo>
                    <a:pt x="1390903" y="3119120"/>
                  </a:moveTo>
                  <a:lnTo>
                    <a:pt x="1352803" y="3119120"/>
                  </a:lnTo>
                  <a:lnTo>
                    <a:pt x="1352803" y="3128645"/>
                  </a:lnTo>
                  <a:lnTo>
                    <a:pt x="1390903" y="3128645"/>
                  </a:lnTo>
                  <a:lnTo>
                    <a:pt x="1390903" y="3119120"/>
                  </a:lnTo>
                  <a:close/>
                </a:path>
                <a:path w="4074159" h="3162300">
                  <a:moveTo>
                    <a:pt x="1457578" y="3119120"/>
                  </a:moveTo>
                  <a:lnTo>
                    <a:pt x="1419478" y="3119120"/>
                  </a:lnTo>
                  <a:lnTo>
                    <a:pt x="1419478" y="3128645"/>
                  </a:lnTo>
                  <a:lnTo>
                    <a:pt x="1457578" y="3128645"/>
                  </a:lnTo>
                  <a:lnTo>
                    <a:pt x="1457578" y="3119120"/>
                  </a:lnTo>
                  <a:close/>
                </a:path>
                <a:path w="4074159" h="3162300">
                  <a:moveTo>
                    <a:pt x="1524253" y="3119120"/>
                  </a:moveTo>
                  <a:lnTo>
                    <a:pt x="1486153" y="3119120"/>
                  </a:lnTo>
                  <a:lnTo>
                    <a:pt x="1486153" y="3128645"/>
                  </a:lnTo>
                  <a:lnTo>
                    <a:pt x="1524253" y="3128645"/>
                  </a:lnTo>
                  <a:lnTo>
                    <a:pt x="1524253" y="3119120"/>
                  </a:lnTo>
                  <a:close/>
                </a:path>
                <a:path w="4074159" h="3162300">
                  <a:moveTo>
                    <a:pt x="1590928" y="3119120"/>
                  </a:moveTo>
                  <a:lnTo>
                    <a:pt x="1552828" y="3119120"/>
                  </a:lnTo>
                  <a:lnTo>
                    <a:pt x="1552828" y="3128645"/>
                  </a:lnTo>
                  <a:lnTo>
                    <a:pt x="1590928" y="3128645"/>
                  </a:lnTo>
                  <a:lnTo>
                    <a:pt x="1590928" y="3119120"/>
                  </a:lnTo>
                  <a:close/>
                </a:path>
                <a:path w="4074159" h="3162300">
                  <a:moveTo>
                    <a:pt x="1657603" y="3119120"/>
                  </a:moveTo>
                  <a:lnTo>
                    <a:pt x="1619503" y="3119120"/>
                  </a:lnTo>
                  <a:lnTo>
                    <a:pt x="1619503" y="3128645"/>
                  </a:lnTo>
                  <a:lnTo>
                    <a:pt x="1657603" y="3128645"/>
                  </a:lnTo>
                  <a:lnTo>
                    <a:pt x="1657603" y="3119120"/>
                  </a:lnTo>
                  <a:close/>
                </a:path>
                <a:path w="4074159" h="3162300">
                  <a:moveTo>
                    <a:pt x="1724278" y="3119120"/>
                  </a:moveTo>
                  <a:lnTo>
                    <a:pt x="1686178" y="3119120"/>
                  </a:lnTo>
                  <a:lnTo>
                    <a:pt x="1686178" y="3128645"/>
                  </a:lnTo>
                  <a:lnTo>
                    <a:pt x="1724278" y="3128645"/>
                  </a:lnTo>
                  <a:lnTo>
                    <a:pt x="1724278" y="3119120"/>
                  </a:lnTo>
                  <a:close/>
                </a:path>
                <a:path w="4074159" h="3162300">
                  <a:moveTo>
                    <a:pt x="1790953" y="3119120"/>
                  </a:moveTo>
                  <a:lnTo>
                    <a:pt x="1752853" y="3119120"/>
                  </a:lnTo>
                  <a:lnTo>
                    <a:pt x="1752853" y="3128645"/>
                  </a:lnTo>
                  <a:lnTo>
                    <a:pt x="1790953" y="3128645"/>
                  </a:lnTo>
                  <a:lnTo>
                    <a:pt x="1790953" y="3119120"/>
                  </a:lnTo>
                  <a:close/>
                </a:path>
                <a:path w="4074159" h="3162300">
                  <a:moveTo>
                    <a:pt x="1857628" y="3119120"/>
                  </a:moveTo>
                  <a:lnTo>
                    <a:pt x="1819528" y="3119120"/>
                  </a:lnTo>
                  <a:lnTo>
                    <a:pt x="1819528" y="3128645"/>
                  </a:lnTo>
                  <a:lnTo>
                    <a:pt x="1857628" y="3128645"/>
                  </a:lnTo>
                  <a:lnTo>
                    <a:pt x="1857628" y="3119120"/>
                  </a:lnTo>
                  <a:close/>
                </a:path>
                <a:path w="4074159" h="3162300">
                  <a:moveTo>
                    <a:pt x="1924303" y="3119120"/>
                  </a:moveTo>
                  <a:lnTo>
                    <a:pt x="1886203" y="3119120"/>
                  </a:lnTo>
                  <a:lnTo>
                    <a:pt x="1886203" y="3128645"/>
                  </a:lnTo>
                  <a:lnTo>
                    <a:pt x="1924303" y="3128645"/>
                  </a:lnTo>
                  <a:lnTo>
                    <a:pt x="1924303" y="3119120"/>
                  </a:lnTo>
                  <a:close/>
                </a:path>
                <a:path w="4074159" h="3162300">
                  <a:moveTo>
                    <a:pt x="1990978" y="3119120"/>
                  </a:moveTo>
                  <a:lnTo>
                    <a:pt x="1952878" y="3119120"/>
                  </a:lnTo>
                  <a:lnTo>
                    <a:pt x="1952878" y="3128645"/>
                  </a:lnTo>
                  <a:lnTo>
                    <a:pt x="1990978" y="3128645"/>
                  </a:lnTo>
                  <a:lnTo>
                    <a:pt x="1990978" y="3119120"/>
                  </a:lnTo>
                  <a:close/>
                </a:path>
                <a:path w="4074159" h="3162300">
                  <a:moveTo>
                    <a:pt x="2057653" y="3119120"/>
                  </a:moveTo>
                  <a:lnTo>
                    <a:pt x="2019553" y="3119120"/>
                  </a:lnTo>
                  <a:lnTo>
                    <a:pt x="2019553" y="3128645"/>
                  </a:lnTo>
                  <a:lnTo>
                    <a:pt x="2057653" y="3128645"/>
                  </a:lnTo>
                  <a:lnTo>
                    <a:pt x="2057653" y="3119120"/>
                  </a:lnTo>
                  <a:close/>
                </a:path>
                <a:path w="4074159" h="3162300">
                  <a:moveTo>
                    <a:pt x="2124329" y="3119120"/>
                  </a:moveTo>
                  <a:lnTo>
                    <a:pt x="2086228" y="3119120"/>
                  </a:lnTo>
                  <a:lnTo>
                    <a:pt x="2086228" y="3128645"/>
                  </a:lnTo>
                  <a:lnTo>
                    <a:pt x="2124329" y="3128645"/>
                  </a:lnTo>
                  <a:lnTo>
                    <a:pt x="2124329" y="3119120"/>
                  </a:lnTo>
                  <a:close/>
                </a:path>
                <a:path w="4074159" h="3162300">
                  <a:moveTo>
                    <a:pt x="2191004" y="3119120"/>
                  </a:moveTo>
                  <a:lnTo>
                    <a:pt x="2152904" y="3119120"/>
                  </a:lnTo>
                  <a:lnTo>
                    <a:pt x="2152904" y="3128645"/>
                  </a:lnTo>
                  <a:lnTo>
                    <a:pt x="2191004" y="3128645"/>
                  </a:lnTo>
                  <a:lnTo>
                    <a:pt x="2191004" y="3119120"/>
                  </a:lnTo>
                  <a:close/>
                </a:path>
                <a:path w="4074159" h="3162300">
                  <a:moveTo>
                    <a:pt x="2257679" y="3119120"/>
                  </a:moveTo>
                  <a:lnTo>
                    <a:pt x="2219579" y="3119120"/>
                  </a:lnTo>
                  <a:lnTo>
                    <a:pt x="2219579" y="3128645"/>
                  </a:lnTo>
                  <a:lnTo>
                    <a:pt x="2257679" y="3128645"/>
                  </a:lnTo>
                  <a:lnTo>
                    <a:pt x="2257679" y="3119120"/>
                  </a:lnTo>
                  <a:close/>
                </a:path>
                <a:path w="4074159" h="3162300">
                  <a:moveTo>
                    <a:pt x="2324354" y="3119120"/>
                  </a:moveTo>
                  <a:lnTo>
                    <a:pt x="2286254" y="3119120"/>
                  </a:lnTo>
                  <a:lnTo>
                    <a:pt x="2286254" y="3128645"/>
                  </a:lnTo>
                  <a:lnTo>
                    <a:pt x="2324354" y="3128645"/>
                  </a:lnTo>
                  <a:lnTo>
                    <a:pt x="2324354" y="3119120"/>
                  </a:lnTo>
                  <a:close/>
                </a:path>
                <a:path w="4074159" h="3162300">
                  <a:moveTo>
                    <a:pt x="2391029" y="3119120"/>
                  </a:moveTo>
                  <a:lnTo>
                    <a:pt x="2352929" y="3119120"/>
                  </a:lnTo>
                  <a:lnTo>
                    <a:pt x="2352929" y="3128645"/>
                  </a:lnTo>
                  <a:lnTo>
                    <a:pt x="2391029" y="3128645"/>
                  </a:lnTo>
                  <a:lnTo>
                    <a:pt x="2391029" y="3119120"/>
                  </a:lnTo>
                  <a:close/>
                </a:path>
                <a:path w="4074159" h="3162300">
                  <a:moveTo>
                    <a:pt x="2457704" y="3119120"/>
                  </a:moveTo>
                  <a:lnTo>
                    <a:pt x="2419604" y="3119120"/>
                  </a:lnTo>
                  <a:lnTo>
                    <a:pt x="2419604" y="3128645"/>
                  </a:lnTo>
                  <a:lnTo>
                    <a:pt x="2457704" y="3128645"/>
                  </a:lnTo>
                  <a:lnTo>
                    <a:pt x="2457704" y="3119120"/>
                  </a:lnTo>
                  <a:close/>
                </a:path>
                <a:path w="4074159" h="3162300">
                  <a:moveTo>
                    <a:pt x="2524379" y="3119120"/>
                  </a:moveTo>
                  <a:lnTo>
                    <a:pt x="2486279" y="3119120"/>
                  </a:lnTo>
                  <a:lnTo>
                    <a:pt x="2486279" y="3128645"/>
                  </a:lnTo>
                  <a:lnTo>
                    <a:pt x="2524379" y="3128645"/>
                  </a:lnTo>
                  <a:lnTo>
                    <a:pt x="2524379" y="3119120"/>
                  </a:lnTo>
                  <a:close/>
                </a:path>
                <a:path w="4074159" h="3162300">
                  <a:moveTo>
                    <a:pt x="2591054" y="3119120"/>
                  </a:moveTo>
                  <a:lnTo>
                    <a:pt x="2552954" y="3119120"/>
                  </a:lnTo>
                  <a:lnTo>
                    <a:pt x="2552954" y="3128645"/>
                  </a:lnTo>
                  <a:lnTo>
                    <a:pt x="2591054" y="3128645"/>
                  </a:lnTo>
                  <a:lnTo>
                    <a:pt x="2591054" y="3119120"/>
                  </a:lnTo>
                  <a:close/>
                </a:path>
                <a:path w="4074159" h="3162300">
                  <a:moveTo>
                    <a:pt x="2657729" y="3119120"/>
                  </a:moveTo>
                  <a:lnTo>
                    <a:pt x="2619629" y="3119120"/>
                  </a:lnTo>
                  <a:lnTo>
                    <a:pt x="2619629" y="3128645"/>
                  </a:lnTo>
                  <a:lnTo>
                    <a:pt x="2657729" y="3128645"/>
                  </a:lnTo>
                  <a:lnTo>
                    <a:pt x="2657729" y="3119120"/>
                  </a:lnTo>
                  <a:close/>
                </a:path>
                <a:path w="4074159" h="3162300">
                  <a:moveTo>
                    <a:pt x="2724404" y="3119120"/>
                  </a:moveTo>
                  <a:lnTo>
                    <a:pt x="2686304" y="3119120"/>
                  </a:lnTo>
                  <a:lnTo>
                    <a:pt x="2686304" y="3128645"/>
                  </a:lnTo>
                  <a:lnTo>
                    <a:pt x="2724404" y="3128645"/>
                  </a:lnTo>
                  <a:lnTo>
                    <a:pt x="2724404" y="3119120"/>
                  </a:lnTo>
                  <a:close/>
                </a:path>
                <a:path w="4074159" h="3162300">
                  <a:moveTo>
                    <a:pt x="2791079" y="3119120"/>
                  </a:moveTo>
                  <a:lnTo>
                    <a:pt x="2752979" y="3119120"/>
                  </a:lnTo>
                  <a:lnTo>
                    <a:pt x="2752979" y="3128645"/>
                  </a:lnTo>
                  <a:lnTo>
                    <a:pt x="2791079" y="3128645"/>
                  </a:lnTo>
                  <a:lnTo>
                    <a:pt x="2791079" y="3119120"/>
                  </a:lnTo>
                  <a:close/>
                </a:path>
                <a:path w="4074159" h="3162300">
                  <a:moveTo>
                    <a:pt x="2857754" y="3119120"/>
                  </a:moveTo>
                  <a:lnTo>
                    <a:pt x="2819654" y="3119120"/>
                  </a:lnTo>
                  <a:lnTo>
                    <a:pt x="2819654" y="3128645"/>
                  </a:lnTo>
                  <a:lnTo>
                    <a:pt x="2857754" y="3128645"/>
                  </a:lnTo>
                  <a:lnTo>
                    <a:pt x="2857754" y="3119120"/>
                  </a:lnTo>
                  <a:close/>
                </a:path>
                <a:path w="4074159" h="3162300">
                  <a:moveTo>
                    <a:pt x="2924429" y="3119120"/>
                  </a:moveTo>
                  <a:lnTo>
                    <a:pt x="2886329" y="3119120"/>
                  </a:lnTo>
                  <a:lnTo>
                    <a:pt x="2886329" y="3128645"/>
                  </a:lnTo>
                  <a:lnTo>
                    <a:pt x="2924429" y="3128645"/>
                  </a:lnTo>
                  <a:lnTo>
                    <a:pt x="2924429" y="3119120"/>
                  </a:lnTo>
                  <a:close/>
                </a:path>
                <a:path w="4074159" h="3162300">
                  <a:moveTo>
                    <a:pt x="2991104" y="3119120"/>
                  </a:moveTo>
                  <a:lnTo>
                    <a:pt x="2953004" y="3119120"/>
                  </a:lnTo>
                  <a:lnTo>
                    <a:pt x="2953004" y="3128645"/>
                  </a:lnTo>
                  <a:lnTo>
                    <a:pt x="2991104" y="3128645"/>
                  </a:lnTo>
                  <a:lnTo>
                    <a:pt x="2991104" y="3119120"/>
                  </a:lnTo>
                  <a:close/>
                </a:path>
                <a:path w="4074159" h="3162300">
                  <a:moveTo>
                    <a:pt x="3057779" y="3119120"/>
                  </a:moveTo>
                  <a:lnTo>
                    <a:pt x="3019679" y="3119120"/>
                  </a:lnTo>
                  <a:lnTo>
                    <a:pt x="3019679" y="3128645"/>
                  </a:lnTo>
                  <a:lnTo>
                    <a:pt x="3057779" y="3128645"/>
                  </a:lnTo>
                  <a:lnTo>
                    <a:pt x="3057779" y="3119120"/>
                  </a:lnTo>
                  <a:close/>
                </a:path>
                <a:path w="4074159" h="3162300">
                  <a:moveTo>
                    <a:pt x="3124454" y="3119120"/>
                  </a:moveTo>
                  <a:lnTo>
                    <a:pt x="3086354" y="3119120"/>
                  </a:lnTo>
                  <a:lnTo>
                    <a:pt x="3086354" y="3128645"/>
                  </a:lnTo>
                  <a:lnTo>
                    <a:pt x="3124454" y="3128645"/>
                  </a:lnTo>
                  <a:lnTo>
                    <a:pt x="3124454" y="3119120"/>
                  </a:lnTo>
                  <a:close/>
                </a:path>
                <a:path w="4074159" h="3162300">
                  <a:moveTo>
                    <a:pt x="3191129" y="3119120"/>
                  </a:moveTo>
                  <a:lnTo>
                    <a:pt x="3153029" y="3119120"/>
                  </a:lnTo>
                  <a:lnTo>
                    <a:pt x="3153029" y="3128645"/>
                  </a:lnTo>
                  <a:lnTo>
                    <a:pt x="3191129" y="3128645"/>
                  </a:lnTo>
                  <a:lnTo>
                    <a:pt x="3191129" y="3119120"/>
                  </a:lnTo>
                  <a:close/>
                </a:path>
                <a:path w="4074159" h="3162300">
                  <a:moveTo>
                    <a:pt x="3257804" y="3119120"/>
                  </a:moveTo>
                  <a:lnTo>
                    <a:pt x="3219704" y="3119120"/>
                  </a:lnTo>
                  <a:lnTo>
                    <a:pt x="3219704" y="3128645"/>
                  </a:lnTo>
                  <a:lnTo>
                    <a:pt x="3257804" y="3128645"/>
                  </a:lnTo>
                  <a:lnTo>
                    <a:pt x="3257804" y="3119120"/>
                  </a:lnTo>
                  <a:close/>
                </a:path>
                <a:path w="4074159" h="3162300">
                  <a:moveTo>
                    <a:pt x="3324479" y="3119120"/>
                  </a:moveTo>
                  <a:lnTo>
                    <a:pt x="3286379" y="3119120"/>
                  </a:lnTo>
                  <a:lnTo>
                    <a:pt x="3286379" y="3128645"/>
                  </a:lnTo>
                  <a:lnTo>
                    <a:pt x="3324479" y="3128645"/>
                  </a:lnTo>
                  <a:lnTo>
                    <a:pt x="3324479" y="3119120"/>
                  </a:lnTo>
                  <a:close/>
                </a:path>
                <a:path w="4074159" h="3162300">
                  <a:moveTo>
                    <a:pt x="3391154" y="3119120"/>
                  </a:moveTo>
                  <a:lnTo>
                    <a:pt x="3353054" y="3119120"/>
                  </a:lnTo>
                  <a:lnTo>
                    <a:pt x="3353054" y="3128645"/>
                  </a:lnTo>
                  <a:lnTo>
                    <a:pt x="3391154" y="3128645"/>
                  </a:lnTo>
                  <a:lnTo>
                    <a:pt x="3391154" y="3119120"/>
                  </a:lnTo>
                  <a:close/>
                </a:path>
                <a:path w="4074159" h="3162300">
                  <a:moveTo>
                    <a:pt x="3457829" y="3119120"/>
                  </a:moveTo>
                  <a:lnTo>
                    <a:pt x="3419729" y="3119120"/>
                  </a:lnTo>
                  <a:lnTo>
                    <a:pt x="3419729" y="3128645"/>
                  </a:lnTo>
                  <a:lnTo>
                    <a:pt x="3457829" y="3128645"/>
                  </a:lnTo>
                  <a:lnTo>
                    <a:pt x="3457829" y="3119120"/>
                  </a:lnTo>
                  <a:close/>
                </a:path>
                <a:path w="4074159" h="3162300">
                  <a:moveTo>
                    <a:pt x="3524504" y="3119120"/>
                  </a:moveTo>
                  <a:lnTo>
                    <a:pt x="3486404" y="3119120"/>
                  </a:lnTo>
                  <a:lnTo>
                    <a:pt x="3486404" y="3128645"/>
                  </a:lnTo>
                  <a:lnTo>
                    <a:pt x="3524504" y="3128645"/>
                  </a:lnTo>
                  <a:lnTo>
                    <a:pt x="3524504" y="3119120"/>
                  </a:lnTo>
                  <a:close/>
                </a:path>
                <a:path w="4074159" h="3162300">
                  <a:moveTo>
                    <a:pt x="3591179" y="3119120"/>
                  </a:moveTo>
                  <a:lnTo>
                    <a:pt x="3553079" y="3119120"/>
                  </a:lnTo>
                  <a:lnTo>
                    <a:pt x="3553079" y="3128645"/>
                  </a:lnTo>
                  <a:lnTo>
                    <a:pt x="3591179" y="3128645"/>
                  </a:lnTo>
                  <a:lnTo>
                    <a:pt x="3591179" y="3119120"/>
                  </a:lnTo>
                  <a:close/>
                </a:path>
                <a:path w="4074159" h="3162300">
                  <a:moveTo>
                    <a:pt x="3657854" y="3119120"/>
                  </a:moveTo>
                  <a:lnTo>
                    <a:pt x="3619754" y="3119120"/>
                  </a:lnTo>
                  <a:lnTo>
                    <a:pt x="3619754" y="3128645"/>
                  </a:lnTo>
                  <a:lnTo>
                    <a:pt x="3657854" y="3128645"/>
                  </a:lnTo>
                  <a:lnTo>
                    <a:pt x="3657854" y="3119120"/>
                  </a:lnTo>
                  <a:close/>
                </a:path>
                <a:path w="4074159" h="3162300">
                  <a:moveTo>
                    <a:pt x="3724529" y="3119120"/>
                  </a:moveTo>
                  <a:lnTo>
                    <a:pt x="3686429" y="3119120"/>
                  </a:lnTo>
                  <a:lnTo>
                    <a:pt x="3686429" y="3128645"/>
                  </a:lnTo>
                  <a:lnTo>
                    <a:pt x="3724529" y="3128645"/>
                  </a:lnTo>
                  <a:lnTo>
                    <a:pt x="3724529" y="3119120"/>
                  </a:lnTo>
                  <a:close/>
                </a:path>
                <a:path w="4074159" h="3162300">
                  <a:moveTo>
                    <a:pt x="3791204" y="3119120"/>
                  </a:moveTo>
                  <a:lnTo>
                    <a:pt x="3753104" y="3119120"/>
                  </a:lnTo>
                  <a:lnTo>
                    <a:pt x="3753104" y="3128645"/>
                  </a:lnTo>
                  <a:lnTo>
                    <a:pt x="3791204" y="3128645"/>
                  </a:lnTo>
                  <a:lnTo>
                    <a:pt x="3791204" y="3119120"/>
                  </a:lnTo>
                  <a:close/>
                </a:path>
                <a:path w="4074159" h="3162300">
                  <a:moveTo>
                    <a:pt x="3857879" y="3119120"/>
                  </a:moveTo>
                  <a:lnTo>
                    <a:pt x="3819779" y="3119120"/>
                  </a:lnTo>
                  <a:lnTo>
                    <a:pt x="3819779" y="3128645"/>
                  </a:lnTo>
                  <a:lnTo>
                    <a:pt x="3857879" y="3128645"/>
                  </a:lnTo>
                  <a:lnTo>
                    <a:pt x="3857879" y="3119120"/>
                  </a:lnTo>
                  <a:close/>
                </a:path>
                <a:path w="4074159" h="3162300">
                  <a:moveTo>
                    <a:pt x="3924554" y="3119120"/>
                  </a:moveTo>
                  <a:lnTo>
                    <a:pt x="3886454" y="3119120"/>
                  </a:lnTo>
                  <a:lnTo>
                    <a:pt x="3886454" y="3128645"/>
                  </a:lnTo>
                  <a:lnTo>
                    <a:pt x="3924554" y="3128645"/>
                  </a:lnTo>
                  <a:lnTo>
                    <a:pt x="3924554" y="3119120"/>
                  </a:lnTo>
                  <a:close/>
                </a:path>
                <a:path w="4074159" h="3162300">
                  <a:moveTo>
                    <a:pt x="3991229" y="3119120"/>
                  </a:moveTo>
                  <a:lnTo>
                    <a:pt x="3953129" y="3119120"/>
                  </a:lnTo>
                  <a:lnTo>
                    <a:pt x="3953129" y="3128645"/>
                  </a:lnTo>
                  <a:lnTo>
                    <a:pt x="3991229" y="3128645"/>
                  </a:lnTo>
                  <a:lnTo>
                    <a:pt x="3991229" y="3119120"/>
                  </a:lnTo>
                  <a:close/>
                </a:path>
                <a:path w="4074159" h="3162300">
                  <a:moveTo>
                    <a:pt x="3997832" y="3085719"/>
                  </a:moveTo>
                  <a:lnTo>
                    <a:pt x="3997832" y="3161919"/>
                  </a:lnTo>
                  <a:lnTo>
                    <a:pt x="4074032" y="3123819"/>
                  </a:lnTo>
                  <a:lnTo>
                    <a:pt x="3997832" y="3085719"/>
                  </a:lnTo>
                  <a:close/>
                </a:path>
              </a:pathLst>
            </a:custGeom>
            <a:solidFill>
              <a:srgbClr val="3E7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1" name="object 12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915156" y="3148584"/>
              <a:ext cx="2286000" cy="2104644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3957447" y="3171190"/>
              <a:ext cx="2166620" cy="1948180"/>
            </a:xfrm>
            <a:custGeom>
              <a:avLst/>
              <a:gdLst/>
              <a:ahLst/>
              <a:cxnLst/>
              <a:rect l="l" t="t" r="r" b="b"/>
              <a:pathLst>
                <a:path w="2166620" h="1948179">
                  <a:moveTo>
                    <a:pt x="2115819" y="1871471"/>
                  </a:moveTo>
                  <a:lnTo>
                    <a:pt x="2090419" y="1871471"/>
                  </a:lnTo>
                  <a:lnTo>
                    <a:pt x="2128519" y="1947671"/>
                  </a:lnTo>
                  <a:lnTo>
                    <a:pt x="2160269" y="1884171"/>
                  </a:lnTo>
                  <a:lnTo>
                    <a:pt x="2115819" y="1884171"/>
                  </a:lnTo>
                  <a:lnTo>
                    <a:pt x="2115819" y="1871471"/>
                  </a:lnTo>
                  <a:close/>
                </a:path>
                <a:path w="2166620" h="1948179">
                  <a:moveTo>
                    <a:pt x="2115819" y="38100"/>
                  </a:moveTo>
                  <a:lnTo>
                    <a:pt x="2115819" y="1884171"/>
                  </a:lnTo>
                  <a:lnTo>
                    <a:pt x="2141219" y="1884171"/>
                  </a:lnTo>
                  <a:lnTo>
                    <a:pt x="2141219" y="50800"/>
                  </a:lnTo>
                  <a:lnTo>
                    <a:pt x="2128519" y="50800"/>
                  </a:lnTo>
                  <a:lnTo>
                    <a:pt x="2115819" y="38100"/>
                  </a:lnTo>
                  <a:close/>
                </a:path>
                <a:path w="2166620" h="1948179">
                  <a:moveTo>
                    <a:pt x="2166619" y="1871471"/>
                  </a:moveTo>
                  <a:lnTo>
                    <a:pt x="2141219" y="1871471"/>
                  </a:lnTo>
                  <a:lnTo>
                    <a:pt x="2141219" y="1884171"/>
                  </a:lnTo>
                  <a:lnTo>
                    <a:pt x="2160269" y="1884171"/>
                  </a:lnTo>
                  <a:lnTo>
                    <a:pt x="2166619" y="1871471"/>
                  </a:lnTo>
                  <a:close/>
                </a:path>
                <a:path w="2166620" h="1948179">
                  <a:moveTo>
                    <a:pt x="38100" y="0"/>
                  </a:moveTo>
                  <a:lnTo>
                    <a:pt x="23252" y="3006"/>
                  </a:lnTo>
                  <a:lnTo>
                    <a:pt x="11144" y="11191"/>
                  </a:lnTo>
                  <a:lnTo>
                    <a:pt x="2988" y="23306"/>
                  </a:lnTo>
                  <a:lnTo>
                    <a:pt x="0" y="38100"/>
                  </a:lnTo>
                  <a:lnTo>
                    <a:pt x="2988" y="52947"/>
                  </a:lnTo>
                  <a:lnTo>
                    <a:pt x="11144" y="65055"/>
                  </a:lnTo>
                  <a:lnTo>
                    <a:pt x="23252" y="73211"/>
                  </a:lnTo>
                  <a:lnTo>
                    <a:pt x="38100" y="76200"/>
                  </a:lnTo>
                  <a:lnTo>
                    <a:pt x="52947" y="73211"/>
                  </a:lnTo>
                  <a:lnTo>
                    <a:pt x="65055" y="65055"/>
                  </a:lnTo>
                  <a:lnTo>
                    <a:pt x="73211" y="52947"/>
                  </a:lnTo>
                  <a:lnTo>
                    <a:pt x="73643" y="50800"/>
                  </a:lnTo>
                  <a:lnTo>
                    <a:pt x="38100" y="50800"/>
                  </a:lnTo>
                  <a:lnTo>
                    <a:pt x="38100" y="25400"/>
                  </a:lnTo>
                  <a:lnTo>
                    <a:pt x="73634" y="25400"/>
                  </a:lnTo>
                  <a:lnTo>
                    <a:pt x="73211" y="23306"/>
                  </a:lnTo>
                  <a:lnTo>
                    <a:pt x="65055" y="11191"/>
                  </a:lnTo>
                  <a:lnTo>
                    <a:pt x="52947" y="3006"/>
                  </a:lnTo>
                  <a:lnTo>
                    <a:pt x="38100" y="0"/>
                  </a:lnTo>
                  <a:close/>
                </a:path>
                <a:path w="2166620" h="1948179">
                  <a:moveTo>
                    <a:pt x="73634" y="25400"/>
                  </a:moveTo>
                  <a:lnTo>
                    <a:pt x="38100" y="25400"/>
                  </a:lnTo>
                  <a:lnTo>
                    <a:pt x="38100" y="50800"/>
                  </a:lnTo>
                  <a:lnTo>
                    <a:pt x="73643" y="50800"/>
                  </a:lnTo>
                  <a:lnTo>
                    <a:pt x="76200" y="38100"/>
                  </a:lnTo>
                  <a:lnTo>
                    <a:pt x="73634" y="25400"/>
                  </a:lnTo>
                  <a:close/>
                </a:path>
                <a:path w="2166620" h="1948179">
                  <a:moveTo>
                    <a:pt x="2135504" y="25400"/>
                  </a:moveTo>
                  <a:lnTo>
                    <a:pt x="73634" y="25400"/>
                  </a:lnTo>
                  <a:lnTo>
                    <a:pt x="76200" y="38100"/>
                  </a:lnTo>
                  <a:lnTo>
                    <a:pt x="73643" y="50800"/>
                  </a:lnTo>
                  <a:lnTo>
                    <a:pt x="2115819" y="50800"/>
                  </a:lnTo>
                  <a:lnTo>
                    <a:pt x="2115819" y="38100"/>
                  </a:lnTo>
                  <a:lnTo>
                    <a:pt x="2141219" y="38100"/>
                  </a:lnTo>
                  <a:lnTo>
                    <a:pt x="2141219" y="31114"/>
                  </a:lnTo>
                  <a:lnTo>
                    <a:pt x="2135504" y="25400"/>
                  </a:lnTo>
                  <a:close/>
                </a:path>
                <a:path w="2166620" h="1948179">
                  <a:moveTo>
                    <a:pt x="2141219" y="38100"/>
                  </a:moveTo>
                  <a:lnTo>
                    <a:pt x="2115819" y="38100"/>
                  </a:lnTo>
                  <a:lnTo>
                    <a:pt x="2128519" y="50800"/>
                  </a:lnTo>
                  <a:lnTo>
                    <a:pt x="2141219" y="50800"/>
                  </a:lnTo>
                  <a:lnTo>
                    <a:pt x="2141219" y="38100"/>
                  </a:lnTo>
                  <a:close/>
                </a:path>
              </a:pathLst>
            </a:custGeom>
            <a:solidFill>
              <a:srgbClr val="080D9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3" name="object 12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601464" y="2896489"/>
              <a:ext cx="614095" cy="656590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4438269" y="8526526"/>
            <a:ext cx="580390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51130" marR="5080" indent="-139065">
              <a:lnSpc>
                <a:spcPts val="1310"/>
              </a:lnSpc>
              <a:spcBef>
                <a:spcPts val="140"/>
              </a:spcBef>
            </a:pPr>
            <a:r>
              <a:rPr sz="1100" spc="-25" dirty="0">
                <a:latin typeface="Malgun Gothic"/>
                <a:cs typeface="Malgun Gothic"/>
              </a:rPr>
              <a:t>고객반응 정보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4454525" y="5118722"/>
            <a:ext cx="3263265" cy="516890"/>
          </a:xfrm>
          <a:custGeom>
            <a:avLst/>
            <a:gdLst/>
            <a:ahLst/>
            <a:cxnLst/>
            <a:rect l="l" t="t" r="r" b="b"/>
            <a:pathLst>
              <a:path w="3263265" h="516889">
                <a:moveTo>
                  <a:pt x="0" y="516521"/>
                </a:moveTo>
                <a:lnTo>
                  <a:pt x="3262884" y="516521"/>
                </a:lnTo>
                <a:lnTo>
                  <a:pt x="3262884" y="0"/>
                </a:lnTo>
                <a:lnTo>
                  <a:pt x="0" y="0"/>
                </a:lnTo>
                <a:lnTo>
                  <a:pt x="0" y="516521"/>
                </a:lnTo>
                <a:close/>
              </a:path>
            </a:pathLst>
          </a:custGeom>
          <a:ln w="12699">
            <a:solidFill>
              <a:srgbClr val="9587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4454525" y="5118722"/>
            <a:ext cx="3263265" cy="516890"/>
          </a:xfrm>
          <a:prstGeom prst="rect">
            <a:avLst/>
          </a:prstGeom>
          <a:solidFill>
            <a:srgbClr val="2E5496"/>
          </a:solidFill>
        </p:spPr>
        <p:txBody>
          <a:bodyPr vert="horz" wrap="square" lIns="0" tIns="110489" rIns="0" bIns="0" rtlCol="0">
            <a:spAutoFit/>
          </a:bodyPr>
          <a:lstStyle/>
          <a:p>
            <a:pPr marL="330835">
              <a:lnSpc>
                <a:spcPct val="100000"/>
              </a:lnSpc>
              <a:spcBef>
                <a:spcPts val="869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로그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전처리(Confluent)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4448175" y="5643879"/>
            <a:ext cx="3275965" cy="2651125"/>
            <a:chOff x="4448175" y="5643879"/>
            <a:chExt cx="3275965" cy="2651125"/>
          </a:xfrm>
        </p:grpSpPr>
        <p:sp>
          <p:nvSpPr>
            <p:cNvPr id="128" name="object 128"/>
            <p:cNvSpPr/>
            <p:nvPr/>
          </p:nvSpPr>
          <p:spPr>
            <a:xfrm>
              <a:off x="4454525" y="5650229"/>
              <a:ext cx="3263265" cy="2638425"/>
            </a:xfrm>
            <a:custGeom>
              <a:avLst/>
              <a:gdLst/>
              <a:ahLst/>
              <a:cxnLst/>
              <a:rect l="l" t="t" r="r" b="b"/>
              <a:pathLst>
                <a:path w="3263265" h="2638425">
                  <a:moveTo>
                    <a:pt x="0" y="2638298"/>
                  </a:moveTo>
                  <a:lnTo>
                    <a:pt x="3262884" y="2638298"/>
                  </a:lnTo>
                  <a:lnTo>
                    <a:pt x="3262884" y="0"/>
                  </a:lnTo>
                  <a:lnTo>
                    <a:pt x="0" y="0"/>
                  </a:lnTo>
                  <a:lnTo>
                    <a:pt x="0" y="2638298"/>
                  </a:lnTo>
                  <a:close/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9" name="object 129"/>
            <p:cNvSpPr/>
            <p:nvPr/>
          </p:nvSpPr>
          <p:spPr>
            <a:xfrm>
              <a:off x="4545330" y="5772149"/>
              <a:ext cx="1475740" cy="1802764"/>
            </a:xfrm>
            <a:custGeom>
              <a:avLst/>
              <a:gdLst/>
              <a:ahLst/>
              <a:cxnLst/>
              <a:rect l="l" t="t" r="r" b="b"/>
              <a:pathLst>
                <a:path w="1475739" h="1802765">
                  <a:moveTo>
                    <a:pt x="1229487" y="0"/>
                  </a:moveTo>
                  <a:lnTo>
                    <a:pt x="245872" y="0"/>
                  </a:lnTo>
                  <a:lnTo>
                    <a:pt x="196328" y="4996"/>
                  </a:lnTo>
                  <a:lnTo>
                    <a:pt x="150179" y="19325"/>
                  </a:lnTo>
                  <a:lnTo>
                    <a:pt x="108415" y="41998"/>
                  </a:lnTo>
                  <a:lnTo>
                    <a:pt x="72024" y="72024"/>
                  </a:lnTo>
                  <a:lnTo>
                    <a:pt x="41998" y="108415"/>
                  </a:lnTo>
                  <a:lnTo>
                    <a:pt x="19325" y="150179"/>
                  </a:lnTo>
                  <a:lnTo>
                    <a:pt x="4996" y="196328"/>
                  </a:lnTo>
                  <a:lnTo>
                    <a:pt x="0" y="245872"/>
                  </a:lnTo>
                  <a:lnTo>
                    <a:pt x="0" y="1556385"/>
                  </a:lnTo>
                  <a:lnTo>
                    <a:pt x="4996" y="1605928"/>
                  </a:lnTo>
                  <a:lnTo>
                    <a:pt x="19325" y="1652077"/>
                  </a:lnTo>
                  <a:lnTo>
                    <a:pt x="41998" y="1693841"/>
                  </a:lnTo>
                  <a:lnTo>
                    <a:pt x="72024" y="1730232"/>
                  </a:lnTo>
                  <a:lnTo>
                    <a:pt x="108415" y="1760258"/>
                  </a:lnTo>
                  <a:lnTo>
                    <a:pt x="150179" y="1782931"/>
                  </a:lnTo>
                  <a:lnTo>
                    <a:pt x="196328" y="1797260"/>
                  </a:lnTo>
                  <a:lnTo>
                    <a:pt x="245872" y="1802257"/>
                  </a:lnTo>
                  <a:lnTo>
                    <a:pt x="1229487" y="1802257"/>
                  </a:lnTo>
                  <a:lnTo>
                    <a:pt x="1279072" y="1797260"/>
                  </a:lnTo>
                  <a:lnTo>
                    <a:pt x="1325252" y="1782931"/>
                  </a:lnTo>
                  <a:lnTo>
                    <a:pt x="1367039" y="1760258"/>
                  </a:lnTo>
                  <a:lnTo>
                    <a:pt x="1403445" y="1730232"/>
                  </a:lnTo>
                  <a:lnTo>
                    <a:pt x="1433480" y="1693841"/>
                  </a:lnTo>
                  <a:lnTo>
                    <a:pt x="1456158" y="1652077"/>
                  </a:lnTo>
                  <a:lnTo>
                    <a:pt x="1470489" y="1605928"/>
                  </a:lnTo>
                  <a:lnTo>
                    <a:pt x="1475486" y="1556385"/>
                  </a:lnTo>
                  <a:lnTo>
                    <a:pt x="1475486" y="245872"/>
                  </a:lnTo>
                  <a:lnTo>
                    <a:pt x="1470489" y="196328"/>
                  </a:lnTo>
                  <a:lnTo>
                    <a:pt x="1456158" y="150179"/>
                  </a:lnTo>
                  <a:lnTo>
                    <a:pt x="1433480" y="108415"/>
                  </a:lnTo>
                  <a:lnTo>
                    <a:pt x="1403445" y="72024"/>
                  </a:lnTo>
                  <a:lnTo>
                    <a:pt x="1367039" y="41998"/>
                  </a:lnTo>
                  <a:lnTo>
                    <a:pt x="1325252" y="19325"/>
                  </a:lnTo>
                  <a:lnTo>
                    <a:pt x="1279072" y="4996"/>
                  </a:lnTo>
                  <a:lnTo>
                    <a:pt x="1229487" y="0"/>
                  </a:lnTo>
                  <a:close/>
                </a:path>
              </a:pathLst>
            </a:custGeom>
            <a:solidFill>
              <a:srgbClr val="39AFC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0" name="object 130"/>
          <p:cNvSpPr txBox="1"/>
          <p:nvPr/>
        </p:nvSpPr>
        <p:spPr>
          <a:xfrm>
            <a:off x="4569333" y="5829427"/>
            <a:ext cx="1441450" cy="4813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529590" marR="5080" indent="-517525">
              <a:lnSpc>
                <a:spcPts val="1789"/>
              </a:lnSpc>
              <a:spcBef>
                <a:spcPts val="165"/>
              </a:spcBef>
            </a:pPr>
            <a:r>
              <a:rPr sz="1500" b="1" dirty="0">
                <a:solidFill>
                  <a:srgbClr val="FFFFFF"/>
                </a:solidFill>
                <a:latin typeface="Malgun Gothic"/>
                <a:cs typeface="Malgun Gothic"/>
              </a:rPr>
              <a:t>Data</a:t>
            </a:r>
            <a:r>
              <a:rPr sz="15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Streaming 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Hub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6164326" y="5772911"/>
            <a:ext cx="1475740" cy="1801495"/>
          </a:xfrm>
          <a:custGeom>
            <a:avLst/>
            <a:gdLst/>
            <a:ahLst/>
            <a:cxnLst/>
            <a:rect l="l" t="t" r="r" b="b"/>
            <a:pathLst>
              <a:path w="1475740" h="1801495">
                <a:moveTo>
                  <a:pt x="1229487" y="0"/>
                </a:moveTo>
                <a:lnTo>
                  <a:pt x="245872" y="0"/>
                </a:lnTo>
                <a:lnTo>
                  <a:pt x="196328" y="4991"/>
                </a:lnTo>
                <a:lnTo>
                  <a:pt x="150179" y="19307"/>
                </a:lnTo>
                <a:lnTo>
                  <a:pt x="108415" y="41965"/>
                </a:lnTo>
                <a:lnTo>
                  <a:pt x="72024" y="71977"/>
                </a:lnTo>
                <a:lnTo>
                  <a:pt x="41998" y="108359"/>
                </a:lnTo>
                <a:lnTo>
                  <a:pt x="19325" y="150125"/>
                </a:lnTo>
                <a:lnTo>
                  <a:pt x="4996" y="196291"/>
                </a:lnTo>
                <a:lnTo>
                  <a:pt x="0" y="245872"/>
                </a:lnTo>
                <a:lnTo>
                  <a:pt x="0" y="1555623"/>
                </a:lnTo>
                <a:lnTo>
                  <a:pt x="4996" y="1605166"/>
                </a:lnTo>
                <a:lnTo>
                  <a:pt x="19325" y="1651315"/>
                </a:lnTo>
                <a:lnTo>
                  <a:pt x="41998" y="1693079"/>
                </a:lnTo>
                <a:lnTo>
                  <a:pt x="72024" y="1729470"/>
                </a:lnTo>
                <a:lnTo>
                  <a:pt x="108415" y="1759496"/>
                </a:lnTo>
                <a:lnTo>
                  <a:pt x="150179" y="1782169"/>
                </a:lnTo>
                <a:lnTo>
                  <a:pt x="196328" y="1796498"/>
                </a:lnTo>
                <a:lnTo>
                  <a:pt x="245872" y="1801495"/>
                </a:lnTo>
                <a:lnTo>
                  <a:pt x="1229487" y="1801495"/>
                </a:lnTo>
                <a:lnTo>
                  <a:pt x="1279072" y="1796498"/>
                </a:lnTo>
                <a:lnTo>
                  <a:pt x="1325252" y="1782169"/>
                </a:lnTo>
                <a:lnTo>
                  <a:pt x="1367039" y="1759496"/>
                </a:lnTo>
                <a:lnTo>
                  <a:pt x="1403445" y="1729470"/>
                </a:lnTo>
                <a:lnTo>
                  <a:pt x="1433480" y="1693079"/>
                </a:lnTo>
                <a:lnTo>
                  <a:pt x="1456158" y="1651315"/>
                </a:lnTo>
                <a:lnTo>
                  <a:pt x="1470489" y="1605166"/>
                </a:lnTo>
                <a:lnTo>
                  <a:pt x="1475485" y="1555623"/>
                </a:lnTo>
                <a:lnTo>
                  <a:pt x="1475485" y="245872"/>
                </a:lnTo>
                <a:lnTo>
                  <a:pt x="1470489" y="196291"/>
                </a:lnTo>
                <a:lnTo>
                  <a:pt x="1456158" y="150125"/>
                </a:lnTo>
                <a:lnTo>
                  <a:pt x="1433480" y="108359"/>
                </a:lnTo>
                <a:lnTo>
                  <a:pt x="1403445" y="71977"/>
                </a:lnTo>
                <a:lnTo>
                  <a:pt x="1367039" y="41965"/>
                </a:lnTo>
                <a:lnTo>
                  <a:pt x="1325252" y="19307"/>
                </a:lnTo>
                <a:lnTo>
                  <a:pt x="1279072" y="4991"/>
                </a:lnTo>
                <a:lnTo>
                  <a:pt x="1229487" y="0"/>
                </a:lnTo>
                <a:close/>
              </a:path>
            </a:pathLst>
          </a:custGeom>
          <a:solidFill>
            <a:srgbClr val="39A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6301485" y="5860796"/>
            <a:ext cx="1168400" cy="4813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02565" marR="5080" indent="-190500">
              <a:lnSpc>
                <a:spcPts val="1789"/>
              </a:lnSpc>
              <a:spcBef>
                <a:spcPts val="165"/>
              </a:spcBef>
            </a:pPr>
            <a:r>
              <a:rPr sz="1500" b="1" spc="-10" dirty="0">
                <a:solidFill>
                  <a:srgbClr val="FFFFFF"/>
                </a:solidFill>
                <a:latin typeface="Malgun Gothic"/>
                <a:cs typeface="Malgun Gothic"/>
              </a:rPr>
              <a:t>개인화메시지 </a:t>
            </a:r>
            <a:r>
              <a:rPr sz="1500" b="1" spc="-20" dirty="0">
                <a:solidFill>
                  <a:srgbClr val="FFFFFF"/>
                </a:solidFill>
                <a:latin typeface="Malgun Gothic"/>
                <a:cs typeface="Malgun Gothic"/>
              </a:rPr>
              <a:t>운영환경</a:t>
            </a:r>
            <a:endParaRPr sz="1500">
              <a:latin typeface="Malgun Gothic"/>
              <a:cs typeface="Malgun Gothic"/>
            </a:endParaRPr>
          </a:p>
        </p:txBody>
      </p:sp>
      <p:graphicFrame>
        <p:nvGraphicFramePr>
          <p:cNvPr id="133" name="object 133"/>
          <p:cNvGraphicFramePr>
            <a:graphicFrameLocks noGrp="1"/>
          </p:cNvGraphicFramePr>
          <p:nvPr/>
        </p:nvGraphicFramePr>
        <p:xfrm>
          <a:off x="4575175" y="6471526"/>
          <a:ext cx="3027679" cy="8762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6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57480">
                <a:tc rowSpan="2" gridSpan="2"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35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실시간</a:t>
                      </a:r>
                      <a:r>
                        <a:rPr sz="1350" spc="15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룰처리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B w="38100">
                      <a:solidFill>
                        <a:srgbClr val="736868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35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고객</a:t>
                      </a:r>
                      <a:r>
                        <a:rPr sz="1350" spc="15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프로파일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5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38100">
                      <a:solidFill>
                        <a:srgbClr val="736868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069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736868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736868"/>
                      </a:solidFill>
                      <a:prstDash val="solid"/>
                    </a:lnL>
                    <a:lnR w="38100">
                      <a:solidFill>
                        <a:srgbClr val="736868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736868"/>
                      </a:solidFill>
                      <a:prstDash val="solid"/>
                    </a:lnL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480">
                <a:tc rowSpan="2" gridSpan="2">
                  <a:txBody>
                    <a:bodyPr/>
                    <a:lstStyle/>
                    <a:p>
                      <a:pPr marL="33083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35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토픽</a:t>
                      </a:r>
                      <a:r>
                        <a:rPr sz="1350" spc="2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생성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52705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B w="38100">
                      <a:solidFill>
                        <a:srgbClr val="736868"/>
                      </a:solidFill>
                      <a:prstDash val="soli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244475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sz="135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배치</a:t>
                      </a:r>
                      <a:r>
                        <a:rPr sz="1350" spc="10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350" spc="-25" dirty="0">
                          <a:solidFill>
                            <a:srgbClr val="221F1F"/>
                          </a:solidFill>
                          <a:latin typeface="Malgun Gothic"/>
                          <a:cs typeface="Malgun Gothic"/>
                        </a:rPr>
                        <a:t>룰처리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7480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705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38100">
                      <a:solidFill>
                        <a:srgbClr val="736868"/>
                      </a:solidFill>
                      <a:prstDash val="solid"/>
                    </a:lnT>
                  </a:tcPr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2069" marB="0">
                    <a:lnL w="12700">
                      <a:solidFill>
                        <a:srgbClr val="F1F1F1"/>
                      </a:solidFill>
                      <a:prstDash val="solid"/>
                    </a:lnL>
                    <a:lnR w="12700">
                      <a:solidFill>
                        <a:srgbClr val="F1F1F1"/>
                      </a:solidFill>
                      <a:prstDash val="solid"/>
                    </a:lnR>
                    <a:lnT w="12700">
                      <a:solidFill>
                        <a:srgbClr val="F1F1F1"/>
                      </a:solidFill>
                      <a:prstDash val="solid"/>
                    </a:lnT>
                    <a:lnB w="12700">
                      <a:solidFill>
                        <a:srgbClr val="F1F1F1"/>
                      </a:solidFill>
                      <a:prstDash val="solid"/>
                    </a:lnB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4" name="object 134"/>
          <p:cNvSpPr/>
          <p:nvPr/>
        </p:nvSpPr>
        <p:spPr>
          <a:xfrm>
            <a:off x="4545329" y="7668132"/>
            <a:ext cx="3094990" cy="535940"/>
          </a:xfrm>
          <a:custGeom>
            <a:avLst/>
            <a:gdLst/>
            <a:ahLst/>
            <a:cxnLst/>
            <a:rect l="l" t="t" r="r" b="b"/>
            <a:pathLst>
              <a:path w="3094990" h="535940">
                <a:moveTo>
                  <a:pt x="3005074" y="0"/>
                </a:moveTo>
                <a:lnTo>
                  <a:pt x="89281" y="0"/>
                </a:lnTo>
                <a:lnTo>
                  <a:pt x="54542" y="7020"/>
                </a:lnTo>
                <a:lnTo>
                  <a:pt x="26162" y="26162"/>
                </a:lnTo>
                <a:lnTo>
                  <a:pt x="7020" y="54542"/>
                </a:lnTo>
                <a:lnTo>
                  <a:pt x="0" y="89281"/>
                </a:lnTo>
                <a:lnTo>
                  <a:pt x="0" y="446532"/>
                </a:lnTo>
                <a:lnTo>
                  <a:pt x="7020" y="481270"/>
                </a:lnTo>
                <a:lnTo>
                  <a:pt x="26162" y="509651"/>
                </a:lnTo>
                <a:lnTo>
                  <a:pt x="54542" y="528792"/>
                </a:lnTo>
                <a:lnTo>
                  <a:pt x="89281" y="535813"/>
                </a:lnTo>
                <a:lnTo>
                  <a:pt x="3005074" y="535813"/>
                </a:lnTo>
                <a:lnTo>
                  <a:pt x="3039885" y="528792"/>
                </a:lnTo>
                <a:lnTo>
                  <a:pt x="3068304" y="509651"/>
                </a:lnTo>
                <a:lnTo>
                  <a:pt x="3087459" y="481270"/>
                </a:lnTo>
                <a:lnTo>
                  <a:pt x="3094481" y="446532"/>
                </a:lnTo>
                <a:lnTo>
                  <a:pt x="3094481" y="89281"/>
                </a:lnTo>
                <a:lnTo>
                  <a:pt x="3087459" y="54542"/>
                </a:lnTo>
                <a:lnTo>
                  <a:pt x="3068304" y="26162"/>
                </a:lnTo>
                <a:lnTo>
                  <a:pt x="3039885" y="7020"/>
                </a:lnTo>
                <a:lnTo>
                  <a:pt x="3005074" y="0"/>
                </a:lnTo>
                <a:close/>
              </a:path>
            </a:pathLst>
          </a:custGeom>
          <a:solidFill>
            <a:srgbClr val="39AFC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 txBox="1"/>
          <p:nvPr/>
        </p:nvSpPr>
        <p:spPr>
          <a:xfrm>
            <a:off x="4569078" y="7766163"/>
            <a:ext cx="1411605" cy="315595"/>
          </a:xfrm>
          <a:prstGeom prst="rect">
            <a:avLst/>
          </a:prstGeom>
          <a:ln w="12700">
            <a:solidFill>
              <a:srgbClr val="F1F1F1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415"/>
              </a:spcBef>
            </a:pP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운영관리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6188075" y="7779625"/>
            <a:ext cx="1411605" cy="315595"/>
          </a:xfrm>
          <a:prstGeom prst="rect">
            <a:avLst/>
          </a:prstGeom>
          <a:ln w="12700">
            <a:solidFill>
              <a:srgbClr val="F1F1F1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361315">
              <a:lnSpc>
                <a:spcPct val="100000"/>
              </a:lnSpc>
              <a:spcBef>
                <a:spcPts val="415"/>
              </a:spcBef>
            </a:pP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모니터링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37" name="object 137"/>
          <p:cNvSpPr/>
          <p:nvPr/>
        </p:nvSpPr>
        <p:spPr>
          <a:xfrm>
            <a:off x="8031480" y="3340608"/>
            <a:ext cx="2757170" cy="3939540"/>
          </a:xfrm>
          <a:custGeom>
            <a:avLst/>
            <a:gdLst/>
            <a:ahLst/>
            <a:cxnLst/>
            <a:rect l="l" t="t" r="r" b="b"/>
            <a:pathLst>
              <a:path w="2757170" h="3939540">
                <a:moveTo>
                  <a:pt x="2756916" y="0"/>
                </a:moveTo>
                <a:lnTo>
                  <a:pt x="0" y="0"/>
                </a:lnTo>
                <a:lnTo>
                  <a:pt x="0" y="3939286"/>
                </a:lnTo>
                <a:lnTo>
                  <a:pt x="2756916" y="3939286"/>
                </a:lnTo>
                <a:lnTo>
                  <a:pt x="2756916" y="0"/>
                </a:lnTo>
                <a:close/>
              </a:path>
            </a:pathLst>
          </a:custGeom>
          <a:solidFill>
            <a:srgbClr val="0083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 txBox="1"/>
          <p:nvPr/>
        </p:nvSpPr>
        <p:spPr>
          <a:xfrm>
            <a:off x="8031480" y="3340608"/>
            <a:ext cx="2757170" cy="3939540"/>
          </a:xfrm>
          <a:prstGeom prst="rect">
            <a:avLst/>
          </a:prstGeom>
          <a:ln w="25400">
            <a:solidFill>
              <a:srgbClr val="010323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570865">
              <a:lnSpc>
                <a:spcPct val="100000"/>
              </a:lnSpc>
              <a:spcBef>
                <a:spcPts val="57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수집/분석</a:t>
            </a:r>
            <a:r>
              <a:rPr sz="190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솔루션</a:t>
            </a:r>
            <a:endParaRPr sz="1900">
              <a:latin typeface="Malgun Gothic"/>
              <a:cs typeface="Malgun Gothic"/>
            </a:endParaRPr>
          </a:p>
        </p:txBody>
      </p:sp>
      <p:pic>
        <p:nvPicPr>
          <p:cNvPr id="139" name="object 13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8171688" y="4142219"/>
            <a:ext cx="2504694" cy="435114"/>
          </a:xfrm>
          <a:prstGeom prst="rect">
            <a:avLst/>
          </a:prstGeom>
        </p:spPr>
      </p:pic>
      <p:sp>
        <p:nvSpPr>
          <p:cNvPr id="140" name="object 140"/>
          <p:cNvSpPr txBox="1"/>
          <p:nvPr/>
        </p:nvSpPr>
        <p:spPr>
          <a:xfrm>
            <a:off x="8172704" y="3875951"/>
            <a:ext cx="2505075" cy="34417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46990" rIns="0" bIns="0" rtlCol="0">
            <a:spAutoFit/>
          </a:bodyPr>
          <a:lstStyle/>
          <a:p>
            <a:pPr marL="415925">
              <a:lnSpc>
                <a:spcPct val="100000"/>
              </a:lnSpc>
              <a:spcBef>
                <a:spcPts val="370"/>
              </a:spcBef>
            </a:pPr>
            <a:r>
              <a:rPr sz="1600" dirty="0">
                <a:latin typeface="Malgun Gothic"/>
                <a:cs typeface="Malgun Gothic"/>
              </a:rPr>
              <a:t>로그</a:t>
            </a:r>
            <a:r>
              <a:rPr sz="1600" spc="7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수집</a:t>
            </a:r>
            <a:r>
              <a:rPr sz="1600" spc="70" dirty="0">
                <a:latin typeface="Malgun Gothic"/>
                <a:cs typeface="Malgun Gothic"/>
              </a:rPr>
              <a:t> </a:t>
            </a:r>
            <a:r>
              <a:rPr sz="1600" dirty="0">
                <a:latin typeface="Malgun Gothic"/>
                <a:cs typeface="Malgun Gothic"/>
              </a:rPr>
              <a:t>및</a:t>
            </a:r>
            <a:r>
              <a:rPr sz="1600" spc="60" dirty="0">
                <a:latin typeface="Malgun Gothic"/>
                <a:cs typeface="Malgun Gothic"/>
              </a:rPr>
              <a:t> </a:t>
            </a:r>
            <a:r>
              <a:rPr sz="1600" spc="-25" dirty="0">
                <a:latin typeface="Malgun Gothic"/>
                <a:cs typeface="Malgun Gothic"/>
              </a:rPr>
              <a:t>변환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8260715" y="4660988"/>
            <a:ext cx="2362835" cy="43624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113030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890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태그,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설정관리,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로그</a:t>
            </a:r>
            <a:r>
              <a:rPr sz="1350" spc="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수집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8344789" y="5591759"/>
            <a:ext cx="962660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96850" marR="187325" indent="139700">
              <a:lnSpc>
                <a:spcPct val="100699"/>
              </a:lnSpc>
              <a:spcBef>
                <a:spcPts val="100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Log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Parsing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9573132" y="5590870"/>
            <a:ext cx="962660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12065" rIns="0" bIns="0" rtlCol="0">
            <a:spAutoFit/>
          </a:bodyPr>
          <a:lstStyle/>
          <a:p>
            <a:pPr marL="169545" marR="160020" indent="130810">
              <a:lnSpc>
                <a:spcPct val="100699"/>
              </a:lnSpc>
              <a:spcBef>
                <a:spcPts val="95"/>
              </a:spcBef>
            </a:pP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Data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Mashup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8173466" y="4294504"/>
            <a:ext cx="2505075" cy="1803400"/>
          </a:xfrm>
          <a:prstGeom prst="rect">
            <a:avLst/>
          </a:prstGeom>
          <a:solidFill>
            <a:srgbClr val="FFFFFF"/>
          </a:solidFill>
          <a:ln w="25400">
            <a:solidFill>
              <a:srgbClr val="B4E0E3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711200">
              <a:lnSpc>
                <a:spcPct val="100000"/>
              </a:lnSpc>
              <a:spcBef>
                <a:spcPts val="415"/>
              </a:spcBef>
            </a:pPr>
            <a:r>
              <a:rPr sz="1600" b="1" dirty="0">
                <a:solidFill>
                  <a:srgbClr val="00838A"/>
                </a:solidFill>
                <a:latin typeface="Malgun Gothic"/>
                <a:cs typeface="Malgun Gothic"/>
              </a:rPr>
              <a:t>로그</a:t>
            </a:r>
            <a:r>
              <a:rPr sz="1600" b="1" spc="85" dirty="0">
                <a:solidFill>
                  <a:srgbClr val="00838A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00838A"/>
                </a:solidFill>
                <a:latin typeface="Malgun Gothic"/>
                <a:cs typeface="Malgun Gothic"/>
              </a:rPr>
              <a:t>수집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175"/>
              </a:spcBef>
            </a:pPr>
            <a:endParaRPr sz="1600">
              <a:latin typeface="Malgun Gothic"/>
              <a:cs typeface="Malgun Gothic"/>
            </a:endParaRPr>
          </a:p>
          <a:p>
            <a:pPr marL="705485">
              <a:lnSpc>
                <a:spcPct val="100000"/>
              </a:lnSpc>
            </a:pPr>
            <a:r>
              <a:rPr sz="1600" b="1" dirty="0">
                <a:solidFill>
                  <a:srgbClr val="00838A"/>
                </a:solidFill>
                <a:latin typeface="Malgun Gothic"/>
                <a:cs typeface="Malgun Gothic"/>
              </a:rPr>
              <a:t>로그</a:t>
            </a:r>
            <a:r>
              <a:rPr sz="1600" b="1" spc="75" dirty="0">
                <a:solidFill>
                  <a:srgbClr val="00838A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00838A"/>
                </a:solidFill>
                <a:latin typeface="Malgun Gothic"/>
                <a:cs typeface="Malgun Gothic"/>
              </a:rPr>
              <a:t>변환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8239379" y="6553403"/>
            <a:ext cx="962660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925"/>
              </a:spcBef>
            </a:pP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대시보드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9300844" y="6553403"/>
            <a:ext cx="1304290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11747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925"/>
              </a:spcBef>
            </a:pP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비/정형분석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8172831" y="6156883"/>
            <a:ext cx="2505075" cy="901700"/>
          </a:xfrm>
          <a:prstGeom prst="rect">
            <a:avLst/>
          </a:prstGeom>
          <a:solidFill>
            <a:srgbClr val="FFFFFF"/>
          </a:solidFill>
          <a:ln w="25400">
            <a:solidFill>
              <a:srgbClr val="B4E0E3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711835">
              <a:lnSpc>
                <a:spcPct val="100000"/>
              </a:lnSpc>
              <a:spcBef>
                <a:spcPts val="415"/>
              </a:spcBef>
            </a:pPr>
            <a:r>
              <a:rPr sz="1600" b="1" dirty="0">
                <a:solidFill>
                  <a:srgbClr val="00838A"/>
                </a:solidFill>
                <a:latin typeface="Malgun Gothic"/>
                <a:cs typeface="Malgun Gothic"/>
              </a:rPr>
              <a:t>로그</a:t>
            </a:r>
            <a:r>
              <a:rPr sz="1600" b="1" spc="85" dirty="0">
                <a:solidFill>
                  <a:srgbClr val="00838A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00838A"/>
                </a:solidFill>
                <a:latin typeface="Malgun Gothic"/>
                <a:cs typeface="Malgun Gothic"/>
              </a:rPr>
              <a:t>분석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11144884" y="3902075"/>
            <a:ext cx="2757170" cy="3699510"/>
          </a:xfrm>
          <a:custGeom>
            <a:avLst/>
            <a:gdLst/>
            <a:ahLst/>
            <a:cxnLst/>
            <a:rect l="l" t="t" r="r" b="b"/>
            <a:pathLst>
              <a:path w="2757169" h="3699509">
                <a:moveTo>
                  <a:pt x="2756915" y="0"/>
                </a:moveTo>
                <a:lnTo>
                  <a:pt x="0" y="0"/>
                </a:lnTo>
                <a:lnTo>
                  <a:pt x="0" y="3699510"/>
                </a:lnTo>
                <a:lnTo>
                  <a:pt x="2756915" y="3699510"/>
                </a:lnTo>
                <a:lnTo>
                  <a:pt x="2756915" y="0"/>
                </a:lnTo>
                <a:close/>
              </a:path>
            </a:pathLst>
          </a:custGeom>
          <a:solidFill>
            <a:srgbClr val="0083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 txBox="1"/>
          <p:nvPr/>
        </p:nvSpPr>
        <p:spPr>
          <a:xfrm>
            <a:off x="11144884" y="3902075"/>
            <a:ext cx="2757170" cy="3699510"/>
          </a:xfrm>
          <a:prstGeom prst="rect">
            <a:avLst/>
          </a:prstGeom>
          <a:ln w="25400">
            <a:solidFill>
              <a:srgbClr val="010323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575"/>
              </a:spcBef>
            </a:pP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실시간</a:t>
            </a:r>
            <a:r>
              <a:rPr sz="1900" b="1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dirty="0">
                <a:solidFill>
                  <a:srgbClr val="FFFFFF"/>
                </a:solidFill>
                <a:latin typeface="Malgun Gothic"/>
                <a:cs typeface="Malgun Gothic"/>
              </a:rPr>
              <a:t>마케팅</a:t>
            </a:r>
            <a:r>
              <a:rPr sz="1900" b="1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솔루션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1337543" y="6245301"/>
            <a:ext cx="527685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5095" marR="116205" indent="68580">
              <a:lnSpc>
                <a:spcPts val="1310"/>
              </a:lnSpc>
              <a:spcBef>
                <a:spcPts val="475"/>
              </a:spcBef>
            </a:pPr>
            <a:r>
              <a:rPr sz="1100" spc="-60" dirty="0">
                <a:solidFill>
                  <a:srgbClr val="221F1F"/>
                </a:solidFill>
                <a:latin typeface="Malgun Gothic"/>
                <a:cs typeface="Malgun Gothic"/>
              </a:rPr>
              <a:t>룰 </a:t>
            </a: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정의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1281282" y="5848858"/>
            <a:ext cx="2505075" cy="1531620"/>
          </a:xfrm>
          <a:prstGeom prst="rect">
            <a:avLst/>
          </a:prstGeom>
          <a:solidFill>
            <a:srgbClr val="FFFFFF"/>
          </a:solidFill>
          <a:ln w="25400">
            <a:solidFill>
              <a:srgbClr val="B4E0E3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338455">
              <a:lnSpc>
                <a:spcPct val="100000"/>
              </a:lnSpc>
              <a:spcBef>
                <a:spcPts val="415"/>
              </a:spcBef>
            </a:pPr>
            <a:r>
              <a:rPr sz="1600" b="1" dirty="0">
                <a:solidFill>
                  <a:srgbClr val="00838A"/>
                </a:solidFill>
                <a:latin typeface="Malgun Gothic"/>
                <a:cs typeface="Malgun Gothic"/>
              </a:rPr>
              <a:t>실시간</a:t>
            </a:r>
            <a:r>
              <a:rPr sz="1600" b="1" spc="120" dirty="0">
                <a:solidFill>
                  <a:srgbClr val="00838A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00838A"/>
                </a:solidFill>
                <a:latin typeface="Malgun Gothic"/>
                <a:cs typeface="Malgun Gothic"/>
              </a:rPr>
              <a:t>이벤트</a:t>
            </a:r>
            <a:r>
              <a:rPr sz="1600" b="1" spc="130" dirty="0">
                <a:solidFill>
                  <a:srgbClr val="00838A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00838A"/>
                </a:solidFill>
                <a:latin typeface="Malgun Gothic"/>
                <a:cs typeface="Malgun Gothic"/>
              </a:rPr>
              <a:t>관리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52" name="object 152"/>
          <p:cNvGrpSpPr/>
          <p:nvPr/>
        </p:nvGrpSpPr>
        <p:grpSpPr>
          <a:xfrm>
            <a:off x="11286870" y="4410125"/>
            <a:ext cx="2505075" cy="1231265"/>
            <a:chOff x="11286870" y="4410125"/>
            <a:chExt cx="2505075" cy="1231265"/>
          </a:xfrm>
        </p:grpSpPr>
        <p:sp>
          <p:nvSpPr>
            <p:cNvPr id="153" name="object 153"/>
            <p:cNvSpPr/>
            <p:nvPr/>
          </p:nvSpPr>
          <p:spPr>
            <a:xfrm>
              <a:off x="11286870" y="4410125"/>
              <a:ext cx="2505075" cy="1231265"/>
            </a:xfrm>
            <a:custGeom>
              <a:avLst/>
              <a:gdLst/>
              <a:ahLst/>
              <a:cxnLst/>
              <a:rect l="l" t="t" r="r" b="b"/>
              <a:pathLst>
                <a:path w="2505075" h="1231264">
                  <a:moveTo>
                    <a:pt x="2504948" y="0"/>
                  </a:moveTo>
                  <a:lnTo>
                    <a:pt x="0" y="0"/>
                  </a:lnTo>
                  <a:lnTo>
                    <a:pt x="0" y="1231087"/>
                  </a:lnTo>
                  <a:lnTo>
                    <a:pt x="2504948" y="1231087"/>
                  </a:lnTo>
                  <a:lnTo>
                    <a:pt x="25049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11375135" y="4793818"/>
              <a:ext cx="2338705" cy="447675"/>
            </a:xfrm>
            <a:custGeom>
              <a:avLst/>
              <a:gdLst/>
              <a:ahLst/>
              <a:cxnLst/>
              <a:rect l="l" t="t" r="r" b="b"/>
              <a:pathLst>
                <a:path w="2338705" h="447675">
                  <a:moveTo>
                    <a:pt x="0" y="445820"/>
                  </a:moveTo>
                  <a:lnTo>
                    <a:pt x="1078814" y="445820"/>
                  </a:lnTo>
                  <a:lnTo>
                    <a:pt x="1078814" y="0"/>
                  </a:lnTo>
                  <a:lnTo>
                    <a:pt x="0" y="0"/>
                  </a:lnTo>
                  <a:lnTo>
                    <a:pt x="0" y="445820"/>
                  </a:lnTo>
                  <a:close/>
                </a:path>
                <a:path w="2338705" h="447675">
                  <a:moveTo>
                    <a:pt x="1114298" y="447598"/>
                  </a:moveTo>
                  <a:lnTo>
                    <a:pt x="2338501" y="447598"/>
                  </a:lnTo>
                  <a:lnTo>
                    <a:pt x="2338501" y="1777"/>
                  </a:lnTo>
                  <a:lnTo>
                    <a:pt x="1114298" y="1777"/>
                  </a:lnTo>
                  <a:lnTo>
                    <a:pt x="1114298" y="447598"/>
                  </a:lnTo>
                  <a:close/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11286870" y="4410125"/>
            <a:ext cx="2505075" cy="1231265"/>
          </a:xfrm>
          <a:prstGeom prst="rect">
            <a:avLst/>
          </a:prstGeom>
          <a:ln w="25400">
            <a:solidFill>
              <a:srgbClr val="B4E0E3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R="20320" algn="ctr">
              <a:lnSpc>
                <a:spcPct val="100000"/>
              </a:lnSpc>
              <a:spcBef>
                <a:spcPts val="415"/>
              </a:spcBef>
            </a:pPr>
            <a:r>
              <a:rPr sz="1600" b="1" dirty="0">
                <a:solidFill>
                  <a:srgbClr val="00838A"/>
                </a:solidFill>
                <a:latin typeface="Malgun Gothic"/>
                <a:cs typeface="Malgun Gothic"/>
              </a:rPr>
              <a:t>실시간</a:t>
            </a:r>
            <a:r>
              <a:rPr sz="1600" b="1" spc="100" dirty="0">
                <a:solidFill>
                  <a:srgbClr val="00838A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00838A"/>
                </a:solidFill>
                <a:latin typeface="Malgun Gothic"/>
                <a:cs typeface="Malgun Gothic"/>
              </a:rPr>
              <a:t>이벤트</a:t>
            </a:r>
            <a:r>
              <a:rPr sz="1600" b="1" spc="114" dirty="0">
                <a:solidFill>
                  <a:srgbClr val="00838A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00838A"/>
                </a:solidFill>
                <a:latin typeface="Malgun Gothic"/>
                <a:cs typeface="Malgun Gothic"/>
              </a:rPr>
              <a:t>감지</a:t>
            </a:r>
            <a:r>
              <a:rPr sz="1600" b="1" spc="85" dirty="0">
                <a:solidFill>
                  <a:srgbClr val="00838A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00838A"/>
                </a:solidFill>
                <a:latin typeface="Malgun Gothic"/>
                <a:cs typeface="Malgun Gothic"/>
              </a:rPr>
              <a:t>수행</a:t>
            </a:r>
            <a:endParaRPr sz="1600">
              <a:latin typeface="Malgun Gothic"/>
              <a:cs typeface="Malgun Gothic"/>
            </a:endParaRPr>
          </a:p>
          <a:p>
            <a:pPr marL="248920" marR="215900" indent="2540" algn="ctr">
              <a:lnSpc>
                <a:spcPct val="100699"/>
              </a:lnSpc>
              <a:spcBef>
                <a:spcPts val="800"/>
              </a:spcBef>
              <a:tabLst>
                <a:tab pos="1349375" algn="l"/>
              </a:tabLst>
            </a:pP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Rule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	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실시간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감지/처리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	</a:t>
            </a:r>
            <a:r>
              <a:rPr sz="1350" spc="-4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클린징/전송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65" name="object 1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  <p:sp>
        <p:nvSpPr>
          <p:cNvPr id="156" name="object 156"/>
          <p:cNvSpPr txBox="1"/>
          <p:nvPr/>
        </p:nvSpPr>
        <p:spPr>
          <a:xfrm>
            <a:off x="11375135" y="5294566"/>
            <a:ext cx="2338705" cy="21526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1905" rIns="0" bIns="0" rtlCol="0">
            <a:spAutoFit/>
          </a:bodyPr>
          <a:lstStyle/>
          <a:p>
            <a:pPr marL="2540" algn="ctr">
              <a:lnSpc>
                <a:spcPct val="100000"/>
              </a:lnSpc>
              <a:spcBef>
                <a:spcPts val="15"/>
              </a:spcBef>
            </a:pP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IMDG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1959208" y="6245301"/>
            <a:ext cx="527685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5730" marR="116205">
              <a:lnSpc>
                <a:spcPts val="1310"/>
              </a:lnSpc>
              <a:spcBef>
                <a:spcPts val="475"/>
              </a:spcBef>
            </a:pP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제외 설정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12580746" y="6245301"/>
            <a:ext cx="527685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5095" marR="116205">
              <a:lnSpc>
                <a:spcPts val="1310"/>
              </a:lnSpc>
              <a:spcBef>
                <a:spcPts val="475"/>
              </a:spcBef>
            </a:pP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오퍼 설정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13202285" y="6245301"/>
            <a:ext cx="527685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5730" marR="116205">
              <a:lnSpc>
                <a:spcPts val="1310"/>
              </a:lnSpc>
              <a:spcBef>
                <a:spcPts val="475"/>
              </a:spcBef>
            </a:pP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채널 설계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1337543" y="6826072"/>
            <a:ext cx="527685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5095" marR="116205">
              <a:lnSpc>
                <a:spcPts val="1310"/>
              </a:lnSpc>
              <a:spcBef>
                <a:spcPts val="475"/>
              </a:spcBef>
            </a:pP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운영 관리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1959208" y="6826072"/>
            <a:ext cx="527685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5730" marR="116205">
              <a:lnSpc>
                <a:spcPts val="1310"/>
              </a:lnSpc>
              <a:spcBef>
                <a:spcPts val="475"/>
              </a:spcBef>
            </a:pP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예외 정의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2580746" y="6826072"/>
            <a:ext cx="527685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5095" marR="116205">
              <a:lnSpc>
                <a:spcPts val="1310"/>
              </a:lnSpc>
              <a:spcBef>
                <a:spcPts val="475"/>
              </a:spcBef>
            </a:pP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모니 터링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13202285" y="6826072"/>
            <a:ext cx="527685" cy="446405"/>
          </a:xfrm>
          <a:prstGeom prst="rect">
            <a:avLst/>
          </a:prstGeom>
          <a:solidFill>
            <a:srgbClr val="FFFFFF"/>
          </a:solidFill>
          <a:ln w="12700">
            <a:solidFill>
              <a:srgbClr val="221F1F"/>
            </a:solidFill>
          </a:ln>
        </p:spPr>
        <p:txBody>
          <a:bodyPr vert="horz" wrap="square" lIns="0" tIns="60325" rIns="0" bIns="0" rtlCol="0">
            <a:spAutoFit/>
          </a:bodyPr>
          <a:lstStyle/>
          <a:p>
            <a:pPr marL="125730" marR="116205">
              <a:lnSpc>
                <a:spcPts val="1310"/>
              </a:lnSpc>
              <a:spcBef>
                <a:spcPts val="475"/>
              </a:spcBef>
            </a:pP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결과 분석</a:t>
            </a:r>
            <a:endParaRPr sz="11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금융사</a:t>
            </a:r>
            <a:r>
              <a:rPr spc="20" dirty="0"/>
              <a:t> </a:t>
            </a:r>
            <a:r>
              <a:rPr dirty="0"/>
              <a:t>(실시간</a:t>
            </a:r>
            <a:r>
              <a:rPr spc="25" dirty="0"/>
              <a:t> </a:t>
            </a:r>
            <a:r>
              <a:rPr dirty="0"/>
              <a:t>개인화</a:t>
            </a:r>
            <a:r>
              <a:rPr spc="15" dirty="0"/>
              <a:t> </a:t>
            </a:r>
            <a:r>
              <a:rPr dirty="0"/>
              <a:t>마켓팅</a:t>
            </a:r>
            <a:r>
              <a:rPr spc="20" dirty="0"/>
              <a:t> </a:t>
            </a:r>
            <a:r>
              <a:rPr dirty="0"/>
              <a:t>시스템</a:t>
            </a:r>
            <a:r>
              <a:rPr spc="15" dirty="0"/>
              <a:t> </a:t>
            </a:r>
            <a:r>
              <a:rPr dirty="0"/>
              <a:t>구축)</a:t>
            </a:r>
            <a:r>
              <a:rPr spc="15" dirty="0"/>
              <a:t> </a:t>
            </a:r>
            <a:r>
              <a:rPr dirty="0"/>
              <a:t>- </a:t>
            </a:r>
            <a:r>
              <a:rPr spc="-10" dirty="0"/>
              <a:t>ksqlDB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5" name="object 5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91764" y="1828292"/>
            <a:ext cx="1173924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실시간</a:t>
            </a:r>
            <a:r>
              <a:rPr sz="2450" spc="-14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마이데이터</a:t>
            </a:r>
            <a:r>
              <a:rPr sz="2450" spc="-13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타행만기상품집계,</a:t>
            </a:r>
            <a:r>
              <a:rPr sz="2450" spc="-13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당행보유상품집계,</a:t>
            </a:r>
            <a:r>
              <a:rPr sz="2450" spc="-13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클릭이벤트</a:t>
            </a:r>
            <a:r>
              <a:rPr sz="2450" spc="-13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10" dirty="0">
                <a:solidFill>
                  <a:srgbClr val="17719D"/>
                </a:solidFill>
                <a:latin typeface="Malgun Gothic"/>
                <a:cs typeface="Malgun Gothic"/>
              </a:rPr>
              <a:t>집계등으로</a:t>
            </a:r>
            <a:endParaRPr sz="2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고객의</a:t>
            </a:r>
            <a:r>
              <a:rPr sz="2450" b="1" spc="-114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금융니즈/자금흐름</a:t>
            </a:r>
            <a:r>
              <a:rPr sz="2450" b="1" spc="-10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10" dirty="0">
                <a:solidFill>
                  <a:srgbClr val="17719D"/>
                </a:solidFill>
                <a:latin typeface="Malgun Gothic"/>
                <a:cs typeface="Malgun Gothic"/>
              </a:rPr>
              <a:t>파악/고객유치/이탈방지로</a:t>
            </a:r>
            <a:r>
              <a:rPr sz="2450" b="1" spc="-10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타</a:t>
            </a:r>
            <a:r>
              <a:rPr sz="2450" b="1" spc="-1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은행보다</a:t>
            </a:r>
            <a:r>
              <a:rPr sz="2450" b="1" spc="-10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경쟁우위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를</a:t>
            </a:r>
            <a:r>
              <a:rPr sz="2450" spc="-114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선점.</a:t>
            </a:r>
            <a:endParaRPr sz="245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9" name="object 9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401566" y="3535680"/>
              <a:ext cx="11302365" cy="4137660"/>
            </a:xfrm>
            <a:custGeom>
              <a:avLst/>
              <a:gdLst/>
              <a:ahLst/>
              <a:cxnLst/>
              <a:rect l="l" t="t" r="r" b="b"/>
              <a:pathLst>
                <a:path w="11302365" h="4137659">
                  <a:moveTo>
                    <a:pt x="0" y="4137405"/>
                  </a:moveTo>
                  <a:lnTo>
                    <a:pt x="11301984" y="4137405"/>
                  </a:lnTo>
                  <a:lnTo>
                    <a:pt x="11301984" y="0"/>
                  </a:lnTo>
                  <a:lnTo>
                    <a:pt x="0" y="0"/>
                  </a:lnTo>
                  <a:lnTo>
                    <a:pt x="0" y="4137405"/>
                  </a:lnTo>
                  <a:close/>
                </a:path>
              </a:pathLst>
            </a:custGeom>
            <a:ln w="28575">
              <a:solidFill>
                <a:srgbClr val="38CCE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51316" y="3318967"/>
              <a:ext cx="433374" cy="433374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84641" y="3380257"/>
              <a:ext cx="1857375" cy="368300"/>
            </a:xfrm>
            <a:custGeom>
              <a:avLst/>
              <a:gdLst/>
              <a:ahLst/>
              <a:cxnLst/>
              <a:rect l="l" t="t" r="r" b="b"/>
              <a:pathLst>
                <a:path w="1857375" h="368300">
                  <a:moveTo>
                    <a:pt x="1857248" y="0"/>
                  </a:moveTo>
                  <a:lnTo>
                    <a:pt x="0" y="0"/>
                  </a:lnTo>
                  <a:lnTo>
                    <a:pt x="0" y="367766"/>
                  </a:lnTo>
                  <a:lnTo>
                    <a:pt x="1857248" y="367766"/>
                  </a:lnTo>
                  <a:lnTo>
                    <a:pt x="18572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685276" y="3422650"/>
            <a:ext cx="175323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Confluent</a:t>
            </a:r>
            <a:r>
              <a:rPr sz="1600" b="1" spc="6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173360"/>
                </a:solidFill>
                <a:latin typeface="Malgun Gothic"/>
                <a:cs typeface="Malgun Gothic"/>
              </a:rPr>
              <a:t>KsqlDB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573083" y="3521392"/>
            <a:ext cx="2562860" cy="4166235"/>
            <a:chOff x="2573083" y="3521392"/>
            <a:chExt cx="2562860" cy="4166235"/>
          </a:xfrm>
        </p:grpSpPr>
        <p:sp>
          <p:nvSpPr>
            <p:cNvPr id="15" name="object 15"/>
            <p:cNvSpPr/>
            <p:nvPr/>
          </p:nvSpPr>
          <p:spPr>
            <a:xfrm>
              <a:off x="2587370" y="3535679"/>
              <a:ext cx="1715770" cy="4137660"/>
            </a:xfrm>
            <a:custGeom>
              <a:avLst/>
              <a:gdLst/>
              <a:ahLst/>
              <a:cxnLst/>
              <a:rect l="l" t="t" r="r" b="b"/>
              <a:pathLst>
                <a:path w="1715770" h="4137659">
                  <a:moveTo>
                    <a:pt x="0" y="4137405"/>
                  </a:moveTo>
                  <a:lnTo>
                    <a:pt x="1715261" y="4137405"/>
                  </a:lnTo>
                  <a:lnTo>
                    <a:pt x="1715261" y="0"/>
                  </a:lnTo>
                  <a:lnTo>
                    <a:pt x="0" y="0"/>
                  </a:lnTo>
                  <a:lnTo>
                    <a:pt x="0" y="4137405"/>
                  </a:lnTo>
                  <a:close/>
                </a:path>
              </a:pathLst>
            </a:custGeom>
            <a:ln w="28575">
              <a:solidFill>
                <a:srgbClr val="38CCE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2231" y="4005135"/>
              <a:ext cx="993635" cy="31095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184522" y="4083303"/>
              <a:ext cx="799465" cy="114300"/>
            </a:xfrm>
            <a:custGeom>
              <a:avLst/>
              <a:gdLst/>
              <a:ahLst/>
              <a:cxnLst/>
              <a:rect l="l" t="t" r="r" b="b"/>
              <a:pathLst>
                <a:path w="799464" h="114300">
                  <a:moveTo>
                    <a:pt x="684656" y="0"/>
                  </a:moveTo>
                  <a:lnTo>
                    <a:pt x="684656" y="114300"/>
                  </a:lnTo>
                  <a:lnTo>
                    <a:pt x="760856" y="76200"/>
                  </a:lnTo>
                  <a:lnTo>
                    <a:pt x="703706" y="76200"/>
                  </a:lnTo>
                  <a:lnTo>
                    <a:pt x="703706" y="38100"/>
                  </a:lnTo>
                  <a:lnTo>
                    <a:pt x="760856" y="38100"/>
                  </a:lnTo>
                  <a:lnTo>
                    <a:pt x="684656" y="0"/>
                  </a:lnTo>
                  <a:close/>
                </a:path>
                <a:path w="799464" h="114300">
                  <a:moveTo>
                    <a:pt x="684656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684656" y="76200"/>
                  </a:lnTo>
                  <a:lnTo>
                    <a:pt x="684656" y="38100"/>
                  </a:lnTo>
                  <a:close/>
                </a:path>
                <a:path w="799464" h="114300">
                  <a:moveTo>
                    <a:pt x="760856" y="38100"/>
                  </a:moveTo>
                  <a:lnTo>
                    <a:pt x="703706" y="38100"/>
                  </a:lnTo>
                  <a:lnTo>
                    <a:pt x="703706" y="76200"/>
                  </a:lnTo>
                  <a:lnTo>
                    <a:pt x="760856" y="76200"/>
                  </a:lnTo>
                  <a:lnTo>
                    <a:pt x="798956" y="57150"/>
                  </a:lnTo>
                  <a:lnTo>
                    <a:pt x="760856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42231" y="4582731"/>
              <a:ext cx="720826" cy="31095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184522" y="4660264"/>
              <a:ext cx="526415" cy="114300"/>
            </a:xfrm>
            <a:custGeom>
              <a:avLst/>
              <a:gdLst/>
              <a:ahLst/>
              <a:cxnLst/>
              <a:rect l="l" t="t" r="r" b="b"/>
              <a:pathLst>
                <a:path w="526414" h="114300">
                  <a:moveTo>
                    <a:pt x="411734" y="0"/>
                  </a:moveTo>
                  <a:lnTo>
                    <a:pt x="411691" y="38226"/>
                  </a:lnTo>
                  <a:lnTo>
                    <a:pt x="411606" y="114300"/>
                  </a:lnTo>
                  <a:lnTo>
                    <a:pt x="487722" y="76326"/>
                  </a:lnTo>
                  <a:lnTo>
                    <a:pt x="430656" y="76326"/>
                  </a:lnTo>
                  <a:lnTo>
                    <a:pt x="430720" y="57276"/>
                  </a:lnTo>
                  <a:lnTo>
                    <a:pt x="430784" y="38226"/>
                  </a:lnTo>
                  <a:lnTo>
                    <a:pt x="487933" y="38226"/>
                  </a:lnTo>
                  <a:lnTo>
                    <a:pt x="411734" y="0"/>
                  </a:lnTo>
                  <a:close/>
                </a:path>
                <a:path w="526414" h="114300">
                  <a:moveTo>
                    <a:pt x="411691" y="38226"/>
                  </a:moveTo>
                  <a:lnTo>
                    <a:pt x="0" y="38226"/>
                  </a:lnTo>
                  <a:lnTo>
                    <a:pt x="0" y="76326"/>
                  </a:lnTo>
                  <a:lnTo>
                    <a:pt x="411649" y="76326"/>
                  </a:lnTo>
                  <a:lnTo>
                    <a:pt x="411691" y="38226"/>
                  </a:lnTo>
                  <a:close/>
                </a:path>
                <a:path w="526414" h="114300">
                  <a:moveTo>
                    <a:pt x="487933" y="38226"/>
                  </a:moveTo>
                  <a:lnTo>
                    <a:pt x="430784" y="38226"/>
                  </a:lnTo>
                  <a:lnTo>
                    <a:pt x="430720" y="57276"/>
                  </a:lnTo>
                  <a:lnTo>
                    <a:pt x="430656" y="76326"/>
                  </a:lnTo>
                  <a:lnTo>
                    <a:pt x="487722" y="76326"/>
                  </a:lnTo>
                  <a:lnTo>
                    <a:pt x="525906" y="57276"/>
                  </a:lnTo>
                  <a:lnTo>
                    <a:pt x="487933" y="38226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44139" y="3930408"/>
              <a:ext cx="1597152" cy="4541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55035" y="3960875"/>
              <a:ext cx="976871" cy="44348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2705480" y="3972052"/>
            <a:ext cx="1479550" cy="335915"/>
          </a:xfrm>
          <a:prstGeom prst="rect">
            <a:avLst/>
          </a:prstGeom>
          <a:solidFill>
            <a:srgbClr val="0074A1"/>
          </a:solidFill>
          <a:ln w="38100">
            <a:solidFill>
              <a:srgbClr val="FFFFFF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490"/>
              </a:spcBef>
            </a:pPr>
            <a:r>
              <a:rPr sz="1350" spc="-20" dirty="0">
                <a:solidFill>
                  <a:srgbClr val="FFFFFF"/>
                </a:solidFill>
                <a:latin typeface="Malgun Gothic"/>
                <a:cs typeface="Malgun Gothic"/>
              </a:rPr>
              <a:t>대출계좌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695955" y="5496305"/>
            <a:ext cx="1498600" cy="354965"/>
            <a:chOff x="2695955" y="5496305"/>
            <a:chExt cx="1498600" cy="354965"/>
          </a:xfrm>
        </p:grpSpPr>
        <p:sp>
          <p:nvSpPr>
            <p:cNvPr id="24" name="object 24"/>
            <p:cNvSpPr/>
            <p:nvPr/>
          </p:nvSpPr>
          <p:spPr>
            <a:xfrm>
              <a:off x="2705480" y="5505830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4">
                  <a:moveTo>
                    <a:pt x="147904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1479042" y="335661"/>
                  </a:lnTo>
                  <a:lnTo>
                    <a:pt x="147904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05480" y="5505830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4">
                  <a:moveTo>
                    <a:pt x="0" y="335661"/>
                  </a:moveTo>
                  <a:lnTo>
                    <a:pt x="1479042" y="335661"/>
                  </a:lnTo>
                  <a:lnTo>
                    <a:pt x="147904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101085" y="5555107"/>
            <a:ext cx="7016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latin typeface="Malgun Gothic"/>
                <a:cs typeface="Malgun Gothic"/>
              </a:rPr>
              <a:t>카드정보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415413" y="3368547"/>
            <a:ext cx="6143625" cy="2004695"/>
            <a:chOff x="2415413" y="3368547"/>
            <a:chExt cx="6143625" cy="2004695"/>
          </a:xfrm>
        </p:grpSpPr>
        <p:sp>
          <p:nvSpPr>
            <p:cNvPr id="28" name="object 28"/>
            <p:cNvSpPr/>
            <p:nvPr/>
          </p:nvSpPr>
          <p:spPr>
            <a:xfrm>
              <a:off x="2795143" y="3371748"/>
              <a:ext cx="1488440" cy="368300"/>
            </a:xfrm>
            <a:custGeom>
              <a:avLst/>
              <a:gdLst/>
              <a:ahLst/>
              <a:cxnLst/>
              <a:rect l="l" t="t" r="r" b="b"/>
              <a:pathLst>
                <a:path w="1488439" h="368300">
                  <a:moveTo>
                    <a:pt x="1488440" y="0"/>
                  </a:moveTo>
                  <a:lnTo>
                    <a:pt x="0" y="0"/>
                  </a:lnTo>
                  <a:lnTo>
                    <a:pt x="0" y="367766"/>
                  </a:lnTo>
                  <a:lnTo>
                    <a:pt x="1488440" y="367766"/>
                  </a:lnTo>
                  <a:lnTo>
                    <a:pt x="148844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415413" y="3368547"/>
              <a:ext cx="351523" cy="31064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20995" y="3930421"/>
              <a:ext cx="1828800" cy="4556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41392" y="3960875"/>
              <a:ext cx="1586484" cy="44348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983480" y="3972686"/>
              <a:ext cx="1708785" cy="335915"/>
            </a:xfrm>
            <a:custGeom>
              <a:avLst/>
              <a:gdLst/>
              <a:ahLst/>
              <a:cxnLst/>
              <a:rect l="l" t="t" r="r" b="b"/>
              <a:pathLst>
                <a:path w="1708784" h="335914">
                  <a:moveTo>
                    <a:pt x="1708657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1708657" y="335661"/>
                  </a:lnTo>
                  <a:lnTo>
                    <a:pt x="1708657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983480" y="3972686"/>
              <a:ext cx="1708785" cy="335915"/>
            </a:xfrm>
            <a:custGeom>
              <a:avLst/>
              <a:gdLst/>
              <a:ahLst/>
              <a:cxnLst/>
              <a:rect l="l" t="t" r="r" b="b"/>
              <a:pathLst>
                <a:path w="1708784" h="335914">
                  <a:moveTo>
                    <a:pt x="0" y="335661"/>
                  </a:moveTo>
                  <a:lnTo>
                    <a:pt x="1708657" y="335661"/>
                  </a:lnTo>
                  <a:lnTo>
                    <a:pt x="1708657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990561" y="3934919"/>
              <a:ext cx="1568248" cy="43597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93635" y="3954779"/>
              <a:ext cx="1562100" cy="44348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7043420" y="3966971"/>
              <a:ext cx="1466850" cy="335915"/>
            </a:xfrm>
            <a:custGeom>
              <a:avLst/>
              <a:gdLst/>
              <a:ahLst/>
              <a:cxnLst/>
              <a:rect l="l" t="t" r="r" b="b"/>
              <a:pathLst>
                <a:path w="1466850" h="335914">
                  <a:moveTo>
                    <a:pt x="1466596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1466596" y="335661"/>
                  </a:lnTo>
                  <a:lnTo>
                    <a:pt x="1466596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043420" y="3966971"/>
              <a:ext cx="1466850" cy="335915"/>
            </a:xfrm>
            <a:custGeom>
              <a:avLst/>
              <a:gdLst/>
              <a:ahLst/>
              <a:cxnLst/>
              <a:rect l="l" t="t" r="r" b="b"/>
              <a:pathLst>
                <a:path w="1466850" h="335914">
                  <a:moveTo>
                    <a:pt x="0" y="335661"/>
                  </a:moveTo>
                  <a:lnTo>
                    <a:pt x="1466596" y="335661"/>
                  </a:lnTo>
                  <a:lnTo>
                    <a:pt x="1466596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49211" y="4000563"/>
              <a:ext cx="547090" cy="31095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692138" y="4078477"/>
              <a:ext cx="351790" cy="114300"/>
            </a:xfrm>
            <a:custGeom>
              <a:avLst/>
              <a:gdLst/>
              <a:ahLst/>
              <a:cxnLst/>
              <a:rect l="l" t="t" r="r" b="b"/>
              <a:pathLst>
                <a:path w="351790" h="114300">
                  <a:moveTo>
                    <a:pt x="313956" y="37973"/>
                  </a:moveTo>
                  <a:lnTo>
                    <a:pt x="256031" y="37973"/>
                  </a:lnTo>
                  <a:lnTo>
                    <a:pt x="256285" y="76073"/>
                  </a:lnTo>
                  <a:lnTo>
                    <a:pt x="231012" y="76326"/>
                  </a:lnTo>
                  <a:lnTo>
                    <a:pt x="237236" y="76326"/>
                  </a:lnTo>
                  <a:lnTo>
                    <a:pt x="237489" y="114300"/>
                  </a:lnTo>
                  <a:lnTo>
                    <a:pt x="351408" y="56387"/>
                  </a:lnTo>
                  <a:lnTo>
                    <a:pt x="313956" y="37973"/>
                  </a:lnTo>
                  <a:close/>
                </a:path>
                <a:path w="351790" h="114300">
                  <a:moveTo>
                    <a:pt x="236999" y="40758"/>
                  </a:moveTo>
                  <a:lnTo>
                    <a:pt x="172007" y="40758"/>
                  </a:lnTo>
                  <a:lnTo>
                    <a:pt x="168909" y="41275"/>
                  </a:lnTo>
                  <a:lnTo>
                    <a:pt x="159892" y="41275"/>
                  </a:lnTo>
                  <a:lnTo>
                    <a:pt x="138366" y="41910"/>
                  </a:lnTo>
                  <a:lnTo>
                    <a:pt x="132206" y="41910"/>
                  </a:lnTo>
                  <a:lnTo>
                    <a:pt x="116628" y="42418"/>
                  </a:lnTo>
                  <a:lnTo>
                    <a:pt x="32765" y="43052"/>
                  </a:lnTo>
                  <a:lnTo>
                    <a:pt x="0" y="43052"/>
                  </a:lnTo>
                  <a:lnTo>
                    <a:pt x="126" y="81152"/>
                  </a:lnTo>
                  <a:lnTo>
                    <a:pt x="32892" y="81152"/>
                  </a:lnTo>
                  <a:lnTo>
                    <a:pt x="89312" y="80899"/>
                  </a:lnTo>
                  <a:lnTo>
                    <a:pt x="133095" y="80010"/>
                  </a:lnTo>
                  <a:lnTo>
                    <a:pt x="138937" y="80010"/>
                  </a:lnTo>
                  <a:lnTo>
                    <a:pt x="161289" y="79375"/>
                  </a:lnTo>
                  <a:lnTo>
                    <a:pt x="167893" y="79121"/>
                  </a:lnTo>
                  <a:lnTo>
                    <a:pt x="172465" y="78867"/>
                  </a:lnTo>
                  <a:lnTo>
                    <a:pt x="176529" y="78486"/>
                  </a:lnTo>
                  <a:lnTo>
                    <a:pt x="177546" y="78486"/>
                  </a:lnTo>
                  <a:lnTo>
                    <a:pt x="179577" y="77977"/>
                  </a:lnTo>
                  <a:lnTo>
                    <a:pt x="178561" y="77977"/>
                  </a:lnTo>
                  <a:lnTo>
                    <a:pt x="181736" y="77343"/>
                  </a:lnTo>
                  <a:lnTo>
                    <a:pt x="187579" y="77343"/>
                  </a:lnTo>
                  <a:lnTo>
                    <a:pt x="199389" y="76962"/>
                  </a:lnTo>
                  <a:lnTo>
                    <a:pt x="203073" y="76962"/>
                  </a:lnTo>
                  <a:lnTo>
                    <a:pt x="231012" y="76326"/>
                  </a:lnTo>
                  <a:lnTo>
                    <a:pt x="237236" y="76326"/>
                  </a:lnTo>
                  <a:lnTo>
                    <a:pt x="237103" y="56387"/>
                  </a:lnTo>
                  <a:lnTo>
                    <a:pt x="236999" y="40758"/>
                  </a:lnTo>
                  <a:close/>
                </a:path>
                <a:path w="351790" h="114300">
                  <a:moveTo>
                    <a:pt x="181736" y="77343"/>
                  </a:moveTo>
                  <a:lnTo>
                    <a:pt x="178561" y="77977"/>
                  </a:lnTo>
                  <a:lnTo>
                    <a:pt x="179577" y="77977"/>
                  </a:lnTo>
                  <a:lnTo>
                    <a:pt x="180339" y="77724"/>
                  </a:lnTo>
                  <a:lnTo>
                    <a:pt x="180212" y="77724"/>
                  </a:lnTo>
                  <a:lnTo>
                    <a:pt x="181736" y="77343"/>
                  </a:lnTo>
                  <a:close/>
                </a:path>
                <a:path w="351790" h="114300">
                  <a:moveTo>
                    <a:pt x="181482" y="77724"/>
                  </a:moveTo>
                  <a:lnTo>
                    <a:pt x="180339" y="77724"/>
                  </a:lnTo>
                  <a:lnTo>
                    <a:pt x="179577" y="77977"/>
                  </a:lnTo>
                  <a:lnTo>
                    <a:pt x="178561" y="77977"/>
                  </a:lnTo>
                  <a:lnTo>
                    <a:pt x="181482" y="77724"/>
                  </a:lnTo>
                  <a:close/>
                </a:path>
                <a:path w="351790" h="114300">
                  <a:moveTo>
                    <a:pt x="189356" y="77343"/>
                  </a:moveTo>
                  <a:lnTo>
                    <a:pt x="181736" y="77343"/>
                  </a:lnTo>
                  <a:lnTo>
                    <a:pt x="180212" y="77724"/>
                  </a:lnTo>
                  <a:lnTo>
                    <a:pt x="182879" y="77724"/>
                  </a:lnTo>
                  <a:lnTo>
                    <a:pt x="189356" y="77343"/>
                  </a:lnTo>
                  <a:close/>
                </a:path>
                <a:path w="351790" h="114300">
                  <a:moveTo>
                    <a:pt x="236727" y="0"/>
                  </a:moveTo>
                  <a:lnTo>
                    <a:pt x="237235" y="76073"/>
                  </a:lnTo>
                  <a:lnTo>
                    <a:pt x="237236" y="76326"/>
                  </a:lnTo>
                  <a:lnTo>
                    <a:pt x="231012" y="76326"/>
                  </a:lnTo>
                  <a:lnTo>
                    <a:pt x="256285" y="76073"/>
                  </a:lnTo>
                  <a:lnTo>
                    <a:pt x="256154" y="56387"/>
                  </a:lnTo>
                  <a:lnTo>
                    <a:pt x="256033" y="38226"/>
                  </a:lnTo>
                  <a:lnTo>
                    <a:pt x="230123" y="38226"/>
                  </a:lnTo>
                  <a:lnTo>
                    <a:pt x="313956" y="37973"/>
                  </a:lnTo>
                  <a:lnTo>
                    <a:pt x="236727" y="0"/>
                  </a:lnTo>
                  <a:close/>
                </a:path>
                <a:path w="351790" h="114300">
                  <a:moveTo>
                    <a:pt x="171228" y="40758"/>
                  </a:moveTo>
                  <a:lnTo>
                    <a:pt x="161163" y="41275"/>
                  </a:lnTo>
                  <a:lnTo>
                    <a:pt x="169163" y="41275"/>
                  </a:lnTo>
                  <a:lnTo>
                    <a:pt x="171228" y="40758"/>
                  </a:lnTo>
                  <a:close/>
                </a:path>
                <a:path w="351790" h="114300">
                  <a:moveTo>
                    <a:pt x="256031" y="37973"/>
                  </a:moveTo>
                  <a:lnTo>
                    <a:pt x="230123" y="38226"/>
                  </a:lnTo>
                  <a:lnTo>
                    <a:pt x="202025" y="38862"/>
                  </a:lnTo>
                  <a:lnTo>
                    <a:pt x="197992" y="38862"/>
                  </a:lnTo>
                  <a:lnTo>
                    <a:pt x="177672" y="39750"/>
                  </a:lnTo>
                  <a:lnTo>
                    <a:pt x="173482" y="40132"/>
                  </a:lnTo>
                  <a:lnTo>
                    <a:pt x="173735" y="40132"/>
                  </a:lnTo>
                  <a:lnTo>
                    <a:pt x="169163" y="41275"/>
                  </a:lnTo>
                  <a:lnTo>
                    <a:pt x="168909" y="41275"/>
                  </a:lnTo>
                  <a:lnTo>
                    <a:pt x="172007" y="40758"/>
                  </a:lnTo>
                  <a:lnTo>
                    <a:pt x="236999" y="40758"/>
                  </a:lnTo>
                  <a:lnTo>
                    <a:pt x="236982" y="38226"/>
                  </a:lnTo>
                  <a:lnTo>
                    <a:pt x="256033" y="38226"/>
                  </a:lnTo>
                  <a:lnTo>
                    <a:pt x="256031" y="37973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705481" y="5028056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4">
                  <a:moveTo>
                    <a:pt x="147904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1479042" y="335661"/>
                  </a:lnTo>
                  <a:lnTo>
                    <a:pt x="147904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05481" y="5028056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4">
                  <a:moveTo>
                    <a:pt x="0" y="335661"/>
                  </a:moveTo>
                  <a:lnTo>
                    <a:pt x="1479042" y="335661"/>
                  </a:lnTo>
                  <a:lnTo>
                    <a:pt x="147904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705480" y="4549013"/>
            <a:ext cx="1479550" cy="335915"/>
          </a:xfrm>
          <a:prstGeom prst="rect">
            <a:avLst/>
          </a:prstGeom>
          <a:solidFill>
            <a:srgbClr val="E6F5FA"/>
          </a:solidFill>
          <a:ln w="19050">
            <a:solidFill>
              <a:srgbClr val="74DBF1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490"/>
              </a:spcBef>
            </a:pPr>
            <a:r>
              <a:rPr sz="1350" spc="-20" dirty="0">
                <a:latin typeface="Malgun Gothic"/>
                <a:cs typeface="Malgun Gothic"/>
              </a:rPr>
              <a:t>보험정보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014217" y="5077205"/>
            <a:ext cx="8737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Malgun Gothic"/>
                <a:cs typeface="Malgun Gothic"/>
              </a:rPr>
              <a:t>예수금정보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2695955" y="5982080"/>
            <a:ext cx="1498600" cy="354965"/>
            <a:chOff x="2695955" y="5982080"/>
            <a:chExt cx="1498600" cy="354965"/>
          </a:xfrm>
        </p:grpSpPr>
        <p:sp>
          <p:nvSpPr>
            <p:cNvPr id="45" name="object 45"/>
            <p:cNvSpPr/>
            <p:nvPr/>
          </p:nvSpPr>
          <p:spPr>
            <a:xfrm>
              <a:off x="2705480" y="5991605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4">
                  <a:moveTo>
                    <a:pt x="147904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1479042" y="335661"/>
                  </a:lnTo>
                  <a:lnTo>
                    <a:pt x="147904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05480" y="5991605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4">
                  <a:moveTo>
                    <a:pt x="0" y="335661"/>
                  </a:moveTo>
                  <a:lnTo>
                    <a:pt x="1479042" y="335661"/>
                  </a:lnTo>
                  <a:lnTo>
                    <a:pt x="147904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2928873" y="6040882"/>
            <a:ext cx="104648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Malgun Gothic"/>
                <a:cs typeface="Malgun Gothic"/>
              </a:rPr>
              <a:t>할부금융리스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695955" y="6463791"/>
            <a:ext cx="1498600" cy="354965"/>
            <a:chOff x="2695955" y="6463791"/>
            <a:chExt cx="1498600" cy="354965"/>
          </a:xfrm>
        </p:grpSpPr>
        <p:sp>
          <p:nvSpPr>
            <p:cNvPr id="49" name="object 49"/>
            <p:cNvSpPr/>
            <p:nvPr/>
          </p:nvSpPr>
          <p:spPr>
            <a:xfrm>
              <a:off x="2705480" y="6473316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5">
                  <a:moveTo>
                    <a:pt x="147904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1479042" y="335661"/>
                  </a:lnTo>
                  <a:lnTo>
                    <a:pt x="147904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2705480" y="6473316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5">
                  <a:moveTo>
                    <a:pt x="0" y="335661"/>
                  </a:moveTo>
                  <a:lnTo>
                    <a:pt x="1479042" y="335661"/>
                  </a:lnTo>
                  <a:lnTo>
                    <a:pt x="147904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3101085" y="6522846"/>
            <a:ext cx="7016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latin typeface="Malgun Gothic"/>
                <a:cs typeface="Malgun Gothic"/>
              </a:rPr>
              <a:t>기관정보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2695955" y="6950202"/>
            <a:ext cx="1498600" cy="354965"/>
            <a:chOff x="2695955" y="6950202"/>
            <a:chExt cx="1498600" cy="354965"/>
          </a:xfrm>
        </p:grpSpPr>
        <p:sp>
          <p:nvSpPr>
            <p:cNvPr id="53" name="object 53"/>
            <p:cNvSpPr/>
            <p:nvPr/>
          </p:nvSpPr>
          <p:spPr>
            <a:xfrm>
              <a:off x="2705480" y="6959727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5">
                  <a:moveTo>
                    <a:pt x="147904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1479042" y="335661"/>
                  </a:lnTo>
                  <a:lnTo>
                    <a:pt x="147904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705480" y="6959727"/>
              <a:ext cx="1479550" cy="335915"/>
            </a:xfrm>
            <a:custGeom>
              <a:avLst/>
              <a:gdLst/>
              <a:ahLst/>
              <a:cxnLst/>
              <a:rect l="l" t="t" r="r" b="b"/>
              <a:pathLst>
                <a:path w="1479550" h="335915">
                  <a:moveTo>
                    <a:pt x="0" y="335661"/>
                  </a:moveTo>
                  <a:lnTo>
                    <a:pt x="1479042" y="335661"/>
                  </a:lnTo>
                  <a:lnTo>
                    <a:pt x="147904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014217" y="7009256"/>
            <a:ext cx="87376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latin typeface="Malgun Gothic"/>
                <a:cs typeface="Malgun Gothic"/>
              </a:rPr>
              <a:t>자동차보험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700778" y="5018532"/>
            <a:ext cx="2181860" cy="354965"/>
            <a:chOff x="4700778" y="5018532"/>
            <a:chExt cx="2181860" cy="354965"/>
          </a:xfrm>
        </p:grpSpPr>
        <p:sp>
          <p:nvSpPr>
            <p:cNvPr id="57" name="object 57"/>
            <p:cNvSpPr/>
            <p:nvPr/>
          </p:nvSpPr>
          <p:spPr>
            <a:xfrm>
              <a:off x="4710303" y="5028057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4">
                  <a:moveTo>
                    <a:pt x="216230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2162302" y="335661"/>
                  </a:lnTo>
                  <a:lnTo>
                    <a:pt x="216230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710303" y="5028057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4">
                  <a:moveTo>
                    <a:pt x="0" y="335661"/>
                  </a:moveTo>
                  <a:lnTo>
                    <a:pt x="2162302" y="335661"/>
                  </a:lnTo>
                  <a:lnTo>
                    <a:pt x="216230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5056632" y="5077205"/>
            <a:ext cx="148399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Malgun Gothic"/>
                <a:cs typeface="Malgun Gothic"/>
              </a:rPr>
              <a:t>예수금정보</a:t>
            </a:r>
            <a:r>
              <a:rPr sz="1350" spc="3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700778" y="5496305"/>
            <a:ext cx="2181860" cy="354965"/>
            <a:chOff x="4700778" y="5496305"/>
            <a:chExt cx="2181860" cy="354965"/>
          </a:xfrm>
        </p:grpSpPr>
        <p:sp>
          <p:nvSpPr>
            <p:cNvPr id="61" name="object 61"/>
            <p:cNvSpPr/>
            <p:nvPr/>
          </p:nvSpPr>
          <p:spPr>
            <a:xfrm>
              <a:off x="4710303" y="5505830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4">
                  <a:moveTo>
                    <a:pt x="216230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2162302" y="335661"/>
                  </a:lnTo>
                  <a:lnTo>
                    <a:pt x="216230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4710303" y="5505830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4">
                  <a:moveTo>
                    <a:pt x="0" y="335661"/>
                  </a:moveTo>
                  <a:lnTo>
                    <a:pt x="2162302" y="335661"/>
                  </a:lnTo>
                  <a:lnTo>
                    <a:pt x="216230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141976" y="5555107"/>
            <a:ext cx="13119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Malgun Gothic"/>
                <a:cs typeface="Malgun Gothic"/>
              </a:rPr>
              <a:t>카드정보</a:t>
            </a:r>
            <a:r>
              <a:rPr sz="1350" spc="2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4700778" y="5982080"/>
            <a:ext cx="2181860" cy="354965"/>
            <a:chOff x="4700778" y="5982080"/>
            <a:chExt cx="2181860" cy="354965"/>
          </a:xfrm>
        </p:grpSpPr>
        <p:sp>
          <p:nvSpPr>
            <p:cNvPr id="65" name="object 65"/>
            <p:cNvSpPr/>
            <p:nvPr/>
          </p:nvSpPr>
          <p:spPr>
            <a:xfrm>
              <a:off x="4710303" y="5991605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4">
                  <a:moveTo>
                    <a:pt x="216230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2162302" y="335661"/>
                  </a:lnTo>
                  <a:lnTo>
                    <a:pt x="216230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10303" y="5991605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4">
                  <a:moveTo>
                    <a:pt x="0" y="335661"/>
                  </a:moveTo>
                  <a:lnTo>
                    <a:pt x="2162302" y="335661"/>
                  </a:lnTo>
                  <a:lnTo>
                    <a:pt x="216230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4969764" y="6040882"/>
            <a:ext cx="165798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Malgun Gothic"/>
                <a:cs typeface="Malgun Gothic"/>
              </a:rPr>
              <a:t>할부금융리스</a:t>
            </a:r>
            <a:r>
              <a:rPr sz="1350" spc="4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4700778" y="6463791"/>
            <a:ext cx="2181860" cy="354965"/>
            <a:chOff x="4700778" y="6463791"/>
            <a:chExt cx="2181860" cy="354965"/>
          </a:xfrm>
        </p:grpSpPr>
        <p:sp>
          <p:nvSpPr>
            <p:cNvPr id="69" name="object 69"/>
            <p:cNvSpPr/>
            <p:nvPr/>
          </p:nvSpPr>
          <p:spPr>
            <a:xfrm>
              <a:off x="4710303" y="6473316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5">
                  <a:moveTo>
                    <a:pt x="216230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2162302" y="335661"/>
                  </a:lnTo>
                  <a:lnTo>
                    <a:pt x="216230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4710303" y="6473316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5">
                  <a:moveTo>
                    <a:pt x="0" y="335661"/>
                  </a:moveTo>
                  <a:lnTo>
                    <a:pt x="2162302" y="335661"/>
                  </a:lnTo>
                  <a:lnTo>
                    <a:pt x="216230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5141976" y="6522846"/>
            <a:ext cx="131191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Malgun Gothic"/>
                <a:cs typeface="Malgun Gothic"/>
              </a:rPr>
              <a:t>기관정보</a:t>
            </a:r>
            <a:r>
              <a:rPr sz="1350" spc="2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4700778" y="6950202"/>
            <a:ext cx="2181860" cy="354965"/>
            <a:chOff x="4700778" y="6950202"/>
            <a:chExt cx="2181860" cy="354965"/>
          </a:xfrm>
        </p:grpSpPr>
        <p:sp>
          <p:nvSpPr>
            <p:cNvPr id="73" name="object 73"/>
            <p:cNvSpPr/>
            <p:nvPr/>
          </p:nvSpPr>
          <p:spPr>
            <a:xfrm>
              <a:off x="4710303" y="6959727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5">
                  <a:moveTo>
                    <a:pt x="2162302" y="0"/>
                  </a:moveTo>
                  <a:lnTo>
                    <a:pt x="0" y="0"/>
                  </a:lnTo>
                  <a:lnTo>
                    <a:pt x="0" y="335661"/>
                  </a:lnTo>
                  <a:lnTo>
                    <a:pt x="2162302" y="335661"/>
                  </a:lnTo>
                  <a:lnTo>
                    <a:pt x="216230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4710303" y="6959727"/>
              <a:ext cx="2162810" cy="335915"/>
            </a:xfrm>
            <a:custGeom>
              <a:avLst/>
              <a:gdLst/>
              <a:ahLst/>
              <a:cxnLst/>
              <a:rect l="l" t="t" r="r" b="b"/>
              <a:pathLst>
                <a:path w="2162809" h="335915">
                  <a:moveTo>
                    <a:pt x="0" y="335661"/>
                  </a:moveTo>
                  <a:lnTo>
                    <a:pt x="2162302" y="335661"/>
                  </a:lnTo>
                  <a:lnTo>
                    <a:pt x="2162302" y="0"/>
                  </a:lnTo>
                  <a:lnTo>
                    <a:pt x="0" y="0"/>
                  </a:lnTo>
                  <a:lnTo>
                    <a:pt x="0" y="335661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5056632" y="7009256"/>
            <a:ext cx="148399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Malgun Gothic"/>
                <a:cs typeface="Malgun Gothic"/>
              </a:rPr>
              <a:t>자동차보험</a:t>
            </a:r>
            <a:r>
              <a:rPr sz="1350" spc="3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4142232" y="4660138"/>
            <a:ext cx="4997450" cy="2644775"/>
            <a:chOff x="4142232" y="4660138"/>
            <a:chExt cx="4997450" cy="2644775"/>
          </a:xfrm>
        </p:grpSpPr>
        <p:pic>
          <p:nvPicPr>
            <p:cNvPr id="77" name="object 7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142232" y="5061267"/>
              <a:ext cx="720826" cy="310959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4184523" y="5139436"/>
              <a:ext cx="526415" cy="114300"/>
            </a:xfrm>
            <a:custGeom>
              <a:avLst/>
              <a:gdLst/>
              <a:ahLst/>
              <a:cxnLst/>
              <a:rect l="l" t="t" r="r" b="b"/>
              <a:pathLst>
                <a:path w="526414" h="114300">
                  <a:moveTo>
                    <a:pt x="411606" y="0"/>
                  </a:moveTo>
                  <a:lnTo>
                    <a:pt x="411606" y="114300"/>
                  </a:lnTo>
                  <a:lnTo>
                    <a:pt x="487806" y="76200"/>
                  </a:lnTo>
                  <a:lnTo>
                    <a:pt x="430656" y="76200"/>
                  </a:lnTo>
                  <a:lnTo>
                    <a:pt x="430656" y="38100"/>
                  </a:lnTo>
                  <a:lnTo>
                    <a:pt x="487806" y="38100"/>
                  </a:lnTo>
                  <a:lnTo>
                    <a:pt x="411606" y="0"/>
                  </a:lnTo>
                  <a:close/>
                </a:path>
                <a:path w="526414" h="114300">
                  <a:moveTo>
                    <a:pt x="170052" y="37718"/>
                  </a:moveTo>
                  <a:lnTo>
                    <a:pt x="0" y="37718"/>
                  </a:lnTo>
                  <a:lnTo>
                    <a:pt x="0" y="75818"/>
                  </a:lnTo>
                  <a:lnTo>
                    <a:pt x="328929" y="76200"/>
                  </a:lnTo>
                  <a:lnTo>
                    <a:pt x="411606" y="76200"/>
                  </a:lnTo>
                  <a:lnTo>
                    <a:pt x="411606" y="38100"/>
                  </a:lnTo>
                  <a:lnTo>
                    <a:pt x="461518" y="38100"/>
                  </a:lnTo>
                  <a:lnTo>
                    <a:pt x="170052" y="37718"/>
                  </a:lnTo>
                  <a:close/>
                </a:path>
                <a:path w="526414" h="114300">
                  <a:moveTo>
                    <a:pt x="487806" y="38100"/>
                  </a:moveTo>
                  <a:lnTo>
                    <a:pt x="430656" y="38100"/>
                  </a:lnTo>
                  <a:lnTo>
                    <a:pt x="430656" y="76200"/>
                  </a:lnTo>
                  <a:lnTo>
                    <a:pt x="487806" y="76200"/>
                  </a:lnTo>
                  <a:lnTo>
                    <a:pt x="525906" y="57150"/>
                  </a:lnTo>
                  <a:lnTo>
                    <a:pt x="487806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42232" y="5539803"/>
              <a:ext cx="720826" cy="310959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4184523" y="5617083"/>
              <a:ext cx="526415" cy="114300"/>
            </a:xfrm>
            <a:custGeom>
              <a:avLst/>
              <a:gdLst/>
              <a:ahLst/>
              <a:cxnLst/>
              <a:rect l="l" t="t" r="r" b="b"/>
              <a:pathLst>
                <a:path w="526414" h="114300">
                  <a:moveTo>
                    <a:pt x="411606" y="0"/>
                  </a:moveTo>
                  <a:lnTo>
                    <a:pt x="411606" y="114300"/>
                  </a:lnTo>
                  <a:lnTo>
                    <a:pt x="487806" y="76200"/>
                  </a:lnTo>
                  <a:lnTo>
                    <a:pt x="430656" y="76200"/>
                  </a:lnTo>
                  <a:lnTo>
                    <a:pt x="430656" y="38100"/>
                  </a:lnTo>
                  <a:lnTo>
                    <a:pt x="487806" y="38100"/>
                  </a:lnTo>
                  <a:lnTo>
                    <a:pt x="411606" y="0"/>
                  </a:lnTo>
                  <a:close/>
                </a:path>
                <a:path w="526414" h="114300">
                  <a:moveTo>
                    <a:pt x="364363" y="37972"/>
                  </a:moveTo>
                  <a:lnTo>
                    <a:pt x="0" y="37972"/>
                  </a:lnTo>
                  <a:lnTo>
                    <a:pt x="0" y="76072"/>
                  </a:lnTo>
                  <a:lnTo>
                    <a:pt x="384810" y="76200"/>
                  </a:lnTo>
                  <a:lnTo>
                    <a:pt x="411606" y="76200"/>
                  </a:lnTo>
                  <a:lnTo>
                    <a:pt x="411606" y="38100"/>
                  </a:lnTo>
                  <a:lnTo>
                    <a:pt x="384937" y="38100"/>
                  </a:lnTo>
                  <a:lnTo>
                    <a:pt x="364363" y="37972"/>
                  </a:lnTo>
                  <a:close/>
                </a:path>
                <a:path w="526414" h="114300">
                  <a:moveTo>
                    <a:pt x="487806" y="38100"/>
                  </a:moveTo>
                  <a:lnTo>
                    <a:pt x="430656" y="38100"/>
                  </a:lnTo>
                  <a:lnTo>
                    <a:pt x="430656" y="76200"/>
                  </a:lnTo>
                  <a:lnTo>
                    <a:pt x="487806" y="76200"/>
                  </a:lnTo>
                  <a:lnTo>
                    <a:pt x="525906" y="57150"/>
                  </a:lnTo>
                  <a:lnTo>
                    <a:pt x="487806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1" name="object 8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42232" y="6025959"/>
              <a:ext cx="720826" cy="310959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4184523" y="6102858"/>
              <a:ext cx="526415" cy="114300"/>
            </a:xfrm>
            <a:custGeom>
              <a:avLst/>
              <a:gdLst/>
              <a:ahLst/>
              <a:cxnLst/>
              <a:rect l="l" t="t" r="r" b="b"/>
              <a:pathLst>
                <a:path w="526414" h="114300">
                  <a:moveTo>
                    <a:pt x="411734" y="0"/>
                  </a:moveTo>
                  <a:lnTo>
                    <a:pt x="411691" y="37972"/>
                  </a:lnTo>
                  <a:lnTo>
                    <a:pt x="411606" y="114300"/>
                  </a:lnTo>
                  <a:lnTo>
                    <a:pt x="487976" y="76200"/>
                  </a:lnTo>
                  <a:lnTo>
                    <a:pt x="430656" y="76200"/>
                  </a:lnTo>
                  <a:lnTo>
                    <a:pt x="430720" y="57276"/>
                  </a:lnTo>
                  <a:lnTo>
                    <a:pt x="430784" y="38100"/>
                  </a:lnTo>
                  <a:lnTo>
                    <a:pt x="487680" y="38100"/>
                  </a:lnTo>
                  <a:lnTo>
                    <a:pt x="411734" y="0"/>
                  </a:lnTo>
                  <a:close/>
                </a:path>
                <a:path w="526414" h="114300">
                  <a:moveTo>
                    <a:pt x="311403" y="37972"/>
                  </a:moveTo>
                  <a:lnTo>
                    <a:pt x="0" y="37972"/>
                  </a:lnTo>
                  <a:lnTo>
                    <a:pt x="0" y="76072"/>
                  </a:lnTo>
                  <a:lnTo>
                    <a:pt x="327278" y="76200"/>
                  </a:lnTo>
                  <a:lnTo>
                    <a:pt x="411649" y="76200"/>
                  </a:lnTo>
                  <a:lnTo>
                    <a:pt x="411691" y="38100"/>
                  </a:lnTo>
                  <a:lnTo>
                    <a:pt x="327532" y="38100"/>
                  </a:lnTo>
                  <a:lnTo>
                    <a:pt x="311403" y="37972"/>
                  </a:lnTo>
                  <a:close/>
                </a:path>
                <a:path w="526414" h="114300">
                  <a:moveTo>
                    <a:pt x="487680" y="38100"/>
                  </a:moveTo>
                  <a:lnTo>
                    <a:pt x="430784" y="38100"/>
                  </a:lnTo>
                  <a:lnTo>
                    <a:pt x="430720" y="57276"/>
                  </a:lnTo>
                  <a:lnTo>
                    <a:pt x="430656" y="76200"/>
                  </a:lnTo>
                  <a:lnTo>
                    <a:pt x="487976" y="76200"/>
                  </a:lnTo>
                  <a:lnTo>
                    <a:pt x="525906" y="57276"/>
                  </a:lnTo>
                  <a:lnTo>
                    <a:pt x="487680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3" name="object 8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142232" y="6507543"/>
              <a:ext cx="720826" cy="310959"/>
            </a:xfrm>
            <a:prstGeom prst="rect">
              <a:avLst/>
            </a:prstGeom>
          </p:spPr>
        </p:pic>
        <p:sp>
          <p:nvSpPr>
            <p:cNvPr id="84" name="object 84"/>
            <p:cNvSpPr/>
            <p:nvPr/>
          </p:nvSpPr>
          <p:spPr>
            <a:xfrm>
              <a:off x="4184523" y="6584695"/>
              <a:ext cx="526415" cy="114300"/>
            </a:xfrm>
            <a:custGeom>
              <a:avLst/>
              <a:gdLst/>
              <a:ahLst/>
              <a:cxnLst/>
              <a:rect l="l" t="t" r="r" b="b"/>
              <a:pathLst>
                <a:path w="526414" h="114300">
                  <a:moveTo>
                    <a:pt x="430784" y="38100"/>
                  </a:moveTo>
                  <a:lnTo>
                    <a:pt x="411691" y="38100"/>
                  </a:lnTo>
                  <a:lnTo>
                    <a:pt x="411606" y="114300"/>
                  </a:lnTo>
                  <a:lnTo>
                    <a:pt x="487806" y="76200"/>
                  </a:lnTo>
                  <a:lnTo>
                    <a:pt x="430656" y="76200"/>
                  </a:lnTo>
                  <a:lnTo>
                    <a:pt x="430720" y="57150"/>
                  </a:lnTo>
                  <a:lnTo>
                    <a:pt x="430784" y="38100"/>
                  </a:lnTo>
                  <a:close/>
                </a:path>
                <a:path w="526414" h="114300">
                  <a:moveTo>
                    <a:pt x="285496" y="75945"/>
                  </a:moveTo>
                  <a:lnTo>
                    <a:pt x="151002" y="75945"/>
                  </a:lnTo>
                  <a:lnTo>
                    <a:pt x="430657" y="76200"/>
                  </a:lnTo>
                  <a:lnTo>
                    <a:pt x="296163" y="76200"/>
                  </a:lnTo>
                  <a:lnTo>
                    <a:pt x="285496" y="75945"/>
                  </a:lnTo>
                  <a:close/>
                </a:path>
                <a:path w="526414" h="114300">
                  <a:moveTo>
                    <a:pt x="152145" y="37845"/>
                  </a:moveTo>
                  <a:lnTo>
                    <a:pt x="0" y="37845"/>
                  </a:lnTo>
                  <a:lnTo>
                    <a:pt x="0" y="75945"/>
                  </a:lnTo>
                  <a:lnTo>
                    <a:pt x="285496" y="75945"/>
                  </a:lnTo>
                  <a:lnTo>
                    <a:pt x="296163" y="76200"/>
                  </a:lnTo>
                  <a:lnTo>
                    <a:pt x="411649" y="76200"/>
                  </a:lnTo>
                  <a:lnTo>
                    <a:pt x="411691" y="38100"/>
                  </a:lnTo>
                  <a:lnTo>
                    <a:pt x="430783" y="38100"/>
                  </a:lnTo>
                  <a:lnTo>
                    <a:pt x="152145" y="37845"/>
                  </a:lnTo>
                  <a:close/>
                </a:path>
                <a:path w="526414" h="114300">
                  <a:moveTo>
                    <a:pt x="487849" y="38100"/>
                  </a:moveTo>
                  <a:lnTo>
                    <a:pt x="430784" y="38100"/>
                  </a:lnTo>
                  <a:lnTo>
                    <a:pt x="430720" y="57150"/>
                  </a:lnTo>
                  <a:lnTo>
                    <a:pt x="430656" y="76200"/>
                  </a:lnTo>
                  <a:lnTo>
                    <a:pt x="487806" y="76200"/>
                  </a:lnTo>
                  <a:lnTo>
                    <a:pt x="525906" y="57150"/>
                  </a:lnTo>
                  <a:lnTo>
                    <a:pt x="487849" y="38100"/>
                  </a:lnTo>
                  <a:close/>
                </a:path>
                <a:path w="526414" h="114300">
                  <a:moveTo>
                    <a:pt x="411691" y="37845"/>
                  </a:moveTo>
                  <a:lnTo>
                    <a:pt x="285496" y="37845"/>
                  </a:lnTo>
                  <a:lnTo>
                    <a:pt x="297433" y="38100"/>
                  </a:lnTo>
                  <a:lnTo>
                    <a:pt x="411691" y="38100"/>
                  </a:lnTo>
                  <a:lnTo>
                    <a:pt x="411691" y="37845"/>
                  </a:lnTo>
                  <a:close/>
                </a:path>
                <a:path w="526414" h="114300">
                  <a:moveTo>
                    <a:pt x="411734" y="0"/>
                  </a:moveTo>
                  <a:lnTo>
                    <a:pt x="411691" y="37845"/>
                  </a:lnTo>
                  <a:lnTo>
                    <a:pt x="487341" y="37845"/>
                  </a:lnTo>
                  <a:lnTo>
                    <a:pt x="411734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142232" y="6993699"/>
              <a:ext cx="720826" cy="310959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4184523" y="7070979"/>
              <a:ext cx="526415" cy="114300"/>
            </a:xfrm>
            <a:custGeom>
              <a:avLst/>
              <a:gdLst/>
              <a:ahLst/>
              <a:cxnLst/>
              <a:rect l="l" t="t" r="r" b="b"/>
              <a:pathLst>
                <a:path w="526414" h="114300">
                  <a:moveTo>
                    <a:pt x="411734" y="0"/>
                  </a:moveTo>
                  <a:lnTo>
                    <a:pt x="411692" y="37592"/>
                  </a:lnTo>
                  <a:lnTo>
                    <a:pt x="411606" y="114300"/>
                  </a:lnTo>
                  <a:lnTo>
                    <a:pt x="487976" y="76200"/>
                  </a:lnTo>
                  <a:lnTo>
                    <a:pt x="430656" y="76200"/>
                  </a:lnTo>
                  <a:lnTo>
                    <a:pt x="430720" y="57277"/>
                  </a:lnTo>
                  <a:lnTo>
                    <a:pt x="430784" y="38100"/>
                  </a:lnTo>
                  <a:lnTo>
                    <a:pt x="487680" y="38100"/>
                  </a:lnTo>
                  <a:lnTo>
                    <a:pt x="411734" y="0"/>
                  </a:lnTo>
                  <a:close/>
                </a:path>
                <a:path w="526414" h="114300">
                  <a:moveTo>
                    <a:pt x="54609" y="37592"/>
                  </a:moveTo>
                  <a:lnTo>
                    <a:pt x="0" y="37592"/>
                  </a:lnTo>
                  <a:lnTo>
                    <a:pt x="0" y="75692"/>
                  </a:lnTo>
                  <a:lnTo>
                    <a:pt x="307213" y="76073"/>
                  </a:lnTo>
                  <a:lnTo>
                    <a:pt x="327278" y="76200"/>
                  </a:lnTo>
                  <a:lnTo>
                    <a:pt x="411649" y="76200"/>
                  </a:lnTo>
                  <a:lnTo>
                    <a:pt x="411691" y="38100"/>
                  </a:lnTo>
                  <a:lnTo>
                    <a:pt x="327532" y="38100"/>
                  </a:lnTo>
                  <a:lnTo>
                    <a:pt x="375792" y="37973"/>
                  </a:lnTo>
                  <a:lnTo>
                    <a:pt x="54609" y="37592"/>
                  </a:lnTo>
                  <a:close/>
                </a:path>
                <a:path w="526414" h="114300">
                  <a:moveTo>
                    <a:pt x="487680" y="38100"/>
                  </a:moveTo>
                  <a:lnTo>
                    <a:pt x="430784" y="38100"/>
                  </a:lnTo>
                  <a:lnTo>
                    <a:pt x="430720" y="57277"/>
                  </a:lnTo>
                  <a:lnTo>
                    <a:pt x="430656" y="76200"/>
                  </a:lnTo>
                  <a:lnTo>
                    <a:pt x="487976" y="76200"/>
                  </a:lnTo>
                  <a:lnTo>
                    <a:pt x="525906" y="57277"/>
                  </a:lnTo>
                  <a:lnTo>
                    <a:pt x="487680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7" name="object 8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39694" y="4662692"/>
              <a:ext cx="2299972" cy="159922"/>
            </a:xfrm>
            <a:prstGeom prst="rect">
              <a:avLst/>
            </a:prstGeom>
          </p:spPr>
        </p:pic>
        <p:sp>
          <p:nvSpPr>
            <p:cNvPr id="88" name="object 88"/>
            <p:cNvSpPr/>
            <p:nvPr/>
          </p:nvSpPr>
          <p:spPr>
            <a:xfrm>
              <a:off x="6872605" y="4660138"/>
              <a:ext cx="2240915" cy="114300"/>
            </a:xfrm>
            <a:custGeom>
              <a:avLst/>
              <a:gdLst/>
              <a:ahLst/>
              <a:cxnLst/>
              <a:rect l="l" t="t" r="r" b="b"/>
              <a:pathLst>
                <a:path w="2240915" h="114300">
                  <a:moveTo>
                    <a:pt x="2126488" y="0"/>
                  </a:moveTo>
                  <a:lnTo>
                    <a:pt x="2126488" y="114300"/>
                  </a:lnTo>
                  <a:lnTo>
                    <a:pt x="2202688" y="76200"/>
                  </a:lnTo>
                  <a:lnTo>
                    <a:pt x="2145538" y="76200"/>
                  </a:lnTo>
                  <a:lnTo>
                    <a:pt x="2145538" y="38100"/>
                  </a:lnTo>
                  <a:lnTo>
                    <a:pt x="2202688" y="38100"/>
                  </a:lnTo>
                  <a:lnTo>
                    <a:pt x="2126488" y="0"/>
                  </a:lnTo>
                  <a:close/>
                </a:path>
                <a:path w="2240915" h="114300">
                  <a:moveTo>
                    <a:pt x="2126488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126488" y="76200"/>
                  </a:lnTo>
                  <a:lnTo>
                    <a:pt x="2126488" y="38100"/>
                  </a:lnTo>
                  <a:close/>
                </a:path>
                <a:path w="2240915" h="114300">
                  <a:moveTo>
                    <a:pt x="2202688" y="38100"/>
                  </a:moveTo>
                  <a:lnTo>
                    <a:pt x="2145538" y="38100"/>
                  </a:lnTo>
                  <a:lnTo>
                    <a:pt x="2145538" y="76200"/>
                  </a:lnTo>
                  <a:lnTo>
                    <a:pt x="2202688" y="76200"/>
                  </a:lnTo>
                  <a:lnTo>
                    <a:pt x="2240788" y="57150"/>
                  </a:lnTo>
                  <a:lnTo>
                    <a:pt x="2202688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4710303" y="4549013"/>
            <a:ext cx="2162810" cy="335915"/>
          </a:xfrm>
          <a:prstGeom prst="rect">
            <a:avLst/>
          </a:prstGeom>
          <a:solidFill>
            <a:srgbClr val="E6F5FA"/>
          </a:solidFill>
          <a:ln w="19050">
            <a:solidFill>
              <a:srgbClr val="74DBF1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490"/>
              </a:spcBef>
            </a:pPr>
            <a:r>
              <a:rPr sz="1350" dirty="0">
                <a:latin typeface="Malgun Gothic"/>
                <a:cs typeface="Malgun Gothic"/>
              </a:rPr>
              <a:t>보험정보</a:t>
            </a:r>
            <a:r>
              <a:rPr sz="1350" spc="20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6830568" y="4330446"/>
            <a:ext cx="4502150" cy="3002915"/>
            <a:chOff x="6830568" y="4330446"/>
            <a:chExt cx="4502150" cy="3002915"/>
          </a:xfrm>
        </p:grpSpPr>
        <p:pic>
          <p:nvPicPr>
            <p:cNvPr id="91" name="object 9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830568" y="5061267"/>
              <a:ext cx="2436876" cy="310959"/>
            </a:xfrm>
            <a:prstGeom prst="rect">
              <a:avLst/>
            </a:prstGeom>
          </p:spPr>
        </p:pic>
        <p:sp>
          <p:nvSpPr>
            <p:cNvPr id="92" name="object 92"/>
            <p:cNvSpPr/>
            <p:nvPr/>
          </p:nvSpPr>
          <p:spPr>
            <a:xfrm>
              <a:off x="6872605" y="5139436"/>
              <a:ext cx="2240915" cy="114300"/>
            </a:xfrm>
            <a:custGeom>
              <a:avLst/>
              <a:gdLst/>
              <a:ahLst/>
              <a:cxnLst/>
              <a:rect l="l" t="t" r="r" b="b"/>
              <a:pathLst>
                <a:path w="2240915" h="114300">
                  <a:moveTo>
                    <a:pt x="2126488" y="0"/>
                  </a:moveTo>
                  <a:lnTo>
                    <a:pt x="2126488" y="114300"/>
                  </a:lnTo>
                  <a:lnTo>
                    <a:pt x="2202688" y="76200"/>
                  </a:lnTo>
                  <a:lnTo>
                    <a:pt x="2145538" y="76200"/>
                  </a:lnTo>
                  <a:lnTo>
                    <a:pt x="2145538" y="38100"/>
                  </a:lnTo>
                  <a:lnTo>
                    <a:pt x="2202688" y="38100"/>
                  </a:lnTo>
                  <a:lnTo>
                    <a:pt x="2126488" y="0"/>
                  </a:lnTo>
                  <a:close/>
                </a:path>
                <a:path w="2240915" h="114300">
                  <a:moveTo>
                    <a:pt x="674750" y="37718"/>
                  </a:moveTo>
                  <a:lnTo>
                    <a:pt x="0" y="37718"/>
                  </a:lnTo>
                  <a:lnTo>
                    <a:pt x="0" y="75818"/>
                  </a:lnTo>
                  <a:lnTo>
                    <a:pt x="1373251" y="76200"/>
                  </a:lnTo>
                  <a:lnTo>
                    <a:pt x="2126488" y="76200"/>
                  </a:lnTo>
                  <a:lnTo>
                    <a:pt x="2126488" y="38100"/>
                  </a:lnTo>
                  <a:lnTo>
                    <a:pt x="2056256" y="38100"/>
                  </a:lnTo>
                  <a:lnTo>
                    <a:pt x="674750" y="37718"/>
                  </a:lnTo>
                  <a:close/>
                </a:path>
                <a:path w="2240915" h="114300">
                  <a:moveTo>
                    <a:pt x="2202688" y="38100"/>
                  </a:moveTo>
                  <a:lnTo>
                    <a:pt x="2145538" y="38100"/>
                  </a:lnTo>
                  <a:lnTo>
                    <a:pt x="2145538" y="76200"/>
                  </a:lnTo>
                  <a:lnTo>
                    <a:pt x="2202688" y="76200"/>
                  </a:lnTo>
                  <a:lnTo>
                    <a:pt x="2240788" y="57150"/>
                  </a:lnTo>
                  <a:lnTo>
                    <a:pt x="2202688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3" name="object 9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830568" y="5539803"/>
              <a:ext cx="2436876" cy="310959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6872605" y="5617083"/>
              <a:ext cx="2240915" cy="114300"/>
            </a:xfrm>
            <a:custGeom>
              <a:avLst/>
              <a:gdLst/>
              <a:ahLst/>
              <a:cxnLst/>
              <a:rect l="l" t="t" r="r" b="b"/>
              <a:pathLst>
                <a:path w="2240915" h="114300">
                  <a:moveTo>
                    <a:pt x="2126488" y="0"/>
                  </a:moveTo>
                  <a:lnTo>
                    <a:pt x="2126488" y="114300"/>
                  </a:lnTo>
                  <a:lnTo>
                    <a:pt x="2202688" y="76200"/>
                  </a:lnTo>
                  <a:lnTo>
                    <a:pt x="2145538" y="76200"/>
                  </a:lnTo>
                  <a:lnTo>
                    <a:pt x="2145538" y="38100"/>
                  </a:lnTo>
                  <a:lnTo>
                    <a:pt x="2202688" y="38100"/>
                  </a:lnTo>
                  <a:lnTo>
                    <a:pt x="2126488" y="0"/>
                  </a:lnTo>
                  <a:close/>
                </a:path>
                <a:path w="2240915" h="114300">
                  <a:moveTo>
                    <a:pt x="1595754" y="37972"/>
                  </a:moveTo>
                  <a:lnTo>
                    <a:pt x="0" y="37972"/>
                  </a:lnTo>
                  <a:lnTo>
                    <a:pt x="0" y="76072"/>
                  </a:lnTo>
                  <a:lnTo>
                    <a:pt x="1640331" y="76200"/>
                  </a:lnTo>
                  <a:lnTo>
                    <a:pt x="2126488" y="76200"/>
                  </a:lnTo>
                  <a:lnTo>
                    <a:pt x="2126488" y="38100"/>
                  </a:lnTo>
                  <a:lnTo>
                    <a:pt x="1640459" y="38100"/>
                  </a:lnTo>
                  <a:lnTo>
                    <a:pt x="1595754" y="37972"/>
                  </a:lnTo>
                  <a:close/>
                </a:path>
                <a:path w="2240915" h="114300">
                  <a:moveTo>
                    <a:pt x="2202688" y="38100"/>
                  </a:moveTo>
                  <a:lnTo>
                    <a:pt x="2145538" y="38100"/>
                  </a:lnTo>
                  <a:lnTo>
                    <a:pt x="2145538" y="76200"/>
                  </a:lnTo>
                  <a:lnTo>
                    <a:pt x="2202688" y="76200"/>
                  </a:lnTo>
                  <a:lnTo>
                    <a:pt x="2240788" y="57150"/>
                  </a:lnTo>
                  <a:lnTo>
                    <a:pt x="2202688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5" name="object 9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30568" y="6025959"/>
              <a:ext cx="2436876" cy="310959"/>
            </a:xfrm>
            <a:prstGeom prst="rect">
              <a:avLst/>
            </a:prstGeom>
          </p:spPr>
        </p:pic>
        <p:sp>
          <p:nvSpPr>
            <p:cNvPr id="96" name="object 96"/>
            <p:cNvSpPr/>
            <p:nvPr/>
          </p:nvSpPr>
          <p:spPr>
            <a:xfrm>
              <a:off x="6872605" y="6102731"/>
              <a:ext cx="2240915" cy="114300"/>
            </a:xfrm>
            <a:custGeom>
              <a:avLst/>
              <a:gdLst/>
              <a:ahLst/>
              <a:cxnLst/>
              <a:rect l="l" t="t" r="r" b="b"/>
              <a:pathLst>
                <a:path w="2240915" h="114300">
                  <a:moveTo>
                    <a:pt x="2126488" y="0"/>
                  </a:moveTo>
                  <a:lnTo>
                    <a:pt x="2126488" y="114300"/>
                  </a:lnTo>
                  <a:lnTo>
                    <a:pt x="2202688" y="76200"/>
                  </a:lnTo>
                  <a:lnTo>
                    <a:pt x="2145538" y="76200"/>
                  </a:lnTo>
                  <a:lnTo>
                    <a:pt x="2145538" y="38100"/>
                  </a:lnTo>
                  <a:lnTo>
                    <a:pt x="2202688" y="38100"/>
                  </a:lnTo>
                  <a:lnTo>
                    <a:pt x="2126488" y="0"/>
                  </a:lnTo>
                  <a:close/>
                </a:path>
                <a:path w="2240915" h="114300">
                  <a:moveTo>
                    <a:pt x="1980565" y="76200"/>
                  </a:moveTo>
                  <a:lnTo>
                    <a:pt x="1395349" y="76200"/>
                  </a:lnTo>
                  <a:lnTo>
                    <a:pt x="1432178" y="76327"/>
                  </a:lnTo>
                  <a:lnTo>
                    <a:pt x="1929511" y="76327"/>
                  </a:lnTo>
                  <a:lnTo>
                    <a:pt x="1980565" y="76200"/>
                  </a:lnTo>
                  <a:close/>
                </a:path>
                <a:path w="2240915" h="114300">
                  <a:moveTo>
                    <a:pt x="1395349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126488" y="76200"/>
                  </a:lnTo>
                  <a:lnTo>
                    <a:pt x="2126488" y="38227"/>
                  </a:lnTo>
                  <a:lnTo>
                    <a:pt x="1432305" y="38227"/>
                  </a:lnTo>
                  <a:lnTo>
                    <a:pt x="1395349" y="38100"/>
                  </a:lnTo>
                  <a:close/>
                </a:path>
                <a:path w="2240915" h="114300">
                  <a:moveTo>
                    <a:pt x="2202688" y="38100"/>
                  </a:moveTo>
                  <a:lnTo>
                    <a:pt x="2145538" y="38100"/>
                  </a:lnTo>
                  <a:lnTo>
                    <a:pt x="2145538" y="76200"/>
                  </a:lnTo>
                  <a:lnTo>
                    <a:pt x="2202688" y="76200"/>
                  </a:lnTo>
                  <a:lnTo>
                    <a:pt x="2240788" y="57150"/>
                  </a:lnTo>
                  <a:lnTo>
                    <a:pt x="2202688" y="38100"/>
                  </a:lnTo>
                  <a:close/>
                </a:path>
                <a:path w="2240915" h="114300">
                  <a:moveTo>
                    <a:pt x="2126488" y="38100"/>
                  </a:moveTo>
                  <a:lnTo>
                    <a:pt x="1980438" y="38100"/>
                  </a:lnTo>
                  <a:lnTo>
                    <a:pt x="1929511" y="38227"/>
                  </a:lnTo>
                  <a:lnTo>
                    <a:pt x="2126488" y="38227"/>
                  </a:lnTo>
                  <a:lnTo>
                    <a:pt x="2126488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7" name="object 9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830568" y="6507543"/>
              <a:ext cx="2436876" cy="310959"/>
            </a:xfrm>
            <a:prstGeom prst="rect">
              <a:avLst/>
            </a:prstGeom>
          </p:spPr>
        </p:pic>
        <p:sp>
          <p:nvSpPr>
            <p:cNvPr id="98" name="object 98"/>
            <p:cNvSpPr/>
            <p:nvPr/>
          </p:nvSpPr>
          <p:spPr>
            <a:xfrm>
              <a:off x="6872605" y="6584442"/>
              <a:ext cx="2240915" cy="114300"/>
            </a:xfrm>
            <a:custGeom>
              <a:avLst/>
              <a:gdLst/>
              <a:ahLst/>
              <a:cxnLst/>
              <a:rect l="l" t="t" r="r" b="b"/>
              <a:pathLst>
                <a:path w="2240915" h="114300">
                  <a:moveTo>
                    <a:pt x="2126488" y="0"/>
                  </a:moveTo>
                  <a:lnTo>
                    <a:pt x="2126488" y="114299"/>
                  </a:lnTo>
                  <a:lnTo>
                    <a:pt x="2202433" y="76326"/>
                  </a:lnTo>
                  <a:lnTo>
                    <a:pt x="2145538" y="76326"/>
                  </a:lnTo>
                  <a:lnTo>
                    <a:pt x="2145538" y="38226"/>
                  </a:lnTo>
                  <a:lnTo>
                    <a:pt x="2202942" y="38226"/>
                  </a:lnTo>
                  <a:lnTo>
                    <a:pt x="2126488" y="0"/>
                  </a:lnTo>
                  <a:close/>
                </a:path>
                <a:path w="2240915" h="114300">
                  <a:moveTo>
                    <a:pt x="2126488" y="38226"/>
                  </a:moveTo>
                  <a:lnTo>
                    <a:pt x="0" y="38226"/>
                  </a:lnTo>
                  <a:lnTo>
                    <a:pt x="0" y="76326"/>
                  </a:lnTo>
                  <a:lnTo>
                    <a:pt x="2126488" y="76326"/>
                  </a:lnTo>
                  <a:lnTo>
                    <a:pt x="2126488" y="38226"/>
                  </a:lnTo>
                  <a:close/>
                </a:path>
                <a:path w="2240915" h="114300">
                  <a:moveTo>
                    <a:pt x="2202942" y="38226"/>
                  </a:moveTo>
                  <a:lnTo>
                    <a:pt x="2145538" y="38226"/>
                  </a:lnTo>
                  <a:lnTo>
                    <a:pt x="2145538" y="76326"/>
                  </a:lnTo>
                  <a:lnTo>
                    <a:pt x="2202433" y="76326"/>
                  </a:lnTo>
                  <a:lnTo>
                    <a:pt x="2240788" y="57149"/>
                  </a:lnTo>
                  <a:lnTo>
                    <a:pt x="2202942" y="38226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9" name="object 9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830568" y="6993699"/>
              <a:ext cx="2436876" cy="310959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6872605" y="7070852"/>
              <a:ext cx="2240915" cy="114300"/>
            </a:xfrm>
            <a:custGeom>
              <a:avLst/>
              <a:gdLst/>
              <a:ahLst/>
              <a:cxnLst/>
              <a:rect l="l" t="t" r="r" b="b"/>
              <a:pathLst>
                <a:path w="2240915" h="114300">
                  <a:moveTo>
                    <a:pt x="2126488" y="0"/>
                  </a:moveTo>
                  <a:lnTo>
                    <a:pt x="2126488" y="114300"/>
                  </a:lnTo>
                  <a:lnTo>
                    <a:pt x="2202688" y="76200"/>
                  </a:lnTo>
                  <a:lnTo>
                    <a:pt x="2145538" y="76200"/>
                  </a:lnTo>
                  <a:lnTo>
                    <a:pt x="2145538" y="38100"/>
                  </a:lnTo>
                  <a:lnTo>
                    <a:pt x="2202688" y="38100"/>
                  </a:lnTo>
                  <a:lnTo>
                    <a:pt x="2126488" y="0"/>
                  </a:lnTo>
                  <a:close/>
                </a:path>
                <a:path w="2240915" h="114300">
                  <a:moveTo>
                    <a:pt x="1980565" y="76200"/>
                  </a:moveTo>
                  <a:lnTo>
                    <a:pt x="1395349" y="76200"/>
                  </a:lnTo>
                  <a:lnTo>
                    <a:pt x="1432178" y="76327"/>
                  </a:lnTo>
                  <a:lnTo>
                    <a:pt x="1929511" y="76327"/>
                  </a:lnTo>
                  <a:lnTo>
                    <a:pt x="1980565" y="76200"/>
                  </a:lnTo>
                  <a:close/>
                </a:path>
                <a:path w="2240915" h="114300">
                  <a:moveTo>
                    <a:pt x="224662" y="37718"/>
                  </a:moveTo>
                  <a:lnTo>
                    <a:pt x="0" y="37718"/>
                  </a:lnTo>
                  <a:lnTo>
                    <a:pt x="0" y="75818"/>
                  </a:lnTo>
                  <a:lnTo>
                    <a:pt x="1311655" y="76200"/>
                  </a:lnTo>
                  <a:lnTo>
                    <a:pt x="2126488" y="76200"/>
                  </a:lnTo>
                  <a:lnTo>
                    <a:pt x="2126488" y="38227"/>
                  </a:lnTo>
                  <a:lnTo>
                    <a:pt x="1432305" y="38227"/>
                  </a:lnTo>
                  <a:lnTo>
                    <a:pt x="1616075" y="38100"/>
                  </a:lnTo>
                  <a:lnTo>
                    <a:pt x="224662" y="37718"/>
                  </a:lnTo>
                  <a:close/>
                </a:path>
                <a:path w="2240915" h="114300">
                  <a:moveTo>
                    <a:pt x="2202688" y="38100"/>
                  </a:moveTo>
                  <a:lnTo>
                    <a:pt x="2145538" y="38100"/>
                  </a:lnTo>
                  <a:lnTo>
                    <a:pt x="2145538" y="76200"/>
                  </a:lnTo>
                  <a:lnTo>
                    <a:pt x="2202688" y="76200"/>
                  </a:lnTo>
                  <a:lnTo>
                    <a:pt x="2240788" y="57150"/>
                  </a:lnTo>
                  <a:lnTo>
                    <a:pt x="2202688" y="38100"/>
                  </a:lnTo>
                  <a:close/>
                </a:path>
                <a:path w="2240915" h="114300">
                  <a:moveTo>
                    <a:pt x="2126488" y="38100"/>
                  </a:moveTo>
                  <a:lnTo>
                    <a:pt x="1980438" y="38100"/>
                  </a:lnTo>
                  <a:lnTo>
                    <a:pt x="1929511" y="38227"/>
                  </a:lnTo>
                  <a:lnTo>
                    <a:pt x="2126488" y="38227"/>
                  </a:lnTo>
                  <a:lnTo>
                    <a:pt x="2126488" y="3810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776718" y="4368546"/>
              <a:ext cx="635" cy="2926715"/>
            </a:xfrm>
            <a:custGeom>
              <a:avLst/>
              <a:gdLst/>
              <a:ahLst/>
              <a:cxnLst/>
              <a:rect l="l" t="t" r="r" b="b"/>
              <a:pathLst>
                <a:path w="634" h="2926715">
                  <a:moveTo>
                    <a:pt x="0" y="0"/>
                  </a:moveTo>
                  <a:lnTo>
                    <a:pt x="0" y="75658"/>
                  </a:lnTo>
                  <a:lnTo>
                    <a:pt x="1" y="151136"/>
                  </a:lnTo>
                  <a:lnTo>
                    <a:pt x="3" y="226256"/>
                  </a:lnTo>
                  <a:lnTo>
                    <a:pt x="6" y="300837"/>
                  </a:lnTo>
                  <a:lnTo>
                    <a:pt x="10" y="374698"/>
                  </a:lnTo>
                  <a:lnTo>
                    <a:pt x="15" y="447659"/>
                  </a:lnTo>
                  <a:lnTo>
                    <a:pt x="20" y="519542"/>
                  </a:lnTo>
                  <a:lnTo>
                    <a:pt x="26" y="590165"/>
                  </a:lnTo>
                  <a:lnTo>
                    <a:pt x="32" y="659348"/>
                  </a:lnTo>
                  <a:lnTo>
                    <a:pt x="40" y="726912"/>
                  </a:lnTo>
                  <a:lnTo>
                    <a:pt x="47" y="792676"/>
                  </a:lnTo>
                  <a:lnTo>
                    <a:pt x="56" y="856460"/>
                  </a:lnTo>
                  <a:lnTo>
                    <a:pt x="65" y="918084"/>
                  </a:lnTo>
                  <a:lnTo>
                    <a:pt x="74" y="977369"/>
                  </a:lnTo>
                  <a:lnTo>
                    <a:pt x="84" y="1034134"/>
                  </a:lnTo>
                  <a:lnTo>
                    <a:pt x="94" y="1088199"/>
                  </a:lnTo>
                  <a:lnTo>
                    <a:pt x="105" y="1139383"/>
                  </a:lnTo>
                  <a:lnTo>
                    <a:pt x="116" y="1187508"/>
                  </a:lnTo>
                  <a:lnTo>
                    <a:pt x="127" y="1232393"/>
                  </a:lnTo>
                  <a:lnTo>
                    <a:pt x="139" y="1273857"/>
                  </a:lnTo>
                  <a:lnTo>
                    <a:pt x="163" y="1345806"/>
                  </a:lnTo>
                  <a:lnTo>
                    <a:pt x="188" y="1401912"/>
                  </a:lnTo>
                  <a:lnTo>
                    <a:pt x="214" y="1440737"/>
                  </a:lnTo>
                  <a:lnTo>
                    <a:pt x="267" y="1466000"/>
                  </a:lnTo>
                  <a:lnTo>
                    <a:pt x="281" y="1473620"/>
                  </a:lnTo>
                  <a:lnTo>
                    <a:pt x="329" y="1524919"/>
                  </a:lnTo>
                  <a:lnTo>
                    <a:pt x="362" y="1581017"/>
                  </a:lnTo>
                  <a:lnTo>
                    <a:pt x="397" y="1652955"/>
                  </a:lnTo>
                  <a:lnTo>
                    <a:pt x="415" y="1694413"/>
                  </a:lnTo>
                  <a:lnTo>
                    <a:pt x="432" y="1739292"/>
                  </a:lnTo>
                  <a:lnTo>
                    <a:pt x="449" y="1787410"/>
                  </a:lnTo>
                  <a:lnTo>
                    <a:pt x="467" y="1838589"/>
                  </a:lnTo>
                  <a:lnTo>
                    <a:pt x="483" y="1892647"/>
                  </a:lnTo>
                  <a:lnTo>
                    <a:pt x="500" y="1949405"/>
                  </a:lnTo>
                  <a:lnTo>
                    <a:pt x="516" y="2008683"/>
                  </a:lnTo>
                  <a:lnTo>
                    <a:pt x="531" y="2070301"/>
                  </a:lnTo>
                  <a:lnTo>
                    <a:pt x="546" y="2134079"/>
                  </a:lnTo>
                  <a:lnTo>
                    <a:pt x="560" y="2199837"/>
                  </a:lnTo>
                  <a:lnTo>
                    <a:pt x="572" y="2267395"/>
                  </a:lnTo>
                  <a:lnTo>
                    <a:pt x="585" y="2336573"/>
                  </a:lnTo>
                  <a:lnTo>
                    <a:pt x="595" y="2407191"/>
                  </a:lnTo>
                  <a:lnTo>
                    <a:pt x="605" y="2479069"/>
                  </a:lnTo>
                  <a:lnTo>
                    <a:pt x="614" y="2552026"/>
                  </a:lnTo>
                  <a:lnTo>
                    <a:pt x="621" y="2625884"/>
                  </a:lnTo>
                  <a:lnTo>
                    <a:pt x="627" y="2700462"/>
                  </a:lnTo>
                  <a:lnTo>
                    <a:pt x="631" y="2775579"/>
                  </a:lnTo>
                  <a:lnTo>
                    <a:pt x="634" y="2851057"/>
                  </a:lnTo>
                  <a:lnTo>
                    <a:pt x="634" y="2926715"/>
                  </a:lnTo>
                </a:path>
              </a:pathLst>
            </a:custGeom>
            <a:ln w="76200">
              <a:solidFill>
                <a:srgbClr val="006FC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2" name="object 102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9052560" y="4986540"/>
              <a:ext cx="2279904" cy="454139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9297924" y="5015484"/>
              <a:ext cx="1789176" cy="443484"/>
            </a:xfrm>
            <a:prstGeom prst="rect">
              <a:avLst/>
            </a:prstGeom>
          </p:spPr>
        </p:pic>
      </p:grpSp>
      <p:sp>
        <p:nvSpPr>
          <p:cNvPr id="104" name="object 104"/>
          <p:cNvSpPr txBox="1"/>
          <p:nvPr/>
        </p:nvSpPr>
        <p:spPr>
          <a:xfrm>
            <a:off x="9113773" y="5028057"/>
            <a:ext cx="2162810" cy="335915"/>
          </a:xfrm>
          <a:prstGeom prst="rect">
            <a:avLst/>
          </a:prstGeom>
          <a:solidFill>
            <a:srgbClr val="00AEB9"/>
          </a:solidFill>
          <a:ln w="38100">
            <a:solidFill>
              <a:srgbClr val="FFFFFF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490"/>
              </a:spcBef>
            </a:pP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예수금정보</a:t>
            </a:r>
            <a:r>
              <a:rPr sz="1350" b="1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9052559" y="5463565"/>
            <a:ext cx="2280285" cy="474345"/>
            <a:chOff x="9052559" y="5463565"/>
            <a:chExt cx="2280285" cy="474345"/>
          </a:xfrm>
        </p:grpSpPr>
        <p:pic>
          <p:nvPicPr>
            <p:cNvPr id="106" name="object 10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052559" y="5463565"/>
              <a:ext cx="2279904" cy="45565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83267" y="5494019"/>
              <a:ext cx="1616964" cy="443484"/>
            </a:xfrm>
            <a:prstGeom prst="rect">
              <a:avLst/>
            </a:prstGeom>
          </p:spPr>
        </p:pic>
      </p:grpSp>
      <p:sp>
        <p:nvSpPr>
          <p:cNvPr id="108" name="object 108"/>
          <p:cNvSpPr txBox="1"/>
          <p:nvPr/>
        </p:nvSpPr>
        <p:spPr>
          <a:xfrm>
            <a:off x="9113773" y="5505830"/>
            <a:ext cx="2162810" cy="335915"/>
          </a:xfrm>
          <a:prstGeom prst="rect">
            <a:avLst/>
          </a:prstGeom>
          <a:solidFill>
            <a:srgbClr val="00AEB9"/>
          </a:solidFill>
          <a:ln w="38100">
            <a:solidFill>
              <a:srgbClr val="FFFFFF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416559">
              <a:lnSpc>
                <a:spcPct val="100000"/>
              </a:lnSpc>
              <a:spcBef>
                <a:spcPts val="495"/>
              </a:spcBef>
            </a:pP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카드정보</a:t>
            </a:r>
            <a:r>
              <a:rPr sz="1350" b="1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09" name="object 109"/>
          <p:cNvGrpSpPr/>
          <p:nvPr/>
        </p:nvGrpSpPr>
        <p:grpSpPr>
          <a:xfrm>
            <a:off x="9052559" y="5949708"/>
            <a:ext cx="2280285" cy="474345"/>
            <a:chOff x="9052559" y="5949708"/>
            <a:chExt cx="2280285" cy="474345"/>
          </a:xfrm>
        </p:grpSpPr>
        <p:pic>
          <p:nvPicPr>
            <p:cNvPr id="110" name="object 11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052559" y="5949708"/>
              <a:ext cx="2279904" cy="454139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9211055" y="5980175"/>
              <a:ext cx="1962911" cy="443484"/>
            </a:xfrm>
            <a:prstGeom prst="rect">
              <a:avLst/>
            </a:prstGeom>
          </p:spPr>
        </p:pic>
      </p:grpSp>
      <p:sp>
        <p:nvSpPr>
          <p:cNvPr id="112" name="object 112"/>
          <p:cNvSpPr txBox="1"/>
          <p:nvPr/>
        </p:nvSpPr>
        <p:spPr>
          <a:xfrm>
            <a:off x="9113773" y="5991605"/>
            <a:ext cx="2162810" cy="335915"/>
          </a:xfrm>
          <a:prstGeom prst="rect">
            <a:avLst/>
          </a:prstGeom>
          <a:solidFill>
            <a:srgbClr val="00AEB9"/>
          </a:solidFill>
          <a:ln w="38100">
            <a:solidFill>
              <a:srgbClr val="FFFFFF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244475">
              <a:lnSpc>
                <a:spcPct val="100000"/>
              </a:lnSpc>
              <a:spcBef>
                <a:spcPts val="495"/>
              </a:spcBef>
            </a:pP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할부금융리스</a:t>
            </a:r>
            <a:r>
              <a:rPr sz="1350" b="1" spc="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9052559" y="6431292"/>
            <a:ext cx="2280285" cy="474345"/>
            <a:chOff x="9052559" y="6431292"/>
            <a:chExt cx="2280285" cy="474345"/>
          </a:xfrm>
        </p:grpSpPr>
        <p:pic>
          <p:nvPicPr>
            <p:cNvPr id="114" name="object 11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9052559" y="6431292"/>
              <a:ext cx="2279904" cy="454139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383267" y="6461760"/>
              <a:ext cx="1616964" cy="443484"/>
            </a:xfrm>
            <a:prstGeom prst="rect">
              <a:avLst/>
            </a:prstGeom>
          </p:spPr>
        </p:pic>
      </p:grpSp>
      <p:sp>
        <p:nvSpPr>
          <p:cNvPr id="116" name="object 116"/>
          <p:cNvSpPr txBox="1"/>
          <p:nvPr/>
        </p:nvSpPr>
        <p:spPr>
          <a:xfrm>
            <a:off x="9113773" y="6473316"/>
            <a:ext cx="2162810" cy="335915"/>
          </a:xfrm>
          <a:prstGeom prst="rect">
            <a:avLst/>
          </a:prstGeom>
          <a:solidFill>
            <a:srgbClr val="00AEB9"/>
          </a:solidFill>
          <a:ln w="38100">
            <a:solidFill>
              <a:srgbClr val="FFFFFF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416559">
              <a:lnSpc>
                <a:spcPct val="100000"/>
              </a:lnSpc>
              <a:spcBef>
                <a:spcPts val="495"/>
              </a:spcBef>
            </a:pP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기관정보</a:t>
            </a:r>
            <a:r>
              <a:rPr sz="1350" b="1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17" name="object 117"/>
          <p:cNvGrpSpPr/>
          <p:nvPr/>
        </p:nvGrpSpPr>
        <p:grpSpPr>
          <a:xfrm>
            <a:off x="9052559" y="6917461"/>
            <a:ext cx="2280285" cy="474345"/>
            <a:chOff x="9052559" y="6917461"/>
            <a:chExt cx="2280285" cy="474345"/>
          </a:xfrm>
        </p:grpSpPr>
        <p:pic>
          <p:nvPicPr>
            <p:cNvPr id="118" name="object 11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052559" y="6917461"/>
              <a:ext cx="2279904" cy="455650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297923" y="6947916"/>
              <a:ext cx="1789176" cy="443484"/>
            </a:xfrm>
            <a:prstGeom prst="rect">
              <a:avLst/>
            </a:prstGeom>
          </p:spPr>
        </p:pic>
      </p:grpSp>
      <p:sp>
        <p:nvSpPr>
          <p:cNvPr id="120" name="object 120"/>
          <p:cNvSpPr txBox="1"/>
          <p:nvPr/>
        </p:nvSpPr>
        <p:spPr>
          <a:xfrm>
            <a:off x="9113773" y="6959727"/>
            <a:ext cx="2162810" cy="335915"/>
          </a:xfrm>
          <a:prstGeom prst="rect">
            <a:avLst/>
          </a:prstGeom>
          <a:solidFill>
            <a:srgbClr val="00AEB9"/>
          </a:solidFill>
          <a:ln w="38100">
            <a:solidFill>
              <a:srgbClr val="FFFFFF"/>
            </a:solidFill>
          </a:ln>
        </p:spPr>
        <p:txBody>
          <a:bodyPr vert="horz" wrap="square" lIns="0" tIns="62865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495"/>
              </a:spcBef>
            </a:pP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자동차보험</a:t>
            </a:r>
            <a:r>
              <a:rPr sz="1350" b="1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9052559" y="4508004"/>
            <a:ext cx="2280285" cy="472440"/>
            <a:chOff x="9052559" y="4508004"/>
            <a:chExt cx="2280285" cy="472440"/>
          </a:xfrm>
        </p:grpSpPr>
        <p:pic>
          <p:nvPicPr>
            <p:cNvPr id="122" name="object 12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052559" y="4508004"/>
              <a:ext cx="2279904" cy="454139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383267" y="4536947"/>
              <a:ext cx="1616964" cy="443484"/>
            </a:xfrm>
            <a:prstGeom prst="rect">
              <a:avLst/>
            </a:prstGeom>
          </p:spPr>
        </p:pic>
      </p:grpSp>
      <p:sp>
        <p:nvSpPr>
          <p:cNvPr id="124" name="object 124"/>
          <p:cNvSpPr txBox="1"/>
          <p:nvPr/>
        </p:nvSpPr>
        <p:spPr>
          <a:xfrm>
            <a:off x="9113773" y="4549013"/>
            <a:ext cx="2162810" cy="335915"/>
          </a:xfrm>
          <a:prstGeom prst="rect">
            <a:avLst/>
          </a:prstGeom>
          <a:solidFill>
            <a:srgbClr val="00AEB9"/>
          </a:solidFill>
          <a:ln w="38100">
            <a:solidFill>
              <a:srgbClr val="FFFFFF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416559">
              <a:lnSpc>
                <a:spcPct val="100000"/>
              </a:lnSpc>
              <a:spcBef>
                <a:spcPts val="490"/>
              </a:spcBef>
            </a:pP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보험정보</a:t>
            </a:r>
            <a:r>
              <a:rPr sz="1350" b="1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11910033" y="5573181"/>
            <a:ext cx="1541145" cy="780415"/>
            <a:chOff x="11910033" y="5573181"/>
            <a:chExt cx="1541145" cy="780415"/>
          </a:xfrm>
        </p:grpSpPr>
        <p:pic>
          <p:nvPicPr>
            <p:cNvPr id="126" name="object 126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910033" y="5573181"/>
              <a:ext cx="1540817" cy="734727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2102084" y="5590031"/>
              <a:ext cx="1158227" cy="763524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1943334" y="5583364"/>
              <a:ext cx="1478914" cy="672147"/>
            </a:xfrm>
            <a:prstGeom prst="rect">
              <a:avLst/>
            </a:prstGeom>
          </p:spPr>
        </p:pic>
      </p:grpSp>
      <p:sp>
        <p:nvSpPr>
          <p:cNvPr id="129" name="object 129"/>
          <p:cNvSpPr txBox="1"/>
          <p:nvPr/>
        </p:nvSpPr>
        <p:spPr>
          <a:xfrm>
            <a:off x="11943333" y="5583364"/>
            <a:ext cx="1478915" cy="67246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25755">
              <a:lnSpc>
                <a:spcPct val="100000"/>
              </a:lnSpc>
              <a:spcBef>
                <a:spcPts val="70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통합정보</a:t>
            </a:r>
            <a:endParaRPr sz="1600">
              <a:latin typeface="Malgun Gothic"/>
              <a:cs typeface="Malgun Gothic"/>
            </a:endParaRPr>
          </a:p>
          <a:p>
            <a:pPr marL="391160">
              <a:lnSpc>
                <a:spcPct val="100000"/>
              </a:lnSpc>
              <a:spcBef>
                <a:spcPts val="35"/>
              </a:spcBef>
            </a:pPr>
            <a:r>
              <a:rPr sz="1600" b="1" spc="-10" dirty="0">
                <a:solidFill>
                  <a:srgbClr val="221F1F"/>
                </a:solidFill>
                <a:latin typeface="Malgun Gothic"/>
                <a:cs typeface="Malgun Gothic"/>
              </a:rPr>
              <a:t>Stream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14002484" y="4905743"/>
            <a:ext cx="1541145" cy="1955800"/>
            <a:chOff x="14002484" y="4905743"/>
            <a:chExt cx="1541145" cy="1955800"/>
          </a:xfrm>
        </p:grpSpPr>
        <p:pic>
          <p:nvPicPr>
            <p:cNvPr id="131" name="object 131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4002484" y="4937731"/>
              <a:ext cx="1540817" cy="1923345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4016227" y="4905743"/>
              <a:ext cx="1514855" cy="990612"/>
            </a:xfrm>
            <a:prstGeom prst="rect">
              <a:avLst/>
            </a:prstGeom>
          </p:spPr>
        </p:pic>
        <p:sp>
          <p:nvSpPr>
            <p:cNvPr id="133" name="object 133"/>
            <p:cNvSpPr/>
            <p:nvPr/>
          </p:nvSpPr>
          <p:spPr>
            <a:xfrm>
              <a:off x="14035912" y="4948300"/>
              <a:ext cx="1478915" cy="1861185"/>
            </a:xfrm>
            <a:custGeom>
              <a:avLst/>
              <a:gdLst/>
              <a:ahLst/>
              <a:cxnLst/>
              <a:rect l="l" t="t" r="r" b="b"/>
              <a:pathLst>
                <a:path w="1478915" h="1861184">
                  <a:moveTo>
                    <a:pt x="1478915" y="0"/>
                  </a:moveTo>
                  <a:lnTo>
                    <a:pt x="0" y="0"/>
                  </a:lnTo>
                  <a:lnTo>
                    <a:pt x="0" y="1860677"/>
                  </a:lnTo>
                  <a:lnTo>
                    <a:pt x="1478915" y="1860677"/>
                  </a:lnTo>
                  <a:lnTo>
                    <a:pt x="1478915" y="0"/>
                  </a:lnTo>
                  <a:close/>
                </a:path>
              </a:pathLst>
            </a:custGeom>
            <a:solidFill>
              <a:srgbClr val="3E77D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14225015" y="4989321"/>
            <a:ext cx="1116330" cy="688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150" b="1" spc="-20" dirty="0">
                <a:solidFill>
                  <a:srgbClr val="FFFFFF"/>
                </a:solidFill>
                <a:latin typeface="Malgun Gothic"/>
                <a:cs typeface="Malgun Gothic"/>
              </a:rPr>
              <a:t>최종결과</a:t>
            </a:r>
            <a:endParaRPr sz="2150">
              <a:latin typeface="Malgun Gothic"/>
              <a:cs typeface="Malgun Gothic"/>
            </a:endParaRPr>
          </a:p>
          <a:p>
            <a:pPr marL="106680">
              <a:lnSpc>
                <a:spcPct val="100000"/>
              </a:lnSpc>
              <a:spcBef>
                <a:spcPts val="35"/>
              </a:spcBef>
            </a:pPr>
            <a:r>
              <a:rPr sz="2150" b="1" spc="-10" dirty="0">
                <a:solidFill>
                  <a:srgbClr val="FFFFFF"/>
                </a:solidFill>
                <a:latin typeface="Malgun Gothic"/>
                <a:cs typeface="Malgun Gothic"/>
              </a:rPr>
              <a:t>KTable</a:t>
            </a:r>
            <a:endParaRPr sz="2150">
              <a:latin typeface="Malgun Gothic"/>
              <a:cs typeface="Malgun Gothic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7239000" y="4697857"/>
            <a:ext cx="4322445" cy="2449195"/>
            <a:chOff x="7239000" y="4697857"/>
            <a:chExt cx="4322445" cy="2449195"/>
          </a:xfrm>
        </p:grpSpPr>
        <p:sp>
          <p:nvSpPr>
            <p:cNvPr id="136" name="object 136"/>
            <p:cNvSpPr/>
            <p:nvPr/>
          </p:nvSpPr>
          <p:spPr>
            <a:xfrm>
              <a:off x="11276076" y="4716907"/>
              <a:ext cx="266700" cy="2411095"/>
            </a:xfrm>
            <a:custGeom>
              <a:avLst/>
              <a:gdLst/>
              <a:ahLst/>
              <a:cxnLst/>
              <a:rect l="l" t="t" r="r" b="b"/>
              <a:pathLst>
                <a:path w="266700" h="2411095">
                  <a:moveTo>
                    <a:pt x="0" y="0"/>
                  </a:moveTo>
                  <a:lnTo>
                    <a:pt x="44187" y="21492"/>
                  </a:lnTo>
                  <a:lnTo>
                    <a:pt x="73108" y="58171"/>
                  </a:lnTo>
                  <a:lnTo>
                    <a:pt x="101220" y="111015"/>
                  </a:lnTo>
                  <a:lnTo>
                    <a:pt x="128199" y="178557"/>
                  </a:lnTo>
                  <a:lnTo>
                    <a:pt x="141161" y="217380"/>
                  </a:lnTo>
                  <a:lnTo>
                    <a:pt x="153718" y="259326"/>
                  </a:lnTo>
                  <a:lnTo>
                    <a:pt x="165829" y="304211"/>
                  </a:lnTo>
                  <a:lnTo>
                    <a:pt x="177453" y="351853"/>
                  </a:lnTo>
                  <a:lnTo>
                    <a:pt x="188550" y="402067"/>
                  </a:lnTo>
                  <a:lnTo>
                    <a:pt x="199079" y="454669"/>
                  </a:lnTo>
                  <a:lnTo>
                    <a:pt x="208998" y="509476"/>
                  </a:lnTo>
                  <a:lnTo>
                    <a:pt x="218269" y="566305"/>
                  </a:lnTo>
                  <a:lnTo>
                    <a:pt x="226850" y="624971"/>
                  </a:lnTo>
                  <a:lnTo>
                    <a:pt x="234700" y="685291"/>
                  </a:lnTo>
                  <a:lnTo>
                    <a:pt x="241778" y="747082"/>
                  </a:lnTo>
                  <a:lnTo>
                    <a:pt x="248045" y="810159"/>
                  </a:lnTo>
                  <a:lnTo>
                    <a:pt x="253459" y="874339"/>
                  </a:lnTo>
                  <a:lnTo>
                    <a:pt x="257980" y="939439"/>
                  </a:lnTo>
                  <a:lnTo>
                    <a:pt x="261567" y="1005274"/>
                  </a:lnTo>
                  <a:lnTo>
                    <a:pt x="264180" y="1071661"/>
                  </a:lnTo>
                  <a:lnTo>
                    <a:pt x="265777" y="1138416"/>
                  </a:lnTo>
                  <a:lnTo>
                    <a:pt x="266319" y="1205356"/>
                  </a:lnTo>
                  <a:lnTo>
                    <a:pt x="265779" y="1272297"/>
                  </a:lnTo>
                  <a:lnTo>
                    <a:pt x="264186" y="1339052"/>
                  </a:lnTo>
                  <a:lnTo>
                    <a:pt x="261580" y="1405439"/>
                  </a:lnTo>
                  <a:lnTo>
                    <a:pt x="258003" y="1471274"/>
                  </a:lnTo>
                  <a:lnTo>
                    <a:pt x="253494" y="1536374"/>
                  </a:lnTo>
                  <a:lnTo>
                    <a:pt x="248095" y="1600554"/>
                  </a:lnTo>
                  <a:lnTo>
                    <a:pt x="241844" y="1663631"/>
                  </a:lnTo>
                  <a:lnTo>
                    <a:pt x="234784" y="1725422"/>
                  </a:lnTo>
                  <a:lnTo>
                    <a:pt x="226953" y="1785742"/>
                  </a:lnTo>
                  <a:lnTo>
                    <a:pt x="218394" y="1844408"/>
                  </a:lnTo>
                  <a:lnTo>
                    <a:pt x="209145" y="1901237"/>
                  </a:lnTo>
                  <a:lnTo>
                    <a:pt x="199249" y="1956044"/>
                  </a:lnTo>
                  <a:lnTo>
                    <a:pt x="188744" y="2008646"/>
                  </a:lnTo>
                  <a:lnTo>
                    <a:pt x="177672" y="2058860"/>
                  </a:lnTo>
                  <a:lnTo>
                    <a:pt x="166073" y="2106502"/>
                  </a:lnTo>
                  <a:lnTo>
                    <a:pt x="153988" y="2151387"/>
                  </a:lnTo>
                  <a:lnTo>
                    <a:pt x="141456" y="2193333"/>
                  </a:lnTo>
                  <a:lnTo>
                    <a:pt x="128519" y="2232156"/>
                  </a:lnTo>
                  <a:lnTo>
                    <a:pt x="101590" y="2299698"/>
                  </a:lnTo>
                  <a:lnTo>
                    <a:pt x="73523" y="2352542"/>
                  </a:lnTo>
                  <a:lnTo>
                    <a:pt x="44644" y="2389221"/>
                  </a:lnTo>
                  <a:lnTo>
                    <a:pt x="15275" y="2408264"/>
                  </a:lnTo>
                  <a:lnTo>
                    <a:pt x="507" y="2410713"/>
                  </a:lnTo>
                </a:path>
                <a:path w="266700" h="2411095">
                  <a:moveTo>
                    <a:pt x="0" y="479043"/>
                  </a:moveTo>
                  <a:lnTo>
                    <a:pt x="46763" y="493458"/>
                  </a:lnTo>
                  <a:lnTo>
                    <a:pt x="92234" y="534349"/>
                  </a:lnTo>
                  <a:lnTo>
                    <a:pt x="135109" y="598188"/>
                  </a:lnTo>
                  <a:lnTo>
                    <a:pt x="155167" y="637610"/>
                  </a:lnTo>
                  <a:lnTo>
                    <a:pt x="174087" y="681446"/>
                  </a:lnTo>
                  <a:lnTo>
                    <a:pt x="191707" y="729254"/>
                  </a:lnTo>
                  <a:lnTo>
                    <a:pt x="207864" y="780594"/>
                  </a:lnTo>
                  <a:lnTo>
                    <a:pt x="222395" y="835024"/>
                  </a:lnTo>
                  <a:lnTo>
                    <a:pt x="235138" y="892104"/>
                  </a:lnTo>
                  <a:lnTo>
                    <a:pt x="245929" y="951391"/>
                  </a:lnTo>
                  <a:lnTo>
                    <a:pt x="254605" y="1012446"/>
                  </a:lnTo>
                  <a:lnTo>
                    <a:pt x="261004" y="1074826"/>
                  </a:lnTo>
                  <a:lnTo>
                    <a:pt x="264963" y="1138091"/>
                  </a:lnTo>
                  <a:lnTo>
                    <a:pt x="266319" y="1201801"/>
                  </a:lnTo>
                  <a:lnTo>
                    <a:pt x="264967" y="1265488"/>
                  </a:lnTo>
                  <a:lnTo>
                    <a:pt x="261019" y="1328735"/>
                  </a:lnTo>
                  <a:lnTo>
                    <a:pt x="254637" y="1391099"/>
                  </a:lnTo>
                  <a:lnTo>
                    <a:pt x="245984" y="1452140"/>
                  </a:lnTo>
                  <a:lnTo>
                    <a:pt x="235221" y="1511415"/>
                  </a:lnTo>
                  <a:lnTo>
                    <a:pt x="222510" y="1568484"/>
                  </a:lnTo>
                  <a:lnTo>
                    <a:pt x="208014" y="1622906"/>
                  </a:lnTo>
                  <a:lnTo>
                    <a:pt x="191894" y="1674238"/>
                  </a:lnTo>
                  <a:lnTo>
                    <a:pt x="174313" y="1722041"/>
                  </a:lnTo>
                  <a:lnTo>
                    <a:pt x="155433" y="1765873"/>
                  </a:lnTo>
                  <a:lnTo>
                    <a:pt x="135416" y="1805291"/>
                  </a:lnTo>
                  <a:lnTo>
                    <a:pt x="114424" y="1839856"/>
                  </a:lnTo>
                  <a:lnTo>
                    <a:pt x="70162" y="1892660"/>
                  </a:lnTo>
                  <a:lnTo>
                    <a:pt x="23944" y="1920753"/>
                  </a:lnTo>
                  <a:lnTo>
                    <a:pt x="507" y="1924430"/>
                  </a:lnTo>
                </a:path>
                <a:path w="266700" h="2411095">
                  <a:moveTo>
                    <a:pt x="0" y="956690"/>
                  </a:moveTo>
                  <a:lnTo>
                    <a:pt x="44187" y="961021"/>
                  </a:lnTo>
                  <a:lnTo>
                    <a:pt x="87286" y="973345"/>
                  </a:lnTo>
                  <a:lnTo>
                    <a:pt x="128199" y="992664"/>
                  </a:lnTo>
                  <a:lnTo>
                    <a:pt x="165829" y="1017979"/>
                  </a:lnTo>
                  <a:lnTo>
                    <a:pt x="199079" y="1048291"/>
                  </a:lnTo>
                  <a:lnTo>
                    <a:pt x="226850" y="1082599"/>
                  </a:lnTo>
                  <a:lnTo>
                    <a:pt x="248045" y="1119906"/>
                  </a:lnTo>
                  <a:lnTo>
                    <a:pt x="261567" y="1159210"/>
                  </a:lnTo>
                  <a:lnTo>
                    <a:pt x="266319" y="1199514"/>
                  </a:lnTo>
                  <a:lnTo>
                    <a:pt x="261580" y="1239819"/>
                  </a:lnTo>
                  <a:lnTo>
                    <a:pt x="248095" y="1279123"/>
                  </a:lnTo>
                  <a:lnTo>
                    <a:pt x="226953" y="1316430"/>
                  </a:lnTo>
                  <a:lnTo>
                    <a:pt x="199249" y="1350738"/>
                  </a:lnTo>
                  <a:lnTo>
                    <a:pt x="166073" y="1381050"/>
                  </a:lnTo>
                  <a:lnTo>
                    <a:pt x="128519" y="1406365"/>
                  </a:lnTo>
                  <a:lnTo>
                    <a:pt x="87678" y="1425684"/>
                  </a:lnTo>
                  <a:lnTo>
                    <a:pt x="44644" y="1438008"/>
                  </a:lnTo>
                  <a:lnTo>
                    <a:pt x="507" y="1442339"/>
                  </a:lnTo>
                </a:path>
              </a:pathLst>
            </a:custGeom>
            <a:ln w="38100">
              <a:solidFill>
                <a:srgbClr val="38CCE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7239000" y="5221236"/>
              <a:ext cx="1135392" cy="1168895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295388" y="5303520"/>
              <a:ext cx="1021067" cy="1065276"/>
            </a:xfrm>
            <a:prstGeom prst="rect">
              <a:avLst/>
            </a:prstGeom>
          </p:spPr>
        </p:pic>
        <p:sp>
          <p:nvSpPr>
            <p:cNvPr id="139" name="object 139"/>
            <p:cNvSpPr/>
            <p:nvPr/>
          </p:nvSpPr>
          <p:spPr>
            <a:xfrm>
              <a:off x="7301102" y="5262499"/>
              <a:ext cx="1016635" cy="1050290"/>
            </a:xfrm>
            <a:custGeom>
              <a:avLst/>
              <a:gdLst/>
              <a:ahLst/>
              <a:cxnLst/>
              <a:rect l="l" t="t" r="r" b="b"/>
              <a:pathLst>
                <a:path w="1016634" h="1050289">
                  <a:moveTo>
                    <a:pt x="1016139" y="0"/>
                  </a:moveTo>
                  <a:lnTo>
                    <a:pt x="0" y="0"/>
                  </a:lnTo>
                  <a:lnTo>
                    <a:pt x="0" y="1049909"/>
                  </a:lnTo>
                  <a:lnTo>
                    <a:pt x="1016139" y="1049909"/>
                  </a:lnTo>
                  <a:lnTo>
                    <a:pt x="1016139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0" name="object 140"/>
            <p:cNvSpPr/>
            <p:nvPr/>
          </p:nvSpPr>
          <p:spPr>
            <a:xfrm>
              <a:off x="7301102" y="5262499"/>
              <a:ext cx="1016635" cy="1050290"/>
            </a:xfrm>
            <a:custGeom>
              <a:avLst/>
              <a:gdLst/>
              <a:ahLst/>
              <a:cxnLst/>
              <a:rect l="l" t="t" r="r" b="b"/>
              <a:pathLst>
                <a:path w="1016634" h="1050289">
                  <a:moveTo>
                    <a:pt x="0" y="1049909"/>
                  </a:moveTo>
                  <a:lnTo>
                    <a:pt x="1016139" y="1049909"/>
                  </a:lnTo>
                  <a:lnTo>
                    <a:pt x="1016139" y="0"/>
                  </a:lnTo>
                  <a:lnTo>
                    <a:pt x="0" y="0"/>
                  </a:lnTo>
                  <a:lnTo>
                    <a:pt x="0" y="1049909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1" name="object 141"/>
          <p:cNvSpPr txBox="1"/>
          <p:nvPr/>
        </p:nvSpPr>
        <p:spPr>
          <a:xfrm>
            <a:off x="7442581" y="5260619"/>
            <a:ext cx="745490" cy="958215"/>
          </a:xfrm>
          <a:prstGeom prst="rect">
            <a:avLst/>
          </a:prstGeom>
        </p:spPr>
        <p:txBody>
          <a:bodyPr vert="horz" wrap="square" lIns="0" tIns="1174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25"/>
              </a:spcBef>
            </a:pPr>
            <a:r>
              <a:rPr sz="1350" b="1" dirty="0">
                <a:solidFill>
                  <a:srgbClr val="221F1F"/>
                </a:solidFill>
                <a:latin typeface="Malgun Gothic"/>
                <a:cs typeface="Malgun Gothic"/>
              </a:rPr>
              <a:t>JOIN</a:t>
            </a:r>
            <a:r>
              <a:rPr sz="1350" b="1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221F1F"/>
                </a:solidFill>
                <a:latin typeface="Malgun Gothic"/>
                <a:cs typeface="Malgun Gothic"/>
              </a:rPr>
              <a:t>ON</a:t>
            </a:r>
            <a:endParaRPr sz="1350">
              <a:latin typeface="Malgun Gothic"/>
              <a:cs typeface="Malgun Gothic"/>
            </a:endParaRPr>
          </a:p>
          <a:p>
            <a:pPr marL="22860">
              <a:lnSpc>
                <a:spcPct val="100000"/>
              </a:lnSpc>
              <a:spcBef>
                <a:spcPts val="830"/>
              </a:spcBef>
            </a:pPr>
            <a:r>
              <a:rPr sz="1350" b="1" spc="-20" dirty="0">
                <a:solidFill>
                  <a:srgbClr val="221F1F"/>
                </a:solidFill>
                <a:latin typeface="Malgun Gothic"/>
                <a:cs typeface="Malgun Gothic"/>
              </a:rPr>
              <a:t>대출계좌</a:t>
            </a:r>
            <a:endParaRPr sz="1350">
              <a:latin typeface="Malgun Gothic"/>
              <a:cs typeface="Malgun Gothic"/>
            </a:endParaRPr>
          </a:p>
          <a:p>
            <a:pPr marL="89535">
              <a:lnSpc>
                <a:spcPct val="100000"/>
              </a:lnSpc>
              <a:spcBef>
                <a:spcPts val="825"/>
              </a:spcBef>
            </a:pPr>
            <a:r>
              <a:rPr sz="1350" b="1" spc="-10" dirty="0">
                <a:solidFill>
                  <a:srgbClr val="221F1F"/>
                </a:solidFill>
                <a:latin typeface="Malgun Gothic"/>
                <a:cs typeface="Malgun Gothic"/>
              </a:rPr>
              <a:t>KTable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42" name="object 142"/>
          <p:cNvSpPr txBox="1"/>
          <p:nvPr/>
        </p:nvSpPr>
        <p:spPr>
          <a:xfrm>
            <a:off x="13468222" y="4177436"/>
            <a:ext cx="2266950" cy="647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51100"/>
              </a:lnSpc>
              <a:spcBef>
                <a:spcPts val="95"/>
              </a:spcBef>
            </a:pPr>
            <a:r>
              <a:rPr sz="1350" b="1" dirty="0">
                <a:solidFill>
                  <a:srgbClr val="173360"/>
                </a:solidFill>
                <a:latin typeface="Malgun Gothic"/>
                <a:cs typeface="Malgun Gothic"/>
              </a:rPr>
              <a:t>계좌</a:t>
            </a:r>
            <a:r>
              <a:rPr sz="1350" b="1" spc="1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173360"/>
                </a:solidFill>
                <a:latin typeface="Malgun Gothic"/>
                <a:cs typeface="Malgun Gothic"/>
              </a:rPr>
              <a:t>최신</a:t>
            </a:r>
            <a:r>
              <a:rPr sz="1350" b="1" spc="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173360"/>
                </a:solidFill>
                <a:latin typeface="Malgun Gothic"/>
                <a:cs typeface="Malgun Gothic"/>
              </a:rPr>
              <a:t>상태를</a:t>
            </a:r>
            <a:r>
              <a:rPr sz="1350" b="1" spc="2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173360"/>
                </a:solidFill>
                <a:latin typeface="Malgun Gothic"/>
                <a:cs typeface="Malgun Gothic"/>
              </a:rPr>
              <a:t>지속적으로 </a:t>
            </a:r>
            <a:r>
              <a:rPr sz="1350" b="1" dirty="0">
                <a:solidFill>
                  <a:srgbClr val="173360"/>
                </a:solidFill>
                <a:latin typeface="Malgun Gothic"/>
                <a:cs typeface="Malgun Gothic"/>
              </a:rPr>
              <a:t>업데이트</a:t>
            </a:r>
            <a:r>
              <a:rPr sz="1350" b="1" spc="2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173360"/>
                </a:solidFill>
                <a:latin typeface="Malgun Gothic"/>
                <a:cs typeface="Malgun Gothic"/>
              </a:rPr>
              <a:t>하는</a:t>
            </a:r>
            <a:r>
              <a:rPr sz="1350" b="1" spc="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173360"/>
                </a:solidFill>
                <a:latin typeface="Malgun Gothic"/>
                <a:cs typeface="Malgun Gothic"/>
              </a:rPr>
              <a:t>KTable</a:t>
            </a:r>
            <a:r>
              <a:rPr sz="1350" b="1" spc="1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173360"/>
                </a:solidFill>
                <a:latin typeface="Malgun Gothic"/>
                <a:cs typeface="Malgun Gothic"/>
              </a:rPr>
              <a:t>생성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43" name="object 143"/>
          <p:cNvSpPr txBox="1"/>
          <p:nvPr/>
        </p:nvSpPr>
        <p:spPr>
          <a:xfrm>
            <a:off x="12180061" y="5251450"/>
            <a:ext cx="88201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173360"/>
                </a:solidFill>
                <a:latin typeface="Malgun Gothic"/>
                <a:cs typeface="Malgun Gothic"/>
              </a:rPr>
              <a:t>INSERT</a:t>
            </a:r>
            <a:r>
              <a:rPr sz="1100" b="1" spc="-5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173360"/>
                </a:solidFill>
                <a:latin typeface="Malgun Gothic"/>
                <a:cs typeface="Malgun Gothic"/>
              </a:rPr>
              <a:t>INTO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44" name="object 144"/>
          <p:cNvSpPr txBox="1"/>
          <p:nvPr/>
        </p:nvSpPr>
        <p:spPr>
          <a:xfrm>
            <a:off x="5188584" y="3714114"/>
            <a:ext cx="3239135" cy="539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986155"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173360"/>
                </a:solidFill>
                <a:latin typeface="Malgun Gothic"/>
                <a:cs typeface="Malgun Gothic"/>
              </a:rPr>
              <a:t>금융기관</a:t>
            </a:r>
            <a:r>
              <a:rPr sz="1100" b="1" spc="-5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3360"/>
                </a:solidFill>
                <a:latin typeface="Malgun Gothic"/>
                <a:cs typeface="Malgun Gothic"/>
              </a:rPr>
              <a:t>코드를</a:t>
            </a:r>
            <a:r>
              <a:rPr sz="1100" b="1" spc="-5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3360"/>
                </a:solidFill>
                <a:latin typeface="Malgun Gothic"/>
                <a:cs typeface="Malgun Gothic"/>
              </a:rPr>
              <a:t>Key로</a:t>
            </a:r>
            <a:r>
              <a:rPr sz="1100" b="1" spc="-5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100" b="1" spc="-25" dirty="0">
                <a:solidFill>
                  <a:srgbClr val="173360"/>
                </a:solidFill>
                <a:latin typeface="Malgun Gothic"/>
                <a:cs typeface="Malgun Gothic"/>
              </a:rPr>
              <a:t>설정</a:t>
            </a:r>
            <a:endParaRPr sz="11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tabLst>
                <a:tab pos="1950720" algn="l"/>
              </a:tabLst>
            </a:pP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대출계좌</a:t>
            </a:r>
            <a:r>
              <a:rPr sz="1350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Malgun Gothic"/>
                <a:cs typeface="Malgun Gothic"/>
              </a:rPr>
              <a:t>Stream</a:t>
            </a:r>
            <a:r>
              <a:rPr sz="1350" dirty="0">
                <a:solidFill>
                  <a:srgbClr val="FFFFFF"/>
                </a:solidFill>
                <a:latin typeface="Malgun Gothic"/>
                <a:cs typeface="Malgun Gothic"/>
              </a:rPr>
              <a:t>	</a:t>
            </a:r>
            <a:r>
              <a:rPr sz="2025" baseline="2057" dirty="0">
                <a:solidFill>
                  <a:srgbClr val="FFFFFF"/>
                </a:solidFill>
                <a:latin typeface="Malgun Gothic"/>
                <a:cs typeface="Malgun Gothic"/>
              </a:rPr>
              <a:t>대출계좌</a:t>
            </a:r>
            <a:r>
              <a:rPr sz="2025" spc="37" baseline="2057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025" spc="-15" baseline="2057" dirty="0">
                <a:solidFill>
                  <a:srgbClr val="FFFFFF"/>
                </a:solidFill>
                <a:latin typeface="Malgun Gothic"/>
                <a:cs typeface="Malgun Gothic"/>
              </a:rPr>
              <a:t>KTable</a:t>
            </a:r>
            <a:endParaRPr sz="2025" baseline="2057">
              <a:latin typeface="Malgun Gothic"/>
              <a:cs typeface="Malgun Gothic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9388093" y="4187189"/>
            <a:ext cx="117411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b="1" dirty="0">
                <a:solidFill>
                  <a:srgbClr val="173360"/>
                </a:solidFill>
                <a:latin typeface="Malgun Gothic"/>
                <a:cs typeface="Malgun Gothic"/>
              </a:rPr>
              <a:t>JOIN</a:t>
            </a:r>
            <a:r>
              <a:rPr sz="1100" b="1" spc="-15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100" b="1" dirty="0">
                <a:solidFill>
                  <a:srgbClr val="173360"/>
                </a:solidFill>
                <a:latin typeface="Malgun Gothic"/>
                <a:cs typeface="Malgun Gothic"/>
              </a:rPr>
              <a:t>결과</a:t>
            </a:r>
            <a:r>
              <a:rPr sz="1100" b="1" spc="-4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100" b="1" spc="-10" dirty="0">
                <a:solidFill>
                  <a:srgbClr val="173360"/>
                </a:solidFill>
                <a:latin typeface="Malgun Gothic"/>
                <a:cs typeface="Malgun Gothic"/>
              </a:rPr>
              <a:t>Stream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2573083" y="5643041"/>
            <a:ext cx="13141960" cy="3957954"/>
            <a:chOff x="2573083" y="5643041"/>
            <a:chExt cx="13141960" cy="3957954"/>
          </a:xfrm>
        </p:grpSpPr>
        <p:sp>
          <p:nvSpPr>
            <p:cNvPr id="147" name="object 147"/>
            <p:cNvSpPr/>
            <p:nvPr/>
          </p:nvSpPr>
          <p:spPr>
            <a:xfrm>
              <a:off x="11539219" y="5862320"/>
              <a:ext cx="404495" cy="114300"/>
            </a:xfrm>
            <a:custGeom>
              <a:avLst/>
              <a:gdLst/>
              <a:ahLst/>
              <a:cxnLst/>
              <a:rect l="l" t="t" r="r" b="b"/>
              <a:pathLst>
                <a:path w="404495" h="114300">
                  <a:moveTo>
                    <a:pt x="289813" y="0"/>
                  </a:moveTo>
                  <a:lnTo>
                    <a:pt x="289813" y="114300"/>
                  </a:lnTo>
                  <a:lnTo>
                    <a:pt x="366013" y="76200"/>
                  </a:lnTo>
                  <a:lnTo>
                    <a:pt x="308863" y="76200"/>
                  </a:lnTo>
                  <a:lnTo>
                    <a:pt x="308863" y="38100"/>
                  </a:lnTo>
                  <a:lnTo>
                    <a:pt x="366013" y="38100"/>
                  </a:lnTo>
                  <a:lnTo>
                    <a:pt x="289813" y="0"/>
                  </a:lnTo>
                  <a:close/>
                </a:path>
                <a:path w="404495" h="114300">
                  <a:moveTo>
                    <a:pt x="289813" y="38100"/>
                  </a:moveTo>
                  <a:lnTo>
                    <a:pt x="0" y="38100"/>
                  </a:lnTo>
                  <a:lnTo>
                    <a:pt x="0" y="76200"/>
                  </a:lnTo>
                  <a:lnTo>
                    <a:pt x="289813" y="76200"/>
                  </a:lnTo>
                  <a:lnTo>
                    <a:pt x="289813" y="38100"/>
                  </a:lnTo>
                  <a:close/>
                </a:path>
                <a:path w="404495" h="114300">
                  <a:moveTo>
                    <a:pt x="366013" y="38100"/>
                  </a:moveTo>
                  <a:lnTo>
                    <a:pt x="308863" y="38100"/>
                  </a:lnTo>
                  <a:lnTo>
                    <a:pt x="308863" y="76200"/>
                  </a:lnTo>
                  <a:lnTo>
                    <a:pt x="366013" y="76200"/>
                  </a:lnTo>
                  <a:lnTo>
                    <a:pt x="404113" y="57150"/>
                  </a:lnTo>
                  <a:lnTo>
                    <a:pt x="366013" y="38100"/>
                  </a:lnTo>
                  <a:close/>
                </a:path>
              </a:pathLst>
            </a:custGeom>
            <a:solidFill>
              <a:srgbClr val="30C8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8" name="object 14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13395960" y="5667756"/>
              <a:ext cx="946403" cy="562356"/>
            </a:xfrm>
            <a:prstGeom prst="rect">
              <a:avLst/>
            </a:prstGeom>
          </p:spPr>
        </p:pic>
        <p:sp>
          <p:nvSpPr>
            <p:cNvPr id="149" name="object 149"/>
            <p:cNvSpPr/>
            <p:nvPr/>
          </p:nvSpPr>
          <p:spPr>
            <a:xfrm>
              <a:off x="13422249" y="5810123"/>
              <a:ext cx="614045" cy="228600"/>
            </a:xfrm>
            <a:custGeom>
              <a:avLst/>
              <a:gdLst/>
              <a:ahLst/>
              <a:cxnLst/>
              <a:rect l="l" t="t" r="r" b="b"/>
              <a:pathLst>
                <a:path w="614044" h="228600">
                  <a:moveTo>
                    <a:pt x="385064" y="0"/>
                  </a:moveTo>
                  <a:lnTo>
                    <a:pt x="385064" y="228600"/>
                  </a:lnTo>
                  <a:lnTo>
                    <a:pt x="537464" y="152400"/>
                  </a:lnTo>
                  <a:lnTo>
                    <a:pt x="423164" y="152400"/>
                  </a:lnTo>
                  <a:lnTo>
                    <a:pt x="423164" y="76200"/>
                  </a:lnTo>
                  <a:lnTo>
                    <a:pt x="537464" y="76200"/>
                  </a:lnTo>
                  <a:lnTo>
                    <a:pt x="385064" y="0"/>
                  </a:lnTo>
                  <a:close/>
                </a:path>
                <a:path w="614044" h="228600">
                  <a:moveTo>
                    <a:pt x="385064" y="76200"/>
                  </a:moveTo>
                  <a:lnTo>
                    <a:pt x="0" y="76200"/>
                  </a:lnTo>
                  <a:lnTo>
                    <a:pt x="0" y="152400"/>
                  </a:lnTo>
                  <a:lnTo>
                    <a:pt x="385064" y="152400"/>
                  </a:lnTo>
                  <a:lnTo>
                    <a:pt x="385064" y="76200"/>
                  </a:lnTo>
                  <a:close/>
                </a:path>
                <a:path w="614044" h="228600">
                  <a:moveTo>
                    <a:pt x="537464" y="76200"/>
                  </a:moveTo>
                  <a:lnTo>
                    <a:pt x="423164" y="76200"/>
                  </a:lnTo>
                  <a:lnTo>
                    <a:pt x="423164" y="152400"/>
                  </a:lnTo>
                  <a:lnTo>
                    <a:pt x="537464" y="152400"/>
                  </a:lnTo>
                  <a:lnTo>
                    <a:pt x="613664" y="114300"/>
                  </a:lnTo>
                  <a:lnTo>
                    <a:pt x="537464" y="762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0" name="object 150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14173073" y="5643041"/>
              <a:ext cx="1244295" cy="1244295"/>
            </a:xfrm>
            <a:prstGeom prst="rect">
              <a:avLst/>
            </a:prstGeom>
          </p:spPr>
        </p:pic>
        <p:sp>
          <p:nvSpPr>
            <p:cNvPr id="151" name="object 151"/>
            <p:cNvSpPr/>
            <p:nvPr/>
          </p:nvSpPr>
          <p:spPr>
            <a:xfrm>
              <a:off x="2587370" y="8150364"/>
              <a:ext cx="13113385" cy="1436370"/>
            </a:xfrm>
            <a:custGeom>
              <a:avLst/>
              <a:gdLst/>
              <a:ahLst/>
              <a:cxnLst/>
              <a:rect l="l" t="t" r="r" b="b"/>
              <a:pathLst>
                <a:path w="13113385" h="1436370">
                  <a:moveTo>
                    <a:pt x="1833245" y="1436243"/>
                  </a:moveTo>
                  <a:lnTo>
                    <a:pt x="13113258" y="1436243"/>
                  </a:lnTo>
                  <a:lnTo>
                    <a:pt x="13113258" y="0"/>
                  </a:lnTo>
                  <a:lnTo>
                    <a:pt x="1833245" y="0"/>
                  </a:lnTo>
                  <a:lnTo>
                    <a:pt x="1833245" y="1436243"/>
                  </a:lnTo>
                  <a:close/>
                </a:path>
                <a:path w="13113385" h="1436370">
                  <a:moveTo>
                    <a:pt x="0" y="1436243"/>
                  </a:moveTo>
                  <a:lnTo>
                    <a:pt x="1715261" y="1436243"/>
                  </a:lnTo>
                  <a:lnTo>
                    <a:pt x="1715261" y="0"/>
                  </a:lnTo>
                  <a:lnTo>
                    <a:pt x="0" y="0"/>
                  </a:lnTo>
                  <a:lnTo>
                    <a:pt x="0" y="1436243"/>
                  </a:lnTo>
                  <a:close/>
                </a:path>
              </a:pathLst>
            </a:custGeom>
            <a:ln w="28575">
              <a:solidFill>
                <a:srgbClr val="38CCEC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2705480" y="8589467"/>
              <a:ext cx="1479550" cy="537210"/>
            </a:xfrm>
            <a:custGeom>
              <a:avLst/>
              <a:gdLst/>
              <a:ahLst/>
              <a:cxnLst/>
              <a:rect l="l" t="t" r="r" b="b"/>
              <a:pathLst>
                <a:path w="1479550" h="537209">
                  <a:moveTo>
                    <a:pt x="1479042" y="0"/>
                  </a:moveTo>
                  <a:lnTo>
                    <a:pt x="0" y="0"/>
                  </a:lnTo>
                  <a:lnTo>
                    <a:pt x="0" y="536600"/>
                  </a:lnTo>
                  <a:lnTo>
                    <a:pt x="1479042" y="536600"/>
                  </a:lnTo>
                  <a:lnTo>
                    <a:pt x="1479042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2705480" y="8589467"/>
              <a:ext cx="1479550" cy="537210"/>
            </a:xfrm>
            <a:custGeom>
              <a:avLst/>
              <a:gdLst/>
              <a:ahLst/>
              <a:cxnLst/>
              <a:rect l="l" t="t" r="r" b="b"/>
              <a:pathLst>
                <a:path w="1479550" h="537209">
                  <a:moveTo>
                    <a:pt x="0" y="536600"/>
                  </a:moveTo>
                  <a:lnTo>
                    <a:pt x="1479042" y="536600"/>
                  </a:lnTo>
                  <a:lnTo>
                    <a:pt x="1479042" y="0"/>
                  </a:lnTo>
                  <a:lnTo>
                    <a:pt x="0" y="0"/>
                  </a:lnTo>
                  <a:lnTo>
                    <a:pt x="0" y="536600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/>
          <p:nvPr/>
        </p:nvSpPr>
        <p:spPr>
          <a:xfrm>
            <a:off x="2875533" y="8636000"/>
            <a:ext cx="1151890" cy="439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latin typeface="Malgun Gothic"/>
                <a:cs typeface="Malgun Gothic"/>
              </a:rPr>
              <a:t>고객</a:t>
            </a:r>
            <a:r>
              <a:rPr sz="1350" spc="15" dirty="0">
                <a:latin typeface="Malgun Gothic"/>
                <a:cs typeface="Malgun Gothic"/>
              </a:rPr>
              <a:t> </a:t>
            </a:r>
            <a:r>
              <a:rPr sz="1350" spc="-10" dirty="0">
                <a:latin typeface="Malgun Gothic"/>
                <a:cs typeface="Malgun Gothic"/>
              </a:rPr>
              <a:t>WEB/APP</a:t>
            </a:r>
            <a:endParaRPr sz="1350">
              <a:latin typeface="Malgun Gothic"/>
              <a:cs typeface="Malgun Gothic"/>
            </a:endParaRPr>
          </a:p>
          <a:p>
            <a:pPr marR="5080" algn="ctr">
              <a:lnSpc>
                <a:spcPct val="100000"/>
              </a:lnSpc>
              <a:spcBef>
                <a:spcPts val="10"/>
              </a:spcBef>
            </a:pPr>
            <a:r>
              <a:rPr sz="1350" dirty="0">
                <a:latin typeface="Malgun Gothic"/>
                <a:cs typeface="Malgun Gothic"/>
              </a:rPr>
              <a:t>클릭</a:t>
            </a:r>
            <a:r>
              <a:rPr sz="1350" spc="15" dirty="0">
                <a:latin typeface="Malgun Gothic"/>
                <a:cs typeface="Malgun Gothic"/>
              </a:rPr>
              <a:t> </a:t>
            </a:r>
            <a:r>
              <a:rPr sz="1350" spc="-25" dirty="0">
                <a:latin typeface="Malgun Gothic"/>
                <a:cs typeface="Malgun Gothic"/>
              </a:rPr>
              <a:t>정보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55" name="object 155"/>
          <p:cNvGrpSpPr/>
          <p:nvPr/>
        </p:nvGrpSpPr>
        <p:grpSpPr>
          <a:xfrm>
            <a:off x="6816837" y="8554087"/>
            <a:ext cx="2903855" cy="640715"/>
            <a:chOff x="6816837" y="8554087"/>
            <a:chExt cx="2903855" cy="640715"/>
          </a:xfrm>
        </p:grpSpPr>
        <p:pic>
          <p:nvPicPr>
            <p:cNvPr id="156" name="object 156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6816837" y="8554087"/>
              <a:ext cx="2903248" cy="640355"/>
            </a:xfrm>
            <a:prstGeom prst="rect">
              <a:avLst/>
            </a:prstGeom>
          </p:spPr>
        </p:pic>
        <p:sp>
          <p:nvSpPr>
            <p:cNvPr id="157" name="object 157"/>
            <p:cNvSpPr/>
            <p:nvPr/>
          </p:nvSpPr>
          <p:spPr>
            <a:xfrm>
              <a:off x="6869302" y="8586444"/>
              <a:ext cx="2803525" cy="539750"/>
            </a:xfrm>
            <a:custGeom>
              <a:avLst/>
              <a:gdLst/>
              <a:ahLst/>
              <a:cxnLst/>
              <a:rect l="l" t="t" r="r" b="b"/>
              <a:pathLst>
                <a:path w="2803525" h="539750">
                  <a:moveTo>
                    <a:pt x="2803144" y="0"/>
                  </a:moveTo>
                  <a:lnTo>
                    <a:pt x="0" y="0"/>
                  </a:lnTo>
                  <a:lnTo>
                    <a:pt x="0" y="539623"/>
                  </a:lnTo>
                  <a:lnTo>
                    <a:pt x="2803144" y="539623"/>
                  </a:lnTo>
                  <a:lnTo>
                    <a:pt x="2803144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6869302" y="8586444"/>
              <a:ext cx="2803525" cy="539750"/>
            </a:xfrm>
            <a:custGeom>
              <a:avLst/>
              <a:gdLst/>
              <a:ahLst/>
              <a:cxnLst/>
              <a:rect l="l" t="t" r="r" b="b"/>
              <a:pathLst>
                <a:path w="2803525" h="539750">
                  <a:moveTo>
                    <a:pt x="0" y="539623"/>
                  </a:moveTo>
                  <a:lnTo>
                    <a:pt x="2803144" y="539623"/>
                  </a:lnTo>
                  <a:lnTo>
                    <a:pt x="2803144" y="0"/>
                  </a:lnTo>
                  <a:lnTo>
                    <a:pt x="0" y="0"/>
                  </a:lnTo>
                  <a:lnTo>
                    <a:pt x="0" y="539623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7151878" y="8738107"/>
            <a:ext cx="22523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고객</a:t>
            </a:r>
            <a:r>
              <a:rPr sz="1350" b="1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WEB/APP</a:t>
            </a:r>
            <a:r>
              <a:rPr sz="1350" b="1" spc="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클릭</a:t>
            </a:r>
            <a:r>
              <a:rPr sz="1350" b="1" spc="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10" dirty="0">
                <a:solidFill>
                  <a:srgbClr val="FFFFFF"/>
                </a:solidFill>
                <a:latin typeface="Malgun Gothic"/>
                <a:cs typeface="Malgun Gothic"/>
              </a:rPr>
              <a:t>Stream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4142232" y="8357616"/>
            <a:ext cx="11410315" cy="1065530"/>
            <a:chOff x="4142232" y="8357616"/>
            <a:chExt cx="11410315" cy="1065530"/>
          </a:xfrm>
        </p:grpSpPr>
        <p:pic>
          <p:nvPicPr>
            <p:cNvPr id="161" name="object 161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4142232" y="8721852"/>
              <a:ext cx="2880360" cy="310959"/>
            </a:xfrm>
            <a:prstGeom prst="rect">
              <a:avLst/>
            </a:prstGeom>
          </p:spPr>
        </p:pic>
        <p:sp>
          <p:nvSpPr>
            <p:cNvPr id="162" name="object 162"/>
            <p:cNvSpPr/>
            <p:nvPr/>
          </p:nvSpPr>
          <p:spPr>
            <a:xfrm>
              <a:off x="4184523" y="8798941"/>
              <a:ext cx="2684780" cy="114300"/>
            </a:xfrm>
            <a:custGeom>
              <a:avLst/>
              <a:gdLst/>
              <a:ahLst/>
              <a:cxnLst/>
              <a:rect l="l" t="t" r="r" b="b"/>
              <a:pathLst>
                <a:path w="2684779" h="114300">
                  <a:moveTo>
                    <a:pt x="2643215" y="77596"/>
                  </a:moveTo>
                  <a:lnTo>
                    <a:pt x="2569931" y="77596"/>
                  </a:lnTo>
                  <a:lnTo>
                    <a:pt x="2569972" y="114299"/>
                  </a:lnTo>
                  <a:lnTo>
                    <a:pt x="2643215" y="77596"/>
                  </a:lnTo>
                  <a:close/>
                </a:path>
                <a:path w="2684779" h="114300">
                  <a:moveTo>
                    <a:pt x="2569888" y="39242"/>
                  </a:moveTo>
                  <a:lnTo>
                    <a:pt x="1583055" y="39242"/>
                  </a:lnTo>
                  <a:lnTo>
                    <a:pt x="876681" y="39750"/>
                  </a:lnTo>
                  <a:lnTo>
                    <a:pt x="0" y="39750"/>
                  </a:lnTo>
                  <a:lnTo>
                    <a:pt x="0" y="77850"/>
                  </a:lnTo>
                  <a:lnTo>
                    <a:pt x="876554" y="77850"/>
                  </a:lnTo>
                  <a:lnTo>
                    <a:pt x="1265682" y="77596"/>
                  </a:lnTo>
                  <a:lnTo>
                    <a:pt x="1286510" y="77342"/>
                  </a:lnTo>
                  <a:lnTo>
                    <a:pt x="1325244" y="77342"/>
                  </a:lnTo>
                  <a:lnTo>
                    <a:pt x="1330832" y="77215"/>
                  </a:lnTo>
                  <a:lnTo>
                    <a:pt x="1341881" y="77215"/>
                  </a:lnTo>
                  <a:lnTo>
                    <a:pt x="1339850" y="76961"/>
                  </a:lnTo>
                  <a:lnTo>
                    <a:pt x="1339214" y="76834"/>
                  </a:lnTo>
                  <a:lnTo>
                    <a:pt x="1345564" y="76834"/>
                  </a:lnTo>
                  <a:lnTo>
                    <a:pt x="1346581" y="76580"/>
                  </a:lnTo>
                  <a:lnTo>
                    <a:pt x="1964943" y="76580"/>
                  </a:lnTo>
                  <a:lnTo>
                    <a:pt x="2309241" y="76453"/>
                  </a:lnTo>
                  <a:lnTo>
                    <a:pt x="2569929" y="76199"/>
                  </a:lnTo>
                  <a:lnTo>
                    <a:pt x="2569888" y="39242"/>
                  </a:lnTo>
                  <a:close/>
                </a:path>
                <a:path w="2684779" h="114300">
                  <a:moveTo>
                    <a:pt x="2569930" y="77342"/>
                  </a:moveTo>
                  <a:lnTo>
                    <a:pt x="1582928" y="77342"/>
                  </a:lnTo>
                  <a:lnTo>
                    <a:pt x="969263" y="77596"/>
                  </a:lnTo>
                  <a:lnTo>
                    <a:pt x="2569931" y="77596"/>
                  </a:lnTo>
                  <a:lnTo>
                    <a:pt x="2569930" y="77342"/>
                  </a:lnTo>
                  <a:close/>
                </a:path>
                <a:path w="2684779" h="114300">
                  <a:moveTo>
                    <a:pt x="2643975" y="77215"/>
                  </a:moveTo>
                  <a:lnTo>
                    <a:pt x="2569930" y="77215"/>
                  </a:lnTo>
                  <a:lnTo>
                    <a:pt x="2569930" y="77342"/>
                  </a:lnTo>
                  <a:lnTo>
                    <a:pt x="2643722" y="77342"/>
                  </a:lnTo>
                  <a:lnTo>
                    <a:pt x="2643975" y="77215"/>
                  </a:lnTo>
                  <a:close/>
                </a:path>
                <a:path w="2684779" h="114300">
                  <a:moveTo>
                    <a:pt x="1860041" y="76580"/>
                  </a:moveTo>
                  <a:lnTo>
                    <a:pt x="1352931" y="76580"/>
                  </a:lnTo>
                  <a:lnTo>
                    <a:pt x="1339214" y="76834"/>
                  </a:lnTo>
                  <a:lnTo>
                    <a:pt x="1339850" y="76961"/>
                  </a:lnTo>
                  <a:lnTo>
                    <a:pt x="1341881" y="77215"/>
                  </a:lnTo>
                  <a:lnTo>
                    <a:pt x="1343850" y="77215"/>
                  </a:lnTo>
                  <a:lnTo>
                    <a:pt x="1345564" y="76834"/>
                  </a:lnTo>
                  <a:lnTo>
                    <a:pt x="1759966" y="76834"/>
                  </a:lnTo>
                  <a:lnTo>
                    <a:pt x="1860041" y="76580"/>
                  </a:lnTo>
                  <a:close/>
                </a:path>
                <a:path w="2684779" h="114300">
                  <a:moveTo>
                    <a:pt x="1502537" y="76834"/>
                  </a:moveTo>
                  <a:lnTo>
                    <a:pt x="1345564" y="76834"/>
                  </a:lnTo>
                  <a:lnTo>
                    <a:pt x="1343850" y="77215"/>
                  </a:lnTo>
                  <a:lnTo>
                    <a:pt x="1407795" y="77215"/>
                  </a:lnTo>
                  <a:lnTo>
                    <a:pt x="1431925" y="76961"/>
                  </a:lnTo>
                  <a:lnTo>
                    <a:pt x="1486789" y="76961"/>
                  </a:lnTo>
                  <a:lnTo>
                    <a:pt x="1502537" y="76834"/>
                  </a:lnTo>
                  <a:close/>
                </a:path>
                <a:path w="2684779" h="114300">
                  <a:moveTo>
                    <a:pt x="2569930" y="76961"/>
                  </a:moveTo>
                  <a:lnTo>
                    <a:pt x="1721755" y="76961"/>
                  </a:lnTo>
                  <a:lnTo>
                    <a:pt x="1117964" y="77215"/>
                  </a:lnTo>
                  <a:lnTo>
                    <a:pt x="2569930" y="77215"/>
                  </a:lnTo>
                  <a:lnTo>
                    <a:pt x="2569930" y="76961"/>
                  </a:lnTo>
                  <a:close/>
                </a:path>
                <a:path w="2684779" h="114300">
                  <a:moveTo>
                    <a:pt x="2644735" y="76834"/>
                  </a:moveTo>
                  <a:lnTo>
                    <a:pt x="2569930" y="76834"/>
                  </a:lnTo>
                  <a:lnTo>
                    <a:pt x="2569930" y="76961"/>
                  </a:lnTo>
                  <a:lnTo>
                    <a:pt x="2644482" y="76961"/>
                  </a:lnTo>
                  <a:lnTo>
                    <a:pt x="2644735" y="76834"/>
                  </a:lnTo>
                  <a:close/>
                </a:path>
                <a:path w="2684779" h="114300">
                  <a:moveTo>
                    <a:pt x="2569930" y="76580"/>
                  </a:moveTo>
                  <a:lnTo>
                    <a:pt x="2117471" y="76580"/>
                  </a:lnTo>
                  <a:lnTo>
                    <a:pt x="1502537" y="76834"/>
                  </a:lnTo>
                  <a:lnTo>
                    <a:pt x="2569930" y="76834"/>
                  </a:lnTo>
                  <a:lnTo>
                    <a:pt x="2569930" y="76580"/>
                  </a:lnTo>
                  <a:close/>
                </a:path>
                <a:path w="2684779" h="114300">
                  <a:moveTo>
                    <a:pt x="2569845" y="0"/>
                  </a:moveTo>
                  <a:lnTo>
                    <a:pt x="2569930" y="76580"/>
                  </a:lnTo>
                  <a:lnTo>
                    <a:pt x="2645242" y="76580"/>
                  </a:lnTo>
                  <a:lnTo>
                    <a:pt x="2646003" y="76199"/>
                  </a:lnTo>
                  <a:lnTo>
                    <a:pt x="2589022" y="76199"/>
                  </a:lnTo>
                  <a:lnTo>
                    <a:pt x="2589022" y="38099"/>
                  </a:lnTo>
                  <a:lnTo>
                    <a:pt x="2646299" y="38099"/>
                  </a:lnTo>
                  <a:lnTo>
                    <a:pt x="2569845" y="0"/>
                  </a:lnTo>
                  <a:close/>
                </a:path>
                <a:path w="2684779" h="114300">
                  <a:moveTo>
                    <a:pt x="2646299" y="38099"/>
                  </a:moveTo>
                  <a:lnTo>
                    <a:pt x="2589022" y="38099"/>
                  </a:lnTo>
                  <a:lnTo>
                    <a:pt x="2589022" y="76199"/>
                  </a:lnTo>
                  <a:lnTo>
                    <a:pt x="2646003" y="76199"/>
                  </a:lnTo>
                  <a:lnTo>
                    <a:pt x="2684272" y="57022"/>
                  </a:lnTo>
                  <a:lnTo>
                    <a:pt x="2646299" y="38099"/>
                  </a:lnTo>
                  <a:close/>
                </a:path>
                <a:path w="2684779" h="114300">
                  <a:moveTo>
                    <a:pt x="1338961" y="39242"/>
                  </a:moveTo>
                  <a:lnTo>
                    <a:pt x="1286128" y="39242"/>
                  </a:lnTo>
                  <a:lnTo>
                    <a:pt x="1266063" y="39496"/>
                  </a:lnTo>
                  <a:lnTo>
                    <a:pt x="1338199" y="39496"/>
                  </a:lnTo>
                  <a:lnTo>
                    <a:pt x="1338961" y="39242"/>
                  </a:lnTo>
                  <a:close/>
                </a:path>
                <a:path w="2684779" h="114300">
                  <a:moveTo>
                    <a:pt x="1340104" y="39115"/>
                  </a:moveTo>
                  <a:lnTo>
                    <a:pt x="1330071" y="39115"/>
                  </a:lnTo>
                  <a:lnTo>
                    <a:pt x="1325244" y="39242"/>
                  </a:lnTo>
                  <a:lnTo>
                    <a:pt x="1338961" y="39242"/>
                  </a:lnTo>
                  <a:lnTo>
                    <a:pt x="1338199" y="39496"/>
                  </a:lnTo>
                  <a:lnTo>
                    <a:pt x="1337818" y="39496"/>
                  </a:lnTo>
                  <a:lnTo>
                    <a:pt x="1340104" y="39115"/>
                  </a:lnTo>
                  <a:close/>
                </a:path>
                <a:path w="2684779" h="114300">
                  <a:moveTo>
                    <a:pt x="1343152" y="38861"/>
                  </a:moveTo>
                  <a:lnTo>
                    <a:pt x="1341627" y="38861"/>
                  </a:lnTo>
                  <a:lnTo>
                    <a:pt x="1337818" y="39496"/>
                  </a:lnTo>
                  <a:lnTo>
                    <a:pt x="1338199" y="39496"/>
                  </a:lnTo>
                  <a:lnTo>
                    <a:pt x="1341881" y="39115"/>
                  </a:lnTo>
                  <a:lnTo>
                    <a:pt x="1338580" y="39115"/>
                  </a:lnTo>
                  <a:lnTo>
                    <a:pt x="1343152" y="38861"/>
                  </a:lnTo>
                  <a:close/>
                </a:path>
                <a:path w="2684779" h="114300">
                  <a:moveTo>
                    <a:pt x="1496822" y="38861"/>
                  </a:moveTo>
                  <a:lnTo>
                    <a:pt x="1431671" y="38861"/>
                  </a:lnTo>
                  <a:lnTo>
                    <a:pt x="1408049" y="39115"/>
                  </a:lnTo>
                  <a:lnTo>
                    <a:pt x="1341881" y="39115"/>
                  </a:lnTo>
                  <a:lnTo>
                    <a:pt x="1338199" y="39496"/>
                  </a:lnTo>
                  <a:lnTo>
                    <a:pt x="1347660" y="39496"/>
                  </a:lnTo>
                  <a:lnTo>
                    <a:pt x="1342898" y="39115"/>
                  </a:lnTo>
                  <a:lnTo>
                    <a:pt x="1496822" y="38861"/>
                  </a:lnTo>
                  <a:close/>
                </a:path>
                <a:path w="2684779" h="114300">
                  <a:moveTo>
                    <a:pt x="2569887" y="38099"/>
                  </a:moveTo>
                  <a:lnTo>
                    <a:pt x="2309241" y="38353"/>
                  </a:lnTo>
                  <a:lnTo>
                    <a:pt x="1964943" y="38480"/>
                  </a:lnTo>
                  <a:lnTo>
                    <a:pt x="1486789" y="38861"/>
                  </a:lnTo>
                  <a:lnTo>
                    <a:pt x="1342898" y="39115"/>
                  </a:lnTo>
                  <a:lnTo>
                    <a:pt x="1347660" y="39496"/>
                  </a:lnTo>
                  <a:lnTo>
                    <a:pt x="1346707" y="39496"/>
                  </a:lnTo>
                  <a:lnTo>
                    <a:pt x="1345438" y="39242"/>
                  </a:lnTo>
                  <a:lnTo>
                    <a:pt x="1343152" y="38861"/>
                  </a:lnTo>
                  <a:lnTo>
                    <a:pt x="2569888" y="39115"/>
                  </a:lnTo>
                  <a:lnTo>
                    <a:pt x="2569887" y="38099"/>
                  </a:lnTo>
                  <a:close/>
                </a:path>
                <a:path w="2684779" h="114300">
                  <a:moveTo>
                    <a:pt x="1431671" y="38861"/>
                  </a:moveTo>
                  <a:lnTo>
                    <a:pt x="1343152" y="38861"/>
                  </a:lnTo>
                  <a:lnTo>
                    <a:pt x="1345438" y="39242"/>
                  </a:lnTo>
                  <a:lnTo>
                    <a:pt x="1346707" y="39496"/>
                  </a:lnTo>
                  <a:lnTo>
                    <a:pt x="969137" y="39496"/>
                  </a:lnTo>
                  <a:lnTo>
                    <a:pt x="2569888" y="39242"/>
                  </a:lnTo>
                  <a:lnTo>
                    <a:pt x="2569888" y="39115"/>
                  </a:lnTo>
                  <a:lnTo>
                    <a:pt x="1408049" y="39115"/>
                  </a:lnTo>
                  <a:lnTo>
                    <a:pt x="1431671" y="38861"/>
                  </a:lnTo>
                  <a:close/>
                </a:path>
                <a:path w="2684779" h="114300">
                  <a:moveTo>
                    <a:pt x="2117725" y="38480"/>
                  </a:moveTo>
                  <a:lnTo>
                    <a:pt x="1859914" y="38480"/>
                  </a:lnTo>
                  <a:lnTo>
                    <a:pt x="1760093" y="38734"/>
                  </a:lnTo>
                  <a:lnTo>
                    <a:pt x="1502282" y="38734"/>
                  </a:lnTo>
                  <a:lnTo>
                    <a:pt x="2117725" y="3848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3" name="object 163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9630155" y="8729472"/>
              <a:ext cx="2644140" cy="310959"/>
            </a:xfrm>
            <a:prstGeom prst="rect">
              <a:avLst/>
            </a:prstGeom>
          </p:spPr>
        </p:pic>
        <p:sp>
          <p:nvSpPr>
            <p:cNvPr id="164" name="object 164"/>
            <p:cNvSpPr/>
            <p:nvPr/>
          </p:nvSpPr>
          <p:spPr>
            <a:xfrm>
              <a:off x="9672573" y="8806815"/>
              <a:ext cx="2448560" cy="114300"/>
            </a:xfrm>
            <a:custGeom>
              <a:avLst/>
              <a:gdLst/>
              <a:ahLst/>
              <a:cxnLst/>
              <a:rect l="l" t="t" r="r" b="b"/>
              <a:pathLst>
                <a:path w="2448559" h="114300">
                  <a:moveTo>
                    <a:pt x="2402078" y="34035"/>
                  </a:moveTo>
                  <a:lnTo>
                    <a:pt x="2334005" y="34035"/>
                  </a:lnTo>
                  <a:lnTo>
                    <a:pt x="2334005" y="114299"/>
                  </a:lnTo>
                  <a:lnTo>
                    <a:pt x="2410205" y="76199"/>
                  </a:lnTo>
                  <a:lnTo>
                    <a:pt x="2353055" y="76199"/>
                  </a:lnTo>
                  <a:lnTo>
                    <a:pt x="2353055" y="38099"/>
                  </a:lnTo>
                  <a:lnTo>
                    <a:pt x="2410205" y="38099"/>
                  </a:lnTo>
                  <a:lnTo>
                    <a:pt x="2402078" y="34035"/>
                  </a:lnTo>
                  <a:close/>
                </a:path>
                <a:path w="2448559" h="114300">
                  <a:moveTo>
                    <a:pt x="1224787" y="72643"/>
                  </a:moveTo>
                  <a:lnTo>
                    <a:pt x="1220088" y="72643"/>
                  </a:lnTo>
                  <a:lnTo>
                    <a:pt x="1244218" y="73151"/>
                  </a:lnTo>
                  <a:lnTo>
                    <a:pt x="1251839" y="73151"/>
                  </a:lnTo>
                  <a:lnTo>
                    <a:pt x="1258570" y="73278"/>
                  </a:lnTo>
                  <a:lnTo>
                    <a:pt x="1266571" y="73278"/>
                  </a:lnTo>
                  <a:lnTo>
                    <a:pt x="1294765" y="73659"/>
                  </a:lnTo>
                  <a:lnTo>
                    <a:pt x="1305559" y="73659"/>
                  </a:lnTo>
                  <a:lnTo>
                    <a:pt x="1416303" y="74421"/>
                  </a:lnTo>
                  <a:lnTo>
                    <a:pt x="1837588" y="75691"/>
                  </a:lnTo>
                  <a:lnTo>
                    <a:pt x="2051875" y="76072"/>
                  </a:lnTo>
                  <a:lnTo>
                    <a:pt x="2333752" y="76199"/>
                  </a:lnTo>
                  <a:lnTo>
                    <a:pt x="2334005" y="76199"/>
                  </a:lnTo>
                  <a:lnTo>
                    <a:pt x="2334005" y="72897"/>
                  </a:lnTo>
                  <a:lnTo>
                    <a:pt x="1230121" y="72897"/>
                  </a:lnTo>
                  <a:lnTo>
                    <a:pt x="1224787" y="72643"/>
                  </a:lnTo>
                  <a:close/>
                </a:path>
                <a:path w="2448559" h="114300">
                  <a:moveTo>
                    <a:pt x="2410205" y="38099"/>
                  </a:moveTo>
                  <a:lnTo>
                    <a:pt x="2353055" y="38099"/>
                  </a:lnTo>
                  <a:lnTo>
                    <a:pt x="2353055" y="76199"/>
                  </a:lnTo>
                  <a:lnTo>
                    <a:pt x="2410205" y="76199"/>
                  </a:lnTo>
                  <a:lnTo>
                    <a:pt x="2448305" y="57149"/>
                  </a:lnTo>
                  <a:lnTo>
                    <a:pt x="2410205" y="38099"/>
                  </a:lnTo>
                  <a:close/>
                </a:path>
                <a:path w="2448559" h="114300">
                  <a:moveTo>
                    <a:pt x="1220597" y="72135"/>
                  </a:moveTo>
                  <a:lnTo>
                    <a:pt x="1220977" y="72262"/>
                  </a:lnTo>
                  <a:lnTo>
                    <a:pt x="1224787" y="72643"/>
                  </a:lnTo>
                  <a:lnTo>
                    <a:pt x="1230121" y="72897"/>
                  </a:lnTo>
                  <a:lnTo>
                    <a:pt x="2334005" y="72897"/>
                  </a:lnTo>
                  <a:lnTo>
                    <a:pt x="2334005" y="72389"/>
                  </a:lnTo>
                  <a:lnTo>
                    <a:pt x="1222502" y="72389"/>
                  </a:lnTo>
                  <a:lnTo>
                    <a:pt x="1220597" y="72135"/>
                  </a:lnTo>
                  <a:close/>
                </a:path>
                <a:path w="2448559" h="114300">
                  <a:moveTo>
                    <a:pt x="1220597" y="72135"/>
                  </a:moveTo>
                  <a:lnTo>
                    <a:pt x="1219707" y="72135"/>
                  </a:lnTo>
                  <a:lnTo>
                    <a:pt x="1221612" y="72262"/>
                  </a:lnTo>
                  <a:lnTo>
                    <a:pt x="1222502" y="72389"/>
                  </a:lnTo>
                  <a:lnTo>
                    <a:pt x="2334005" y="72389"/>
                  </a:lnTo>
                  <a:lnTo>
                    <a:pt x="2334005" y="72262"/>
                  </a:lnTo>
                  <a:lnTo>
                    <a:pt x="1220977" y="72262"/>
                  </a:lnTo>
                  <a:lnTo>
                    <a:pt x="1220597" y="72135"/>
                  </a:lnTo>
                  <a:close/>
                </a:path>
                <a:path w="2448559" h="114300">
                  <a:moveTo>
                    <a:pt x="1142873" y="71119"/>
                  </a:moveTo>
                  <a:lnTo>
                    <a:pt x="1133855" y="71119"/>
                  </a:lnTo>
                  <a:lnTo>
                    <a:pt x="1197546" y="71754"/>
                  </a:lnTo>
                  <a:lnTo>
                    <a:pt x="1202817" y="71754"/>
                  </a:lnTo>
                  <a:lnTo>
                    <a:pt x="1218056" y="72135"/>
                  </a:lnTo>
                  <a:lnTo>
                    <a:pt x="1220597" y="72135"/>
                  </a:lnTo>
                  <a:lnTo>
                    <a:pt x="1221549" y="72262"/>
                  </a:lnTo>
                  <a:lnTo>
                    <a:pt x="2334005" y="72262"/>
                  </a:lnTo>
                  <a:lnTo>
                    <a:pt x="2334005" y="71373"/>
                  </a:lnTo>
                  <a:lnTo>
                    <a:pt x="1163954" y="71373"/>
                  </a:lnTo>
                  <a:lnTo>
                    <a:pt x="1142873" y="71119"/>
                  </a:lnTo>
                  <a:close/>
                </a:path>
                <a:path w="2448559" h="114300">
                  <a:moveTo>
                    <a:pt x="340232" y="68706"/>
                  </a:moveTo>
                  <a:lnTo>
                    <a:pt x="287654" y="68706"/>
                  </a:lnTo>
                  <a:lnTo>
                    <a:pt x="555117" y="69087"/>
                  </a:lnTo>
                  <a:lnTo>
                    <a:pt x="704976" y="69468"/>
                  </a:lnTo>
                  <a:lnTo>
                    <a:pt x="841628" y="69849"/>
                  </a:lnTo>
                  <a:lnTo>
                    <a:pt x="1015365" y="70484"/>
                  </a:lnTo>
                  <a:lnTo>
                    <a:pt x="1064132" y="70738"/>
                  </a:lnTo>
                  <a:lnTo>
                    <a:pt x="1119885" y="71119"/>
                  </a:lnTo>
                  <a:lnTo>
                    <a:pt x="1142873" y="71119"/>
                  </a:lnTo>
                  <a:lnTo>
                    <a:pt x="1163954" y="71373"/>
                  </a:lnTo>
                  <a:lnTo>
                    <a:pt x="2334005" y="71373"/>
                  </a:lnTo>
                  <a:lnTo>
                    <a:pt x="2334005" y="68960"/>
                  </a:lnTo>
                  <a:lnTo>
                    <a:pt x="450214" y="68960"/>
                  </a:lnTo>
                  <a:lnTo>
                    <a:pt x="340232" y="68706"/>
                  </a:lnTo>
                  <a:close/>
                </a:path>
                <a:path w="2448559" h="114300">
                  <a:moveTo>
                    <a:pt x="114553" y="30479"/>
                  </a:moveTo>
                  <a:lnTo>
                    <a:pt x="0" y="30479"/>
                  </a:lnTo>
                  <a:lnTo>
                    <a:pt x="0" y="68579"/>
                  </a:lnTo>
                  <a:lnTo>
                    <a:pt x="228346" y="68706"/>
                  </a:lnTo>
                  <a:lnTo>
                    <a:pt x="450214" y="68960"/>
                  </a:lnTo>
                  <a:lnTo>
                    <a:pt x="2334005" y="68960"/>
                  </a:lnTo>
                  <a:lnTo>
                    <a:pt x="2334005" y="38099"/>
                  </a:lnTo>
                  <a:lnTo>
                    <a:pt x="2051811" y="37972"/>
                  </a:lnTo>
                  <a:lnTo>
                    <a:pt x="1839171" y="37591"/>
                  </a:lnTo>
                  <a:lnTo>
                    <a:pt x="1416557" y="36321"/>
                  </a:lnTo>
                  <a:lnTo>
                    <a:pt x="1342517" y="35940"/>
                  </a:lnTo>
                  <a:lnTo>
                    <a:pt x="1305941" y="35559"/>
                  </a:lnTo>
                  <a:lnTo>
                    <a:pt x="1295146" y="35559"/>
                  </a:lnTo>
                  <a:lnTo>
                    <a:pt x="1284985" y="35432"/>
                  </a:lnTo>
                  <a:lnTo>
                    <a:pt x="1274698" y="35432"/>
                  </a:lnTo>
                  <a:lnTo>
                    <a:pt x="1251839" y="35051"/>
                  </a:lnTo>
                  <a:lnTo>
                    <a:pt x="1239837" y="35051"/>
                  </a:lnTo>
                  <a:lnTo>
                    <a:pt x="1231582" y="34797"/>
                  </a:lnTo>
                  <a:lnTo>
                    <a:pt x="1228090" y="34797"/>
                  </a:lnTo>
                  <a:lnTo>
                    <a:pt x="1225169" y="34289"/>
                  </a:lnTo>
                  <a:lnTo>
                    <a:pt x="1223264" y="34162"/>
                  </a:lnTo>
                  <a:lnTo>
                    <a:pt x="1220851" y="34162"/>
                  </a:lnTo>
                  <a:lnTo>
                    <a:pt x="1217676" y="34035"/>
                  </a:lnTo>
                  <a:lnTo>
                    <a:pt x="1218437" y="34035"/>
                  </a:lnTo>
                  <a:lnTo>
                    <a:pt x="1209040" y="33781"/>
                  </a:lnTo>
                  <a:lnTo>
                    <a:pt x="1203452" y="33781"/>
                  </a:lnTo>
                  <a:lnTo>
                    <a:pt x="1173352" y="33273"/>
                  </a:lnTo>
                  <a:lnTo>
                    <a:pt x="1120139" y="33019"/>
                  </a:lnTo>
                  <a:lnTo>
                    <a:pt x="1064386" y="32638"/>
                  </a:lnTo>
                  <a:lnTo>
                    <a:pt x="1015619" y="32384"/>
                  </a:lnTo>
                  <a:lnTo>
                    <a:pt x="1000378" y="32257"/>
                  </a:lnTo>
                  <a:lnTo>
                    <a:pt x="841755" y="31749"/>
                  </a:lnTo>
                  <a:lnTo>
                    <a:pt x="705103" y="31368"/>
                  </a:lnTo>
                  <a:lnTo>
                    <a:pt x="555244" y="30987"/>
                  </a:lnTo>
                  <a:lnTo>
                    <a:pt x="114553" y="30479"/>
                  </a:lnTo>
                  <a:close/>
                </a:path>
                <a:path w="2448559" h="114300">
                  <a:moveTo>
                    <a:pt x="2334005" y="33781"/>
                  </a:moveTo>
                  <a:lnTo>
                    <a:pt x="1209801" y="33781"/>
                  </a:lnTo>
                  <a:lnTo>
                    <a:pt x="1217676" y="34035"/>
                  </a:lnTo>
                  <a:lnTo>
                    <a:pt x="2334005" y="34035"/>
                  </a:lnTo>
                  <a:lnTo>
                    <a:pt x="2334005" y="33781"/>
                  </a:lnTo>
                  <a:close/>
                </a:path>
                <a:path w="2448559" h="114300">
                  <a:moveTo>
                    <a:pt x="2400554" y="33273"/>
                  </a:moveTo>
                  <a:lnTo>
                    <a:pt x="2334005" y="33273"/>
                  </a:lnTo>
                  <a:lnTo>
                    <a:pt x="2334005" y="33781"/>
                  </a:lnTo>
                  <a:lnTo>
                    <a:pt x="2401570" y="33781"/>
                  </a:lnTo>
                  <a:lnTo>
                    <a:pt x="2400554" y="33273"/>
                  </a:lnTo>
                  <a:close/>
                </a:path>
                <a:path w="2448559" h="114300">
                  <a:moveTo>
                    <a:pt x="2334005" y="33019"/>
                  </a:moveTo>
                  <a:lnTo>
                    <a:pt x="1142873" y="33019"/>
                  </a:lnTo>
                  <a:lnTo>
                    <a:pt x="1164716" y="33273"/>
                  </a:lnTo>
                  <a:lnTo>
                    <a:pt x="2334005" y="33273"/>
                  </a:lnTo>
                  <a:lnTo>
                    <a:pt x="2334005" y="33019"/>
                  </a:lnTo>
                  <a:close/>
                </a:path>
                <a:path w="2448559" h="114300">
                  <a:moveTo>
                    <a:pt x="2395728" y="30860"/>
                  </a:moveTo>
                  <a:lnTo>
                    <a:pt x="2334005" y="30860"/>
                  </a:lnTo>
                  <a:lnTo>
                    <a:pt x="2334005" y="33019"/>
                  </a:lnTo>
                  <a:lnTo>
                    <a:pt x="2400045" y="33019"/>
                  </a:lnTo>
                  <a:lnTo>
                    <a:pt x="2395728" y="30860"/>
                  </a:lnTo>
                  <a:close/>
                </a:path>
                <a:path w="2448559" h="114300">
                  <a:moveTo>
                    <a:pt x="2334005" y="30606"/>
                  </a:moveTo>
                  <a:lnTo>
                    <a:pt x="340359" y="30606"/>
                  </a:lnTo>
                  <a:lnTo>
                    <a:pt x="450341" y="30860"/>
                  </a:lnTo>
                  <a:lnTo>
                    <a:pt x="2334005" y="30860"/>
                  </a:lnTo>
                  <a:lnTo>
                    <a:pt x="2334005" y="30606"/>
                  </a:lnTo>
                  <a:close/>
                </a:path>
                <a:path w="2448559" h="114300">
                  <a:moveTo>
                    <a:pt x="2334005" y="0"/>
                  </a:moveTo>
                  <a:lnTo>
                    <a:pt x="2334005" y="30606"/>
                  </a:lnTo>
                  <a:lnTo>
                    <a:pt x="2395220" y="30606"/>
                  </a:lnTo>
                  <a:lnTo>
                    <a:pt x="2334005" y="0"/>
                  </a:lnTo>
                  <a:close/>
                </a:path>
              </a:pathLst>
            </a:custGeom>
            <a:solidFill>
              <a:srgbClr val="38CC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5" name="object 165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079224" y="8357616"/>
              <a:ext cx="3473195" cy="1054608"/>
            </a:xfrm>
            <a:prstGeom prst="rect">
              <a:avLst/>
            </a:prstGeom>
          </p:spPr>
        </p:pic>
        <p:pic>
          <p:nvPicPr>
            <p:cNvPr id="166" name="object 166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2083796" y="8430768"/>
              <a:ext cx="3464052" cy="992124"/>
            </a:xfrm>
            <a:prstGeom prst="rect">
              <a:avLst/>
            </a:prstGeom>
          </p:spPr>
        </p:pic>
      </p:grpSp>
      <p:sp>
        <p:nvSpPr>
          <p:cNvPr id="167" name="object 167"/>
          <p:cNvSpPr txBox="1"/>
          <p:nvPr/>
        </p:nvSpPr>
        <p:spPr>
          <a:xfrm>
            <a:off x="12121133" y="8377249"/>
            <a:ext cx="3394075" cy="973455"/>
          </a:xfrm>
          <a:prstGeom prst="rect">
            <a:avLst/>
          </a:prstGeom>
          <a:solidFill>
            <a:srgbClr val="3E77D2"/>
          </a:solidFill>
        </p:spPr>
        <p:txBody>
          <a:bodyPr vert="horz" wrap="square" lIns="0" tIns="149860" rIns="0" bIns="0" rtlCol="0">
            <a:spAutoFit/>
          </a:bodyPr>
          <a:lstStyle/>
          <a:p>
            <a:pPr marL="171450" marR="161290">
              <a:lnSpc>
                <a:spcPct val="101400"/>
              </a:lnSpc>
              <a:spcBef>
                <a:spcPts val="1180"/>
              </a:spcBef>
            </a:pPr>
            <a:r>
              <a:rPr sz="2150" b="1" dirty="0">
                <a:solidFill>
                  <a:srgbClr val="FFFFFF"/>
                </a:solidFill>
                <a:latin typeface="Malgun Gothic"/>
                <a:cs typeface="Malgun Gothic"/>
              </a:rPr>
              <a:t>최종</a:t>
            </a:r>
            <a:r>
              <a:rPr sz="2150" b="1" spc="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150" b="1" dirty="0">
                <a:solidFill>
                  <a:srgbClr val="FFFFFF"/>
                </a:solidFill>
                <a:latin typeface="Malgun Gothic"/>
                <a:cs typeface="Malgun Gothic"/>
              </a:rPr>
              <a:t>클릭</a:t>
            </a:r>
            <a:r>
              <a:rPr sz="2150" b="1" spc="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150" b="1" dirty="0">
                <a:solidFill>
                  <a:srgbClr val="FFFFFF"/>
                </a:solidFill>
                <a:latin typeface="Malgun Gothic"/>
                <a:cs typeface="Malgun Gothic"/>
              </a:rPr>
              <a:t>스트림</a:t>
            </a:r>
            <a:r>
              <a:rPr sz="2150" b="1" spc="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150" b="1" spc="-25" dirty="0">
                <a:solidFill>
                  <a:srgbClr val="FFFFFF"/>
                </a:solidFill>
                <a:latin typeface="Malgun Gothic"/>
                <a:cs typeface="Malgun Gothic"/>
              </a:rPr>
              <a:t>데이터 </a:t>
            </a:r>
            <a:r>
              <a:rPr sz="2150" b="1" dirty="0">
                <a:solidFill>
                  <a:srgbClr val="FFFFFF"/>
                </a:solidFill>
                <a:latin typeface="Malgun Gothic"/>
                <a:cs typeface="Malgun Gothic"/>
              </a:rPr>
              <a:t>필터링</a:t>
            </a:r>
            <a:r>
              <a:rPr sz="2150" b="1" spc="6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150" b="1" dirty="0">
                <a:solidFill>
                  <a:srgbClr val="FFFFFF"/>
                </a:solidFill>
                <a:latin typeface="Malgun Gothic"/>
                <a:cs typeface="Malgun Gothic"/>
              </a:rPr>
              <a:t>및</a:t>
            </a:r>
            <a:r>
              <a:rPr sz="2150" b="1" spc="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150" b="1" dirty="0">
                <a:solidFill>
                  <a:srgbClr val="FFFFFF"/>
                </a:solidFill>
                <a:latin typeface="Malgun Gothic"/>
                <a:cs typeface="Malgun Gothic"/>
              </a:rPr>
              <a:t>필요정보</a:t>
            </a:r>
            <a:r>
              <a:rPr sz="2150" b="1" spc="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1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추출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71" name="object 1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  <p:sp>
        <p:nvSpPr>
          <p:cNvPr id="168" name="object 168"/>
          <p:cNvSpPr txBox="1"/>
          <p:nvPr/>
        </p:nvSpPr>
        <p:spPr>
          <a:xfrm>
            <a:off x="2605404" y="2808656"/>
            <a:ext cx="2506345" cy="880110"/>
          </a:xfrm>
          <a:prstGeom prst="rect">
            <a:avLst/>
          </a:prstGeom>
        </p:spPr>
        <p:txBody>
          <a:bodyPr vert="horz" wrap="square" lIns="0" tIns="1828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440"/>
              </a:spcBef>
              <a:tabLst>
                <a:tab pos="387985" algn="l"/>
              </a:tabLst>
            </a:pPr>
            <a:r>
              <a:rPr sz="1900" spc="175" dirty="0">
                <a:latin typeface="Segoe UI Symbol"/>
                <a:cs typeface="Segoe UI Symbol"/>
              </a:rPr>
              <a:t>✔</a:t>
            </a:r>
            <a:r>
              <a:rPr sz="1900" dirty="0">
                <a:latin typeface="Segoe UI Symbol"/>
                <a:cs typeface="Segoe UI Symbol"/>
              </a:rPr>
              <a:t>	</a:t>
            </a:r>
            <a:r>
              <a:rPr sz="1900" b="1" dirty="0">
                <a:latin typeface="Malgun Gothic"/>
                <a:cs typeface="Malgun Gothic"/>
              </a:rPr>
              <a:t>타행</a:t>
            </a:r>
            <a:r>
              <a:rPr sz="1900" b="1" spc="-10" dirty="0">
                <a:latin typeface="Malgun Gothic"/>
                <a:cs typeface="Malgun Gothic"/>
              </a:rPr>
              <a:t> </a:t>
            </a:r>
            <a:r>
              <a:rPr sz="1900" b="1" dirty="0">
                <a:latin typeface="Malgun Gothic"/>
                <a:cs typeface="Malgun Gothic"/>
              </a:rPr>
              <a:t>만기상품</a:t>
            </a:r>
            <a:r>
              <a:rPr sz="1900" b="1" spc="-20" dirty="0">
                <a:latin typeface="Malgun Gothic"/>
                <a:cs typeface="Malgun Gothic"/>
              </a:rPr>
              <a:t> </a:t>
            </a:r>
            <a:r>
              <a:rPr sz="1900" b="1" spc="-25" dirty="0">
                <a:latin typeface="Malgun Gothic"/>
                <a:cs typeface="Malgun Gothic"/>
              </a:rPr>
              <a:t>집계</a:t>
            </a:r>
            <a:endParaRPr sz="1900">
              <a:latin typeface="Malgun Gothic"/>
              <a:cs typeface="Malgun Gothic"/>
            </a:endParaRPr>
          </a:p>
          <a:p>
            <a:pPr marL="262890">
              <a:lnSpc>
                <a:spcPct val="100000"/>
              </a:lnSpc>
              <a:spcBef>
                <a:spcPts val="1180"/>
              </a:spcBef>
            </a:pPr>
            <a:r>
              <a:rPr sz="1600" b="1" dirty="0">
                <a:solidFill>
                  <a:srgbClr val="173360"/>
                </a:solidFill>
                <a:latin typeface="Malgun Gothic"/>
                <a:cs typeface="Malgun Gothic"/>
              </a:rPr>
              <a:t>Kafka</a:t>
            </a:r>
            <a:r>
              <a:rPr sz="1600" b="1" spc="40" dirty="0">
                <a:solidFill>
                  <a:srgbClr val="173360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173360"/>
                </a:solidFill>
                <a:latin typeface="Malgun Gothic"/>
                <a:cs typeface="Malgun Gothic"/>
              </a:rPr>
              <a:t>Topics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2678938" y="7750505"/>
            <a:ext cx="2250440" cy="3168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0"/>
              </a:spcBef>
              <a:tabLst>
                <a:tab pos="387985" algn="l"/>
              </a:tabLst>
            </a:pPr>
            <a:r>
              <a:rPr sz="1900" spc="175" dirty="0">
                <a:latin typeface="Segoe UI Symbol"/>
                <a:cs typeface="Segoe UI Symbol"/>
              </a:rPr>
              <a:t>✔</a:t>
            </a:r>
            <a:r>
              <a:rPr sz="1900" dirty="0">
                <a:latin typeface="Segoe UI Symbol"/>
                <a:cs typeface="Segoe UI Symbol"/>
              </a:rPr>
              <a:t>	</a:t>
            </a:r>
            <a:r>
              <a:rPr sz="1900" b="1" dirty="0">
                <a:latin typeface="Malgun Gothic"/>
                <a:cs typeface="Malgun Gothic"/>
              </a:rPr>
              <a:t>APP 클릭</a:t>
            </a:r>
            <a:r>
              <a:rPr sz="1900" b="1" spc="-25" dirty="0">
                <a:latin typeface="Malgun Gothic"/>
                <a:cs typeface="Malgun Gothic"/>
              </a:rPr>
              <a:t> 스트림</a:t>
            </a:r>
            <a:endParaRPr sz="19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4" name="object 4"/>
            <p:cNvSpPr/>
            <p:nvPr/>
          </p:nvSpPr>
          <p:spPr>
            <a:xfrm>
              <a:off x="6180328" y="3543934"/>
              <a:ext cx="9403080" cy="5415915"/>
            </a:xfrm>
            <a:custGeom>
              <a:avLst/>
              <a:gdLst/>
              <a:ahLst/>
              <a:cxnLst/>
              <a:rect l="l" t="t" r="r" b="b"/>
              <a:pathLst>
                <a:path w="9403080" h="5415915">
                  <a:moveTo>
                    <a:pt x="9402572" y="0"/>
                  </a:moveTo>
                  <a:lnTo>
                    <a:pt x="0" y="0"/>
                  </a:lnTo>
                  <a:lnTo>
                    <a:pt x="0" y="5415534"/>
                  </a:lnTo>
                  <a:lnTo>
                    <a:pt x="9402572" y="5415534"/>
                  </a:lnTo>
                  <a:lnTo>
                    <a:pt x="94025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180328" y="3543934"/>
              <a:ext cx="9403080" cy="5415915"/>
            </a:xfrm>
            <a:custGeom>
              <a:avLst/>
              <a:gdLst/>
              <a:ahLst/>
              <a:cxnLst/>
              <a:rect l="l" t="t" r="r" b="b"/>
              <a:pathLst>
                <a:path w="9403080" h="5415915">
                  <a:moveTo>
                    <a:pt x="0" y="5415534"/>
                  </a:moveTo>
                  <a:lnTo>
                    <a:pt x="9402572" y="5415534"/>
                  </a:lnTo>
                  <a:lnTo>
                    <a:pt x="9402572" y="0"/>
                  </a:lnTo>
                  <a:lnTo>
                    <a:pt x="0" y="0"/>
                  </a:lnTo>
                  <a:lnTo>
                    <a:pt x="0" y="5415534"/>
                  </a:lnTo>
                  <a:close/>
                </a:path>
              </a:pathLst>
            </a:custGeom>
            <a:ln w="25400">
              <a:solidFill>
                <a:srgbClr val="3A343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59939" y="3543934"/>
              <a:ext cx="2482215" cy="5415915"/>
            </a:xfrm>
            <a:custGeom>
              <a:avLst/>
              <a:gdLst/>
              <a:ahLst/>
              <a:cxnLst/>
              <a:rect l="l" t="t" r="r" b="b"/>
              <a:pathLst>
                <a:path w="2482215" h="5415915">
                  <a:moveTo>
                    <a:pt x="2481707" y="0"/>
                  </a:moveTo>
                  <a:lnTo>
                    <a:pt x="0" y="0"/>
                  </a:lnTo>
                  <a:lnTo>
                    <a:pt x="0" y="5415534"/>
                  </a:lnTo>
                  <a:lnTo>
                    <a:pt x="2481707" y="5415534"/>
                  </a:lnTo>
                  <a:lnTo>
                    <a:pt x="248170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91384" y="4440923"/>
              <a:ext cx="2235708" cy="84430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05328" y="4506467"/>
              <a:ext cx="1606296" cy="772667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17546" y="4467225"/>
              <a:ext cx="2134235" cy="741680"/>
            </a:xfrm>
            <a:custGeom>
              <a:avLst/>
              <a:gdLst/>
              <a:ahLst/>
              <a:cxnLst/>
              <a:rect l="l" t="t" r="r" b="b"/>
              <a:pathLst>
                <a:path w="2134235" h="741679">
                  <a:moveTo>
                    <a:pt x="2010283" y="0"/>
                  </a:moveTo>
                  <a:lnTo>
                    <a:pt x="123571" y="0"/>
                  </a:lnTo>
                  <a:lnTo>
                    <a:pt x="75491" y="9717"/>
                  </a:lnTo>
                  <a:lnTo>
                    <a:pt x="36210" y="36210"/>
                  </a:lnTo>
                  <a:lnTo>
                    <a:pt x="9717" y="75491"/>
                  </a:lnTo>
                  <a:lnTo>
                    <a:pt x="0" y="123571"/>
                  </a:lnTo>
                  <a:lnTo>
                    <a:pt x="0" y="617982"/>
                  </a:lnTo>
                  <a:lnTo>
                    <a:pt x="9717" y="666061"/>
                  </a:lnTo>
                  <a:lnTo>
                    <a:pt x="36210" y="705342"/>
                  </a:lnTo>
                  <a:lnTo>
                    <a:pt x="75491" y="731835"/>
                  </a:lnTo>
                  <a:lnTo>
                    <a:pt x="123571" y="741552"/>
                  </a:lnTo>
                  <a:lnTo>
                    <a:pt x="2010283" y="741552"/>
                  </a:lnTo>
                  <a:lnTo>
                    <a:pt x="2058362" y="731835"/>
                  </a:lnTo>
                  <a:lnTo>
                    <a:pt x="2097643" y="705342"/>
                  </a:lnTo>
                  <a:lnTo>
                    <a:pt x="2124136" y="666061"/>
                  </a:lnTo>
                  <a:lnTo>
                    <a:pt x="2133854" y="617982"/>
                  </a:lnTo>
                  <a:lnTo>
                    <a:pt x="2133854" y="123571"/>
                  </a:lnTo>
                  <a:lnTo>
                    <a:pt x="2124136" y="75491"/>
                  </a:lnTo>
                  <a:lnTo>
                    <a:pt x="2097643" y="36210"/>
                  </a:lnTo>
                  <a:lnTo>
                    <a:pt x="2058362" y="9717"/>
                  </a:lnTo>
                  <a:lnTo>
                    <a:pt x="20102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1384" y="5594591"/>
              <a:ext cx="2235708" cy="84430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14472" y="5661660"/>
              <a:ext cx="1589531" cy="77266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17546" y="5621401"/>
              <a:ext cx="2134235" cy="741680"/>
            </a:xfrm>
            <a:custGeom>
              <a:avLst/>
              <a:gdLst/>
              <a:ahLst/>
              <a:cxnLst/>
              <a:rect l="l" t="t" r="r" b="b"/>
              <a:pathLst>
                <a:path w="2134235" h="741679">
                  <a:moveTo>
                    <a:pt x="2010283" y="0"/>
                  </a:moveTo>
                  <a:lnTo>
                    <a:pt x="123571" y="0"/>
                  </a:lnTo>
                  <a:lnTo>
                    <a:pt x="75491" y="9719"/>
                  </a:lnTo>
                  <a:lnTo>
                    <a:pt x="36210" y="36226"/>
                  </a:lnTo>
                  <a:lnTo>
                    <a:pt x="9717" y="75545"/>
                  </a:lnTo>
                  <a:lnTo>
                    <a:pt x="0" y="123698"/>
                  </a:lnTo>
                  <a:lnTo>
                    <a:pt x="0" y="618109"/>
                  </a:lnTo>
                  <a:lnTo>
                    <a:pt x="9717" y="666188"/>
                  </a:lnTo>
                  <a:lnTo>
                    <a:pt x="36210" y="705469"/>
                  </a:lnTo>
                  <a:lnTo>
                    <a:pt x="75491" y="731962"/>
                  </a:lnTo>
                  <a:lnTo>
                    <a:pt x="123571" y="741679"/>
                  </a:lnTo>
                  <a:lnTo>
                    <a:pt x="2010283" y="741679"/>
                  </a:lnTo>
                  <a:lnTo>
                    <a:pt x="2058362" y="731962"/>
                  </a:lnTo>
                  <a:lnTo>
                    <a:pt x="2097643" y="705469"/>
                  </a:lnTo>
                  <a:lnTo>
                    <a:pt x="2124136" y="666188"/>
                  </a:lnTo>
                  <a:lnTo>
                    <a:pt x="2133854" y="618109"/>
                  </a:lnTo>
                  <a:lnTo>
                    <a:pt x="2133854" y="123698"/>
                  </a:lnTo>
                  <a:lnTo>
                    <a:pt x="2124136" y="75545"/>
                  </a:lnTo>
                  <a:lnTo>
                    <a:pt x="2097643" y="36226"/>
                  </a:lnTo>
                  <a:lnTo>
                    <a:pt x="2058362" y="9719"/>
                  </a:lnTo>
                  <a:lnTo>
                    <a:pt x="20102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91384" y="6749783"/>
              <a:ext cx="2235708" cy="84278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230880" y="6937273"/>
              <a:ext cx="1156716" cy="52880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17546" y="6775703"/>
              <a:ext cx="2134235" cy="741680"/>
            </a:xfrm>
            <a:custGeom>
              <a:avLst/>
              <a:gdLst/>
              <a:ahLst/>
              <a:cxnLst/>
              <a:rect l="l" t="t" r="r" b="b"/>
              <a:pathLst>
                <a:path w="2134235" h="741679">
                  <a:moveTo>
                    <a:pt x="2010283" y="0"/>
                  </a:moveTo>
                  <a:lnTo>
                    <a:pt x="123571" y="0"/>
                  </a:lnTo>
                  <a:lnTo>
                    <a:pt x="75491" y="9717"/>
                  </a:lnTo>
                  <a:lnTo>
                    <a:pt x="36210" y="36210"/>
                  </a:lnTo>
                  <a:lnTo>
                    <a:pt x="9717" y="75491"/>
                  </a:lnTo>
                  <a:lnTo>
                    <a:pt x="0" y="123571"/>
                  </a:lnTo>
                  <a:lnTo>
                    <a:pt x="0" y="617982"/>
                  </a:lnTo>
                  <a:lnTo>
                    <a:pt x="9717" y="666115"/>
                  </a:lnTo>
                  <a:lnTo>
                    <a:pt x="36210" y="705389"/>
                  </a:lnTo>
                  <a:lnTo>
                    <a:pt x="75491" y="731853"/>
                  </a:lnTo>
                  <a:lnTo>
                    <a:pt x="123571" y="741553"/>
                  </a:lnTo>
                  <a:lnTo>
                    <a:pt x="2010283" y="741553"/>
                  </a:lnTo>
                  <a:lnTo>
                    <a:pt x="2058362" y="731853"/>
                  </a:lnTo>
                  <a:lnTo>
                    <a:pt x="2097643" y="705389"/>
                  </a:lnTo>
                  <a:lnTo>
                    <a:pt x="2124136" y="666115"/>
                  </a:lnTo>
                  <a:lnTo>
                    <a:pt x="2133854" y="617982"/>
                  </a:lnTo>
                  <a:lnTo>
                    <a:pt x="2133854" y="123571"/>
                  </a:lnTo>
                  <a:lnTo>
                    <a:pt x="2124136" y="75491"/>
                  </a:lnTo>
                  <a:lnTo>
                    <a:pt x="2097643" y="36210"/>
                  </a:lnTo>
                  <a:lnTo>
                    <a:pt x="2058362" y="9717"/>
                  </a:lnTo>
                  <a:lnTo>
                    <a:pt x="20102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91384" y="7903451"/>
              <a:ext cx="2235708" cy="84430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30880" y="8090941"/>
              <a:ext cx="1156716" cy="52880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17546" y="7930007"/>
              <a:ext cx="2134235" cy="741680"/>
            </a:xfrm>
            <a:custGeom>
              <a:avLst/>
              <a:gdLst/>
              <a:ahLst/>
              <a:cxnLst/>
              <a:rect l="l" t="t" r="r" b="b"/>
              <a:pathLst>
                <a:path w="2134235" h="741679">
                  <a:moveTo>
                    <a:pt x="2010283" y="0"/>
                  </a:moveTo>
                  <a:lnTo>
                    <a:pt x="123571" y="0"/>
                  </a:lnTo>
                  <a:lnTo>
                    <a:pt x="75491" y="9699"/>
                  </a:lnTo>
                  <a:lnTo>
                    <a:pt x="36210" y="36163"/>
                  </a:lnTo>
                  <a:lnTo>
                    <a:pt x="9717" y="75438"/>
                  </a:lnTo>
                  <a:lnTo>
                    <a:pt x="0" y="123571"/>
                  </a:lnTo>
                  <a:lnTo>
                    <a:pt x="0" y="617982"/>
                  </a:lnTo>
                  <a:lnTo>
                    <a:pt x="9717" y="666061"/>
                  </a:lnTo>
                  <a:lnTo>
                    <a:pt x="36210" y="705342"/>
                  </a:lnTo>
                  <a:lnTo>
                    <a:pt x="75491" y="731835"/>
                  </a:lnTo>
                  <a:lnTo>
                    <a:pt x="123571" y="741553"/>
                  </a:lnTo>
                  <a:lnTo>
                    <a:pt x="2010283" y="741553"/>
                  </a:lnTo>
                  <a:lnTo>
                    <a:pt x="2058362" y="731835"/>
                  </a:lnTo>
                  <a:lnTo>
                    <a:pt x="2097643" y="705342"/>
                  </a:lnTo>
                  <a:lnTo>
                    <a:pt x="2124136" y="666061"/>
                  </a:lnTo>
                  <a:lnTo>
                    <a:pt x="2133854" y="617982"/>
                  </a:lnTo>
                  <a:lnTo>
                    <a:pt x="2133854" y="123571"/>
                  </a:lnTo>
                  <a:lnTo>
                    <a:pt x="2124136" y="75438"/>
                  </a:lnTo>
                  <a:lnTo>
                    <a:pt x="2097643" y="36163"/>
                  </a:lnTo>
                  <a:lnTo>
                    <a:pt x="2058362" y="9699"/>
                  </a:lnTo>
                  <a:lnTo>
                    <a:pt x="2010283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공공</a:t>
            </a:r>
            <a:r>
              <a:rPr spc="5" dirty="0"/>
              <a:t> </a:t>
            </a:r>
            <a:r>
              <a:rPr dirty="0"/>
              <a:t>-</a:t>
            </a:r>
            <a:r>
              <a:rPr spc="-5" dirty="0"/>
              <a:t> </a:t>
            </a:r>
            <a:r>
              <a:rPr spc="-20" dirty="0"/>
              <a:t>금융기관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22" name="object 22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559939" y="3543934"/>
            <a:ext cx="2482215" cy="5415915"/>
          </a:xfrm>
          <a:prstGeom prst="rect">
            <a:avLst/>
          </a:prstGeom>
          <a:ln w="25400">
            <a:solidFill>
              <a:srgbClr val="3A3436"/>
            </a:solidFill>
          </a:ln>
        </p:spPr>
        <p:txBody>
          <a:bodyPr vert="horz" wrap="square" lIns="0" tIns="4889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85"/>
              </a:spcBef>
            </a:pPr>
            <a:endParaRPr sz="1900">
              <a:latin typeface="Times New Roman"/>
              <a:cs typeface="Times New Roman"/>
            </a:endParaRPr>
          </a:p>
          <a:p>
            <a:pPr marL="755650">
              <a:lnSpc>
                <a:spcPct val="100000"/>
              </a:lnSpc>
            </a:pPr>
            <a:r>
              <a:rPr sz="1900" b="1" spc="-20" dirty="0">
                <a:latin typeface="Malgun Gothic"/>
                <a:cs typeface="Malgun Gothic"/>
              </a:rPr>
              <a:t>대외기관</a:t>
            </a:r>
            <a:endParaRPr sz="19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900">
              <a:latin typeface="Malgun Gothic"/>
              <a:cs typeface="Malgun Gothic"/>
            </a:endParaRPr>
          </a:p>
          <a:p>
            <a:pPr marL="716915">
              <a:lnSpc>
                <a:spcPct val="100000"/>
              </a:lnSpc>
            </a:pPr>
            <a:r>
              <a:rPr sz="1600" b="1" spc="-10" dirty="0">
                <a:solidFill>
                  <a:srgbClr val="221F1F"/>
                </a:solidFill>
                <a:latin typeface="Malgun Gothic"/>
                <a:cs typeface="Malgun Gothic"/>
              </a:rPr>
              <a:t>한국거래소</a:t>
            </a:r>
            <a:endParaRPr sz="1600">
              <a:latin typeface="Malgun Gothic"/>
              <a:cs typeface="Malgun Gothic"/>
            </a:endParaRPr>
          </a:p>
          <a:p>
            <a:pPr marL="593725">
              <a:lnSpc>
                <a:spcPct val="100000"/>
              </a:lnSpc>
            </a:pP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(EXTURE</a:t>
            </a:r>
            <a:r>
              <a:rPr sz="1600" b="1" spc="-4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3.0)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480"/>
              </a:spcBef>
            </a:pPr>
            <a:endParaRPr sz="1600">
              <a:latin typeface="Malgun Gothic"/>
              <a:cs typeface="Malgun Gothic"/>
            </a:endParaRPr>
          </a:p>
          <a:p>
            <a:pPr marL="819150">
              <a:lnSpc>
                <a:spcPct val="100000"/>
              </a:lnSpc>
              <a:spcBef>
                <a:spcPts val="5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한국은행</a:t>
            </a:r>
            <a:endParaRPr sz="1600">
              <a:latin typeface="Malgun Gothic"/>
              <a:cs typeface="Malgun Gothic"/>
            </a:endParaRPr>
          </a:p>
          <a:p>
            <a:pPr marL="602615">
              <a:lnSpc>
                <a:spcPct val="100000"/>
              </a:lnSpc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(BOK-</a:t>
            </a:r>
            <a:r>
              <a:rPr sz="1600" b="1" spc="-10" dirty="0">
                <a:solidFill>
                  <a:srgbClr val="221F1F"/>
                </a:solidFill>
                <a:latin typeface="Malgun Gothic"/>
                <a:cs typeface="Malgun Gothic"/>
              </a:rPr>
              <a:t>Wire+)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1600">
              <a:latin typeface="Malgun Gothic"/>
              <a:cs typeface="Malgun Gothic"/>
            </a:endParaRPr>
          </a:p>
          <a:p>
            <a:pPr marL="819150">
              <a:lnSpc>
                <a:spcPct val="100000"/>
              </a:lnSpc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금융기관</a:t>
            </a: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6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1600">
              <a:latin typeface="Malgun Gothic"/>
              <a:cs typeface="Malgun Gothic"/>
            </a:endParaRPr>
          </a:p>
          <a:p>
            <a:pPr marL="819150">
              <a:lnSpc>
                <a:spcPct val="100000"/>
              </a:lnSpc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발행회사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65181" y="6414008"/>
            <a:ext cx="329565" cy="107314"/>
          </a:xfrm>
          <a:prstGeom prst="rect">
            <a:avLst/>
          </a:prstGeom>
        </p:spPr>
        <p:txBody>
          <a:bodyPr vert="vert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800" b="1" spc="-50" dirty="0">
                <a:latin typeface="Malgun Gothic"/>
                <a:cs typeface="Malgun Gothic"/>
              </a:rPr>
              <a:t>(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465181" y="7628559"/>
            <a:ext cx="329565" cy="107314"/>
          </a:xfrm>
          <a:prstGeom prst="rect">
            <a:avLst/>
          </a:prstGeom>
        </p:spPr>
        <p:txBody>
          <a:bodyPr vert="vert" wrap="square" lIns="0" tIns="3301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9"/>
              </a:spcBef>
            </a:pPr>
            <a:r>
              <a:rPr sz="1800" b="1" spc="-50" dirty="0">
                <a:latin typeface="Malgun Gothic"/>
                <a:cs typeface="Malgun Gothic"/>
              </a:rPr>
              <a:t>)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311900" y="3906011"/>
            <a:ext cx="584200" cy="4717415"/>
          </a:xfrm>
          <a:prstGeom prst="rect">
            <a:avLst/>
          </a:prstGeom>
          <a:solidFill>
            <a:srgbClr val="D6EEF6"/>
          </a:solidFill>
          <a:ln w="25400">
            <a:solidFill>
              <a:srgbClr val="BEBEBE"/>
            </a:solidFill>
          </a:ln>
        </p:spPr>
        <p:txBody>
          <a:bodyPr vert="horz" wrap="square" lIns="0" tIns="158115" rIns="0" bIns="0" rtlCol="0">
            <a:spAutoFit/>
          </a:bodyPr>
          <a:lstStyle/>
          <a:p>
            <a:pPr marL="175895" marR="171450" algn="just">
              <a:lnSpc>
                <a:spcPct val="200000"/>
              </a:lnSpc>
              <a:spcBef>
                <a:spcPts val="1245"/>
              </a:spcBef>
            </a:pPr>
            <a:r>
              <a:rPr sz="1800" b="1" spc="-50" dirty="0">
                <a:latin typeface="Malgun Gothic"/>
                <a:cs typeface="Malgun Gothic"/>
              </a:rPr>
              <a:t>대 외 연 계</a:t>
            </a:r>
            <a:endParaRPr sz="18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</a:pPr>
            <a:endParaRPr sz="18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440"/>
              </a:spcBef>
            </a:pPr>
            <a:endParaRPr sz="1800">
              <a:latin typeface="Malgun Gothic"/>
              <a:cs typeface="Malgun Gothic"/>
            </a:endParaRPr>
          </a:p>
          <a:p>
            <a:pPr marL="234950" marR="200660" algn="just">
              <a:lnSpc>
                <a:spcPct val="150100"/>
              </a:lnSpc>
            </a:pPr>
            <a:r>
              <a:rPr sz="1800" b="1" spc="-50" dirty="0">
                <a:latin typeface="Malgun Gothic"/>
                <a:cs typeface="Malgun Gothic"/>
              </a:rPr>
              <a:t>F E P</a:t>
            </a:r>
            <a:endParaRPr sz="1800">
              <a:latin typeface="Malgun Gothic"/>
              <a:cs typeface="Malgun Gothic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691764" y="1828292"/>
            <a:ext cx="12039600" cy="1671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약</a:t>
            </a:r>
            <a:r>
              <a:rPr sz="2450" spc="-9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350여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국내외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금융기관과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직/간접적으로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연결된</a:t>
            </a:r>
            <a:r>
              <a:rPr sz="2450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허브망을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통한</a:t>
            </a:r>
            <a:r>
              <a:rPr sz="2450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대외접속</a:t>
            </a:r>
            <a:r>
              <a:rPr sz="2450" b="1" spc="-9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10" dirty="0">
                <a:solidFill>
                  <a:srgbClr val="17719D"/>
                </a:solidFill>
                <a:latin typeface="Malgun Gothic"/>
                <a:cs typeface="Malgun Gothic"/>
              </a:rPr>
              <a:t>업무(FEP)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실시간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450" b="1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교환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및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처리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및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기간계등과의</a:t>
            </a:r>
            <a:r>
              <a:rPr sz="2450" b="1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450" b="1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연계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를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위해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0" dirty="0">
                <a:solidFill>
                  <a:srgbClr val="17719D"/>
                </a:solidFill>
                <a:latin typeface="Malgun Gothic"/>
                <a:cs typeface="Malgun Gothic"/>
              </a:rPr>
              <a:t>도입함.</a:t>
            </a:r>
            <a:endParaRPr sz="2450">
              <a:latin typeface="Malgun Gothic"/>
              <a:cs typeface="Malgun Gothic"/>
            </a:endParaRPr>
          </a:p>
          <a:p>
            <a:pPr marL="7451725">
              <a:lnSpc>
                <a:spcPct val="100000"/>
              </a:lnSpc>
              <a:spcBef>
                <a:spcPts val="3725"/>
              </a:spcBef>
            </a:pPr>
            <a:r>
              <a:rPr sz="2800" b="1" dirty="0">
                <a:latin typeface="Malgun Gothic"/>
                <a:cs typeface="Malgun Gothic"/>
              </a:rPr>
              <a:t>내</a:t>
            </a:r>
            <a:r>
              <a:rPr sz="2800" b="1" spc="-20" dirty="0">
                <a:latin typeface="Malgun Gothic"/>
                <a:cs typeface="Malgun Gothic"/>
              </a:rPr>
              <a:t> </a:t>
            </a:r>
            <a:r>
              <a:rPr sz="2800" b="1" dirty="0">
                <a:latin typeface="Malgun Gothic"/>
                <a:cs typeface="Malgun Gothic"/>
              </a:rPr>
              <a:t>부</a:t>
            </a:r>
            <a:r>
              <a:rPr sz="2800" b="1" spc="-35" dirty="0">
                <a:latin typeface="Malgun Gothic"/>
                <a:cs typeface="Malgun Gothic"/>
              </a:rPr>
              <a:t> </a:t>
            </a:r>
            <a:r>
              <a:rPr sz="2800" b="1" spc="-50" dirty="0">
                <a:latin typeface="Malgun Gothic"/>
                <a:cs typeface="Malgun Gothic"/>
              </a:rPr>
              <a:t>망</a:t>
            </a:r>
            <a:endParaRPr sz="2800">
              <a:latin typeface="Malgun Gothic"/>
              <a:cs typeface="Malgun Gothic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26401" y="5340603"/>
            <a:ext cx="984224" cy="1599819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9083675" y="4163529"/>
            <a:ext cx="1051560" cy="509270"/>
          </a:xfrm>
          <a:prstGeom prst="rect">
            <a:avLst/>
          </a:prstGeom>
          <a:solidFill>
            <a:srgbClr val="E6F5FA"/>
          </a:solidFill>
          <a:ln w="19050">
            <a:solidFill>
              <a:srgbClr val="74DBF1"/>
            </a:solidFill>
          </a:ln>
        </p:spPr>
        <p:txBody>
          <a:bodyPr vert="horz" wrap="square" lIns="0" tIns="45085" rIns="0" bIns="0" rtlCol="0">
            <a:spAutoFit/>
          </a:bodyPr>
          <a:lstStyle/>
          <a:p>
            <a:pPr marL="267335">
              <a:lnSpc>
                <a:spcPct val="100000"/>
              </a:lnSpc>
              <a:spcBef>
                <a:spcPts val="355"/>
              </a:spcBef>
            </a:pPr>
            <a:r>
              <a:rPr sz="1350" spc="-25" dirty="0">
                <a:latin typeface="Malgun Gothic"/>
                <a:cs typeface="Malgun Gothic"/>
              </a:rPr>
              <a:t>글로벌</a:t>
            </a:r>
            <a:endParaRPr sz="1350">
              <a:latin typeface="Malgun Gothic"/>
              <a:cs typeface="Malgun Gothic"/>
            </a:endParaRPr>
          </a:p>
          <a:p>
            <a:pPr marL="182245">
              <a:lnSpc>
                <a:spcPct val="100000"/>
              </a:lnSpc>
              <a:spcBef>
                <a:spcPts val="15"/>
              </a:spcBef>
            </a:pPr>
            <a:r>
              <a:rPr sz="1350" spc="-20" dirty="0">
                <a:latin typeface="Malgun Gothic"/>
                <a:cs typeface="Malgun Gothic"/>
              </a:rPr>
              <a:t>투자지원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953500" y="4063746"/>
            <a:ext cx="6235700" cy="3137535"/>
            <a:chOff x="8953500" y="4063746"/>
            <a:chExt cx="6235700" cy="3137535"/>
          </a:xfrm>
        </p:grpSpPr>
        <p:sp>
          <p:nvSpPr>
            <p:cNvPr id="32" name="object 32"/>
            <p:cNvSpPr/>
            <p:nvPr/>
          </p:nvSpPr>
          <p:spPr>
            <a:xfrm>
              <a:off x="8966200" y="4076446"/>
              <a:ext cx="6210300" cy="3112135"/>
            </a:xfrm>
            <a:custGeom>
              <a:avLst/>
              <a:gdLst/>
              <a:ahLst/>
              <a:cxnLst/>
              <a:rect l="l" t="t" r="r" b="b"/>
              <a:pathLst>
                <a:path w="6210300" h="3112134">
                  <a:moveTo>
                    <a:pt x="0" y="3111754"/>
                  </a:moveTo>
                  <a:lnTo>
                    <a:pt x="6210300" y="3111754"/>
                  </a:lnTo>
                  <a:lnTo>
                    <a:pt x="6210300" y="0"/>
                  </a:lnTo>
                  <a:lnTo>
                    <a:pt x="0" y="0"/>
                  </a:lnTo>
                  <a:lnTo>
                    <a:pt x="0" y="3111754"/>
                  </a:lnTo>
                  <a:close/>
                </a:path>
              </a:pathLst>
            </a:custGeom>
            <a:ln w="254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0313161" y="416353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1050963" y="0"/>
                  </a:moveTo>
                  <a:lnTo>
                    <a:pt x="0" y="0"/>
                  </a:lnTo>
                  <a:lnTo>
                    <a:pt x="0" y="509054"/>
                  </a:lnTo>
                  <a:lnTo>
                    <a:pt x="1050963" y="509054"/>
                  </a:lnTo>
                  <a:lnTo>
                    <a:pt x="1050963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0313161" y="416353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0" y="509054"/>
                  </a:moveTo>
                  <a:lnTo>
                    <a:pt x="1050963" y="509054"/>
                  </a:lnTo>
                  <a:lnTo>
                    <a:pt x="1050963" y="0"/>
                  </a:lnTo>
                  <a:lnTo>
                    <a:pt x="0" y="0"/>
                  </a:lnTo>
                  <a:lnTo>
                    <a:pt x="0" y="509054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1542776" y="416353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1050963" y="0"/>
                  </a:moveTo>
                  <a:lnTo>
                    <a:pt x="0" y="0"/>
                  </a:lnTo>
                  <a:lnTo>
                    <a:pt x="0" y="509054"/>
                  </a:lnTo>
                  <a:lnTo>
                    <a:pt x="1050963" y="509054"/>
                  </a:lnTo>
                  <a:lnTo>
                    <a:pt x="1050963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1542776" y="416353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0" y="509054"/>
                  </a:moveTo>
                  <a:lnTo>
                    <a:pt x="1050963" y="509054"/>
                  </a:lnTo>
                  <a:lnTo>
                    <a:pt x="1050963" y="0"/>
                  </a:lnTo>
                  <a:lnTo>
                    <a:pt x="0" y="0"/>
                  </a:lnTo>
                  <a:lnTo>
                    <a:pt x="0" y="509054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482833" y="3751834"/>
            <a:ext cx="2386965" cy="7797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19734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latin typeface="Malgun Gothic"/>
                <a:cs typeface="Malgun Gothic"/>
              </a:rPr>
              <a:t>기</a:t>
            </a:r>
            <a:r>
              <a:rPr sz="1900" b="1" spc="5" dirty="0">
                <a:latin typeface="Malgun Gothic"/>
                <a:cs typeface="Malgun Gothic"/>
              </a:rPr>
              <a:t> </a:t>
            </a:r>
            <a:r>
              <a:rPr sz="1900" b="1" dirty="0">
                <a:latin typeface="Malgun Gothic"/>
                <a:cs typeface="Malgun Gothic"/>
              </a:rPr>
              <a:t>간</a:t>
            </a:r>
            <a:r>
              <a:rPr sz="1900" b="1" spc="-5" dirty="0">
                <a:latin typeface="Malgun Gothic"/>
                <a:cs typeface="Malgun Gothic"/>
              </a:rPr>
              <a:t> </a:t>
            </a:r>
            <a:r>
              <a:rPr sz="1900" b="1" dirty="0">
                <a:latin typeface="Malgun Gothic"/>
                <a:cs typeface="Malgun Gothic"/>
              </a:rPr>
              <a:t>계</a:t>
            </a:r>
            <a:r>
              <a:rPr sz="1900" b="1" spc="10" dirty="0">
                <a:latin typeface="Malgun Gothic"/>
                <a:cs typeface="Malgun Gothic"/>
              </a:rPr>
              <a:t> </a:t>
            </a:r>
            <a:r>
              <a:rPr sz="1900" b="1" spc="-10" dirty="0">
                <a:latin typeface="Malgun Gothic"/>
                <a:cs typeface="Malgun Gothic"/>
              </a:rPr>
              <a:t>(e-SAFE)</a:t>
            </a:r>
            <a:endParaRPr sz="19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030"/>
              </a:spcBef>
              <a:tabLst>
                <a:tab pos="1155065" algn="l"/>
              </a:tabLst>
            </a:pPr>
            <a:r>
              <a:rPr sz="1350" spc="-20" dirty="0">
                <a:latin typeface="Malgun Gothic"/>
                <a:cs typeface="Malgun Gothic"/>
              </a:rPr>
              <a:t>증권대행</a:t>
            </a:r>
            <a:r>
              <a:rPr sz="1350" dirty="0">
                <a:latin typeface="Malgun Gothic"/>
                <a:cs typeface="Malgun Gothic"/>
              </a:rPr>
              <a:t>	</a:t>
            </a:r>
            <a:r>
              <a:rPr sz="1350" spc="-10" dirty="0">
                <a:latin typeface="Malgun Gothic"/>
                <a:cs typeface="Malgun Gothic"/>
              </a:rPr>
              <a:t>공사채등록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2762738" y="4154004"/>
            <a:ext cx="1070610" cy="528320"/>
            <a:chOff x="12762738" y="4154004"/>
            <a:chExt cx="1070610" cy="528320"/>
          </a:xfrm>
        </p:grpSpPr>
        <p:sp>
          <p:nvSpPr>
            <p:cNvPr id="39" name="object 39"/>
            <p:cNvSpPr/>
            <p:nvPr/>
          </p:nvSpPr>
          <p:spPr>
            <a:xfrm>
              <a:off x="12772263" y="4163529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1050963" y="0"/>
                  </a:moveTo>
                  <a:lnTo>
                    <a:pt x="0" y="0"/>
                  </a:lnTo>
                  <a:lnTo>
                    <a:pt x="0" y="509054"/>
                  </a:lnTo>
                  <a:lnTo>
                    <a:pt x="1050963" y="509054"/>
                  </a:lnTo>
                  <a:lnTo>
                    <a:pt x="1050963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2772263" y="4163529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0" y="509054"/>
                  </a:moveTo>
                  <a:lnTo>
                    <a:pt x="1050963" y="509054"/>
                  </a:lnTo>
                  <a:lnTo>
                    <a:pt x="1050963" y="0"/>
                  </a:lnTo>
                  <a:lnTo>
                    <a:pt x="0" y="0"/>
                  </a:lnTo>
                  <a:lnTo>
                    <a:pt x="0" y="509054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12942189" y="4299330"/>
            <a:ext cx="7143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latin typeface="Malgun Gothic"/>
                <a:cs typeface="Malgun Gothic"/>
              </a:rPr>
              <a:t>유통등록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3992225" y="4154004"/>
            <a:ext cx="1070610" cy="528320"/>
            <a:chOff x="13992225" y="4154004"/>
            <a:chExt cx="1070610" cy="528320"/>
          </a:xfrm>
        </p:grpSpPr>
        <p:sp>
          <p:nvSpPr>
            <p:cNvPr id="43" name="object 43"/>
            <p:cNvSpPr/>
            <p:nvPr/>
          </p:nvSpPr>
          <p:spPr>
            <a:xfrm>
              <a:off x="14001750" y="4163529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1050963" y="0"/>
                  </a:moveTo>
                  <a:lnTo>
                    <a:pt x="0" y="0"/>
                  </a:lnTo>
                  <a:lnTo>
                    <a:pt x="0" y="509054"/>
                  </a:lnTo>
                  <a:lnTo>
                    <a:pt x="1050963" y="509054"/>
                  </a:lnTo>
                  <a:lnTo>
                    <a:pt x="1050963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4001750" y="4163529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0" y="509054"/>
                  </a:moveTo>
                  <a:lnTo>
                    <a:pt x="1050963" y="509054"/>
                  </a:lnTo>
                  <a:lnTo>
                    <a:pt x="1050963" y="0"/>
                  </a:lnTo>
                  <a:lnTo>
                    <a:pt x="0" y="0"/>
                  </a:lnTo>
                  <a:lnTo>
                    <a:pt x="0" y="509054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14344014" y="4299330"/>
            <a:ext cx="37020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latin typeface="Malgun Gothic"/>
                <a:cs typeface="Malgun Gothic"/>
              </a:rPr>
              <a:t>결제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083675" y="4759540"/>
            <a:ext cx="1051560" cy="509270"/>
          </a:xfrm>
          <a:prstGeom prst="rect">
            <a:avLst/>
          </a:prstGeom>
          <a:solidFill>
            <a:srgbClr val="E6F5FA"/>
          </a:solidFill>
          <a:ln w="19050">
            <a:solidFill>
              <a:srgbClr val="74DBF1"/>
            </a:solidFill>
          </a:ln>
        </p:spPr>
        <p:txBody>
          <a:bodyPr vert="horz" wrap="square" lIns="0" tIns="14922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175"/>
              </a:spcBef>
            </a:pPr>
            <a:r>
              <a:rPr sz="1350" spc="-20" dirty="0">
                <a:latin typeface="Malgun Gothic"/>
                <a:cs typeface="Malgun Gothic"/>
              </a:rPr>
              <a:t>권리관리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0303636" y="4750015"/>
            <a:ext cx="1070610" cy="528320"/>
            <a:chOff x="10303636" y="4750015"/>
            <a:chExt cx="1070610" cy="528320"/>
          </a:xfrm>
        </p:grpSpPr>
        <p:sp>
          <p:nvSpPr>
            <p:cNvPr id="48" name="object 48"/>
            <p:cNvSpPr/>
            <p:nvPr/>
          </p:nvSpPr>
          <p:spPr>
            <a:xfrm>
              <a:off x="10313161" y="475954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1050963" y="0"/>
                  </a:moveTo>
                  <a:lnTo>
                    <a:pt x="0" y="0"/>
                  </a:lnTo>
                  <a:lnTo>
                    <a:pt x="0" y="509054"/>
                  </a:lnTo>
                  <a:lnTo>
                    <a:pt x="1050963" y="509054"/>
                  </a:lnTo>
                  <a:lnTo>
                    <a:pt x="1050963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0313161" y="475954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0" y="509054"/>
                  </a:moveTo>
                  <a:lnTo>
                    <a:pt x="1050963" y="509054"/>
                  </a:lnTo>
                  <a:lnTo>
                    <a:pt x="1050963" y="0"/>
                  </a:lnTo>
                  <a:lnTo>
                    <a:pt x="0" y="0"/>
                  </a:lnTo>
                  <a:lnTo>
                    <a:pt x="0" y="509054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10482833" y="4791583"/>
            <a:ext cx="714375" cy="439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latin typeface="Malgun Gothic"/>
                <a:cs typeface="Malgun Gothic"/>
              </a:rPr>
              <a:t>증권</a:t>
            </a:r>
            <a:endParaRPr sz="13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10"/>
              </a:spcBef>
            </a:pPr>
            <a:r>
              <a:rPr sz="1350" spc="-20" dirty="0">
                <a:latin typeface="Malgun Gothic"/>
                <a:cs typeface="Malgun Gothic"/>
              </a:rPr>
              <a:t>파이낸싱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1533251" y="4750015"/>
            <a:ext cx="1070610" cy="528320"/>
            <a:chOff x="11533251" y="4750015"/>
            <a:chExt cx="1070610" cy="528320"/>
          </a:xfrm>
        </p:grpSpPr>
        <p:sp>
          <p:nvSpPr>
            <p:cNvPr id="52" name="object 52"/>
            <p:cNvSpPr/>
            <p:nvPr/>
          </p:nvSpPr>
          <p:spPr>
            <a:xfrm>
              <a:off x="11542776" y="475954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1050963" y="0"/>
                  </a:moveTo>
                  <a:lnTo>
                    <a:pt x="0" y="0"/>
                  </a:lnTo>
                  <a:lnTo>
                    <a:pt x="0" y="509054"/>
                  </a:lnTo>
                  <a:lnTo>
                    <a:pt x="1050963" y="509054"/>
                  </a:lnTo>
                  <a:lnTo>
                    <a:pt x="1050963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542776" y="475954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0" y="509054"/>
                  </a:moveTo>
                  <a:lnTo>
                    <a:pt x="1050963" y="509054"/>
                  </a:lnTo>
                  <a:lnTo>
                    <a:pt x="1050963" y="0"/>
                  </a:lnTo>
                  <a:lnTo>
                    <a:pt x="0" y="0"/>
                  </a:lnTo>
                  <a:lnTo>
                    <a:pt x="0" y="509054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11712320" y="4895469"/>
            <a:ext cx="7143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latin typeface="Malgun Gothic"/>
                <a:cs typeface="Malgun Gothic"/>
              </a:rPr>
              <a:t>집합투자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12762738" y="4750015"/>
            <a:ext cx="1070610" cy="528320"/>
            <a:chOff x="12762738" y="4750015"/>
            <a:chExt cx="1070610" cy="528320"/>
          </a:xfrm>
        </p:grpSpPr>
        <p:sp>
          <p:nvSpPr>
            <p:cNvPr id="56" name="object 56"/>
            <p:cNvSpPr/>
            <p:nvPr/>
          </p:nvSpPr>
          <p:spPr>
            <a:xfrm>
              <a:off x="12772263" y="475954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1050963" y="0"/>
                  </a:moveTo>
                  <a:lnTo>
                    <a:pt x="0" y="0"/>
                  </a:lnTo>
                  <a:lnTo>
                    <a:pt x="0" y="509054"/>
                  </a:lnTo>
                  <a:lnTo>
                    <a:pt x="1050963" y="509054"/>
                  </a:lnTo>
                  <a:lnTo>
                    <a:pt x="1050963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2772263" y="475954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0" y="509054"/>
                  </a:moveTo>
                  <a:lnTo>
                    <a:pt x="1050963" y="509054"/>
                  </a:lnTo>
                  <a:lnTo>
                    <a:pt x="1050963" y="0"/>
                  </a:lnTo>
                  <a:lnTo>
                    <a:pt x="0" y="0"/>
                  </a:lnTo>
                  <a:lnTo>
                    <a:pt x="0" y="509054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2942189" y="4895469"/>
            <a:ext cx="7143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latin typeface="Malgun Gothic"/>
                <a:cs typeface="Malgun Gothic"/>
              </a:rPr>
              <a:t>고객지원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3992225" y="4750015"/>
            <a:ext cx="1070610" cy="528320"/>
            <a:chOff x="13992225" y="4750015"/>
            <a:chExt cx="1070610" cy="528320"/>
          </a:xfrm>
        </p:grpSpPr>
        <p:sp>
          <p:nvSpPr>
            <p:cNvPr id="60" name="object 60"/>
            <p:cNvSpPr/>
            <p:nvPr/>
          </p:nvSpPr>
          <p:spPr>
            <a:xfrm>
              <a:off x="14001750" y="475954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1050963" y="0"/>
                  </a:moveTo>
                  <a:lnTo>
                    <a:pt x="0" y="0"/>
                  </a:lnTo>
                  <a:lnTo>
                    <a:pt x="0" y="509054"/>
                  </a:lnTo>
                  <a:lnTo>
                    <a:pt x="1050963" y="509054"/>
                  </a:lnTo>
                  <a:lnTo>
                    <a:pt x="1050963" y="0"/>
                  </a:lnTo>
                  <a:close/>
                </a:path>
              </a:pathLst>
            </a:custGeom>
            <a:solidFill>
              <a:srgbClr val="E6F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001750" y="4759540"/>
              <a:ext cx="1051560" cy="509270"/>
            </a:xfrm>
            <a:custGeom>
              <a:avLst/>
              <a:gdLst/>
              <a:ahLst/>
              <a:cxnLst/>
              <a:rect l="l" t="t" r="r" b="b"/>
              <a:pathLst>
                <a:path w="1051559" h="509270">
                  <a:moveTo>
                    <a:pt x="0" y="509054"/>
                  </a:moveTo>
                  <a:lnTo>
                    <a:pt x="1050963" y="509054"/>
                  </a:lnTo>
                  <a:lnTo>
                    <a:pt x="1050963" y="0"/>
                  </a:lnTo>
                  <a:lnTo>
                    <a:pt x="0" y="0"/>
                  </a:lnTo>
                  <a:lnTo>
                    <a:pt x="0" y="509054"/>
                  </a:lnTo>
                  <a:close/>
                </a:path>
              </a:pathLst>
            </a:custGeom>
            <a:ln w="19050">
              <a:solidFill>
                <a:srgbClr val="74DBF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14171803" y="4895469"/>
            <a:ext cx="71437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20" dirty="0">
                <a:latin typeface="Malgun Gothic"/>
                <a:cs typeface="Malgun Gothic"/>
              </a:rPr>
              <a:t>증권정보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9083675" y="5355678"/>
            <a:ext cx="1051560" cy="509270"/>
          </a:xfrm>
          <a:prstGeom prst="rect">
            <a:avLst/>
          </a:prstGeom>
          <a:solidFill>
            <a:srgbClr val="E6F5FA"/>
          </a:solidFill>
          <a:ln w="19050">
            <a:solidFill>
              <a:srgbClr val="74DBF1"/>
            </a:solidFill>
          </a:ln>
        </p:spPr>
        <p:txBody>
          <a:bodyPr vert="horz" wrap="square" lIns="0" tIns="43815" rIns="0" bIns="0" rtlCol="0">
            <a:spAutoFit/>
          </a:bodyPr>
          <a:lstStyle/>
          <a:p>
            <a:pPr marL="354330" marR="172085" indent="-172720">
              <a:lnSpc>
                <a:spcPct val="100699"/>
              </a:lnSpc>
              <a:spcBef>
                <a:spcPts val="345"/>
              </a:spcBef>
            </a:pPr>
            <a:r>
              <a:rPr sz="1350" spc="-20" dirty="0">
                <a:latin typeface="Malgun Gothic"/>
                <a:cs typeface="Malgun Gothic"/>
              </a:rPr>
              <a:t>벤처투자 </a:t>
            </a:r>
            <a:r>
              <a:rPr sz="1350" spc="-25" dirty="0">
                <a:latin typeface="Malgun Gothic"/>
                <a:cs typeface="Malgun Gothic"/>
              </a:rPr>
              <a:t>지원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083675" y="5951816"/>
            <a:ext cx="1051560" cy="509270"/>
          </a:xfrm>
          <a:prstGeom prst="rect">
            <a:avLst/>
          </a:prstGeom>
          <a:solidFill>
            <a:srgbClr val="E6F5FA"/>
          </a:solidFill>
          <a:ln w="19050">
            <a:solidFill>
              <a:srgbClr val="74DBF1"/>
            </a:solidFill>
          </a:ln>
        </p:spPr>
        <p:txBody>
          <a:bodyPr vert="horz" wrap="square" lIns="0" tIns="149225" rIns="0" bIns="0" rtlCol="0">
            <a:spAutoFit/>
          </a:bodyPr>
          <a:lstStyle/>
          <a:p>
            <a:pPr marL="182245">
              <a:lnSpc>
                <a:spcPct val="100000"/>
              </a:lnSpc>
              <a:spcBef>
                <a:spcPts val="1175"/>
              </a:spcBef>
            </a:pPr>
            <a:r>
              <a:rPr sz="1350" spc="-20" dirty="0">
                <a:latin typeface="Malgun Gothic"/>
                <a:cs typeface="Malgun Gothic"/>
              </a:rPr>
              <a:t>발행등록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9083675" y="6559766"/>
            <a:ext cx="1051560" cy="509270"/>
          </a:xfrm>
          <a:prstGeom prst="rect">
            <a:avLst/>
          </a:prstGeom>
          <a:solidFill>
            <a:srgbClr val="E6F5FA"/>
          </a:solidFill>
          <a:ln w="19050">
            <a:solidFill>
              <a:srgbClr val="74DBF1"/>
            </a:solidFill>
          </a:ln>
        </p:spPr>
        <p:txBody>
          <a:bodyPr vert="horz" wrap="square" lIns="0" tIns="4572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360"/>
              </a:spcBef>
            </a:pPr>
            <a:r>
              <a:rPr sz="1350" spc="-20" dirty="0">
                <a:latin typeface="Malgun Gothic"/>
                <a:cs typeface="Malgun Gothic"/>
              </a:rPr>
              <a:t>비시장성</a:t>
            </a:r>
            <a:endParaRPr sz="1350">
              <a:latin typeface="Malgun Gothic"/>
              <a:cs typeface="Malgun Gothic"/>
            </a:endParaRPr>
          </a:p>
          <a:p>
            <a:pPr marL="1905" algn="ctr">
              <a:lnSpc>
                <a:spcPct val="100000"/>
              </a:lnSpc>
              <a:spcBef>
                <a:spcPts val="15"/>
              </a:spcBef>
            </a:pPr>
            <a:r>
              <a:rPr sz="1350" spc="-25" dirty="0">
                <a:latin typeface="Malgun Gothic"/>
                <a:cs typeface="Malgun Gothic"/>
              </a:rPr>
              <a:t>자산</a:t>
            </a:r>
            <a:endParaRPr sz="1350">
              <a:latin typeface="Malgun Gothic"/>
              <a:cs typeface="Malgun Gothic"/>
            </a:endParaRPr>
          </a:p>
        </p:txBody>
      </p:sp>
      <p:graphicFrame>
        <p:nvGraphicFramePr>
          <p:cNvPr id="66" name="object 66"/>
          <p:cNvGraphicFramePr>
            <a:graphicFrameLocks noGrp="1"/>
          </p:cNvGraphicFramePr>
          <p:nvPr/>
        </p:nvGraphicFramePr>
        <p:xfrm>
          <a:off x="10303636" y="5355678"/>
          <a:ext cx="4739004" cy="17113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4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4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08634">
                <a:tc>
                  <a:txBody>
                    <a:bodyPr/>
                    <a:lstStyle/>
                    <a:p>
                      <a:pPr marL="354330" marR="172085" indent="-172720">
                        <a:lnSpc>
                          <a:spcPct val="100699"/>
                        </a:lnSpc>
                        <a:spcBef>
                          <a:spcPts val="34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크라우드 </a:t>
                      </a:r>
                      <a:r>
                        <a:rPr sz="1350" spc="-25" dirty="0">
                          <a:latin typeface="Malgun Gothic"/>
                          <a:cs typeface="Malgun Gothic"/>
                        </a:rPr>
                        <a:t>펀딩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54330" marR="172085" indent="-172720">
                        <a:lnSpc>
                          <a:spcPct val="100699"/>
                        </a:lnSpc>
                        <a:spcBef>
                          <a:spcPts val="34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직접등록 </a:t>
                      </a:r>
                      <a:r>
                        <a:rPr sz="1350" spc="-25" dirty="0">
                          <a:latin typeface="Malgun Gothic"/>
                          <a:cs typeface="Malgun Gothic"/>
                        </a:rPr>
                        <a:t>계좌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전자증권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실물예탁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4">
                <a:tc>
                  <a:txBody>
                    <a:bodyPr/>
                    <a:lstStyle/>
                    <a:p>
                      <a:pPr marL="182245" marR="172085">
                        <a:lnSpc>
                          <a:spcPct val="100699"/>
                        </a:lnSpc>
                        <a:spcBef>
                          <a:spcPts val="34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단기금융 시장공시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86360" indent="86360">
                        <a:lnSpc>
                          <a:spcPct val="100699"/>
                        </a:lnSpc>
                        <a:spcBef>
                          <a:spcPts val="34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청산결제 </a:t>
                      </a:r>
                      <a:r>
                        <a:rPr sz="1350" spc="-10" dirty="0">
                          <a:latin typeface="Malgun Gothic"/>
                          <a:cs typeface="Malgun Gothic"/>
                        </a:rPr>
                        <a:t>리스크관리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54330" marR="171450" indent="-172720">
                        <a:lnSpc>
                          <a:spcPct val="100699"/>
                        </a:lnSpc>
                        <a:spcBef>
                          <a:spcPts val="34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자금세탁 </a:t>
                      </a:r>
                      <a:r>
                        <a:rPr sz="1350" spc="-25" dirty="0">
                          <a:latin typeface="Malgun Gothic"/>
                          <a:cs typeface="Malgun Gothic"/>
                        </a:rPr>
                        <a:t>방지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354965" marR="171450" indent="-172720">
                        <a:lnSpc>
                          <a:spcPct val="100699"/>
                        </a:lnSpc>
                        <a:spcBef>
                          <a:spcPts val="34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사채관리 </a:t>
                      </a:r>
                      <a:r>
                        <a:rPr sz="1350" spc="-25" dirty="0">
                          <a:latin typeface="Malgun Gothic"/>
                          <a:cs typeface="Malgun Gothic"/>
                        </a:rPr>
                        <a:t>회사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4381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84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74DBF1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9050">
                      <a:solidFill>
                        <a:srgbClr val="74DBF1"/>
                      </a:solidFill>
                      <a:prstDash val="solid"/>
                    </a:lnT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4"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전자고지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r>
                        <a:rPr sz="1350" spc="-20" dirty="0">
                          <a:latin typeface="Malgun Gothic"/>
                          <a:cs typeface="Malgun Gothic"/>
                        </a:rPr>
                        <a:t>증권신탁</a:t>
                      </a:r>
                      <a:endParaRPr sz="1350">
                        <a:latin typeface="Malgun Gothic"/>
                        <a:cs typeface="Malgun Gothic"/>
                      </a:endParaRPr>
                    </a:p>
                  </a:txBody>
                  <a:tcPr marL="0" marR="0" marT="149225" marB="0">
                    <a:lnL w="19050">
                      <a:solidFill>
                        <a:srgbClr val="74DBF1"/>
                      </a:solidFill>
                      <a:prstDash val="solid"/>
                    </a:lnL>
                    <a:lnR w="19050">
                      <a:solidFill>
                        <a:srgbClr val="74DBF1"/>
                      </a:solidFill>
                      <a:prstDash val="solid"/>
                    </a:lnR>
                    <a:lnT w="19050">
                      <a:solidFill>
                        <a:srgbClr val="74DBF1"/>
                      </a:solidFill>
                      <a:prstDash val="solid"/>
                    </a:lnT>
                    <a:lnB w="19050">
                      <a:solidFill>
                        <a:srgbClr val="74DBF1"/>
                      </a:solidFill>
                      <a:prstDash val="soli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74DBF1"/>
                      </a:solidFill>
                      <a:prstDash val="solid"/>
                    </a:lnL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7" name="object 67"/>
          <p:cNvSpPr txBox="1"/>
          <p:nvPr/>
        </p:nvSpPr>
        <p:spPr>
          <a:xfrm>
            <a:off x="8966200" y="8093874"/>
            <a:ext cx="2853055" cy="753745"/>
          </a:xfrm>
          <a:prstGeom prst="rect">
            <a:avLst/>
          </a:prstGeom>
          <a:solidFill>
            <a:srgbClr val="F1F1F1"/>
          </a:solidFill>
          <a:ln w="25400">
            <a:solidFill>
              <a:srgbClr val="BEBEBE"/>
            </a:solidFill>
          </a:ln>
        </p:spPr>
        <p:txBody>
          <a:bodyPr vert="horz" wrap="square" lIns="0" tIns="250190" rIns="0" bIns="0" rtlCol="0">
            <a:spAutoFit/>
          </a:bodyPr>
          <a:lstStyle/>
          <a:p>
            <a:pPr marL="1905" algn="ctr">
              <a:lnSpc>
                <a:spcPct val="100000"/>
              </a:lnSpc>
              <a:spcBef>
                <a:spcPts val="1970"/>
              </a:spcBef>
            </a:pPr>
            <a:r>
              <a:rPr sz="1900" b="1" dirty="0">
                <a:latin typeface="Malgun Gothic"/>
                <a:cs typeface="Malgun Gothic"/>
              </a:rPr>
              <a:t>정 보</a:t>
            </a:r>
            <a:r>
              <a:rPr sz="1900" b="1" spc="-10" dirty="0">
                <a:latin typeface="Malgun Gothic"/>
                <a:cs typeface="Malgun Gothic"/>
              </a:rPr>
              <a:t> </a:t>
            </a:r>
            <a:r>
              <a:rPr sz="1900" b="1" spc="-50" dirty="0">
                <a:latin typeface="Malgun Gothic"/>
                <a:cs typeface="Malgun Gothic"/>
              </a:rPr>
              <a:t>계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964930" y="7469505"/>
            <a:ext cx="2840355" cy="316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005" algn="ctr">
              <a:lnSpc>
                <a:spcPct val="100000"/>
              </a:lnSpc>
              <a:spcBef>
                <a:spcPts val="105"/>
              </a:spcBef>
            </a:pPr>
            <a:r>
              <a:rPr sz="1900" b="1" dirty="0">
                <a:latin typeface="Malgun Gothic"/>
                <a:cs typeface="Malgun Gothic"/>
              </a:rPr>
              <a:t>대 국</a:t>
            </a:r>
            <a:r>
              <a:rPr sz="1900" b="1" spc="-10" dirty="0">
                <a:latin typeface="Malgun Gothic"/>
                <a:cs typeface="Malgun Gothic"/>
              </a:rPr>
              <a:t> </a:t>
            </a:r>
            <a:r>
              <a:rPr sz="1900" b="1" spc="-50" dirty="0">
                <a:latin typeface="Malgun Gothic"/>
                <a:cs typeface="Malgun Gothic"/>
              </a:rPr>
              <a:t>민</a:t>
            </a:r>
            <a:endParaRPr sz="1900">
              <a:latin typeface="Malgun Gothic"/>
              <a:cs typeface="Malgun Gothic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201306" y="3901440"/>
            <a:ext cx="6629400" cy="4625975"/>
            <a:chOff x="5201306" y="3901440"/>
            <a:chExt cx="6629400" cy="4625975"/>
          </a:xfrm>
        </p:grpSpPr>
        <p:pic>
          <p:nvPicPr>
            <p:cNvPr id="70" name="object 7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251633" y="4612939"/>
              <a:ext cx="756032" cy="524661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280914" y="4618863"/>
              <a:ext cx="701421" cy="470915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5280914" y="4618863"/>
              <a:ext cx="701675" cy="471170"/>
            </a:xfrm>
            <a:custGeom>
              <a:avLst/>
              <a:gdLst/>
              <a:ahLst/>
              <a:cxnLst/>
              <a:rect l="l" t="t" r="r" b="b"/>
              <a:pathLst>
                <a:path w="701675" h="471170">
                  <a:moveTo>
                    <a:pt x="0" y="235458"/>
                  </a:moveTo>
                  <a:lnTo>
                    <a:pt x="235458" y="0"/>
                  </a:lnTo>
                  <a:lnTo>
                    <a:pt x="235458" y="117728"/>
                  </a:lnTo>
                  <a:lnTo>
                    <a:pt x="465963" y="117728"/>
                  </a:lnTo>
                  <a:lnTo>
                    <a:pt x="465963" y="0"/>
                  </a:lnTo>
                  <a:lnTo>
                    <a:pt x="701421" y="235458"/>
                  </a:lnTo>
                  <a:lnTo>
                    <a:pt x="465963" y="470915"/>
                  </a:lnTo>
                  <a:lnTo>
                    <a:pt x="465963" y="353187"/>
                  </a:lnTo>
                  <a:lnTo>
                    <a:pt x="235458" y="353187"/>
                  </a:lnTo>
                  <a:lnTo>
                    <a:pt x="235458" y="470915"/>
                  </a:lnTo>
                  <a:lnTo>
                    <a:pt x="0" y="235458"/>
                  </a:lnTo>
                  <a:close/>
                </a:path>
              </a:pathLst>
            </a:custGeom>
            <a:ln w="9525">
              <a:solidFill>
                <a:srgbClr val="007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3" name="object 7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227249" y="5678215"/>
              <a:ext cx="756032" cy="524661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57165" y="5683885"/>
              <a:ext cx="701421" cy="470915"/>
            </a:xfrm>
            <a:prstGeom prst="rect">
              <a:avLst/>
            </a:prstGeom>
          </p:spPr>
        </p:pic>
        <p:sp>
          <p:nvSpPr>
            <p:cNvPr id="75" name="object 75"/>
            <p:cNvSpPr/>
            <p:nvPr/>
          </p:nvSpPr>
          <p:spPr>
            <a:xfrm>
              <a:off x="5257165" y="5683885"/>
              <a:ext cx="701675" cy="471170"/>
            </a:xfrm>
            <a:custGeom>
              <a:avLst/>
              <a:gdLst/>
              <a:ahLst/>
              <a:cxnLst/>
              <a:rect l="l" t="t" r="r" b="b"/>
              <a:pathLst>
                <a:path w="701675" h="471170">
                  <a:moveTo>
                    <a:pt x="0" y="235457"/>
                  </a:moveTo>
                  <a:lnTo>
                    <a:pt x="235458" y="0"/>
                  </a:lnTo>
                  <a:lnTo>
                    <a:pt x="235458" y="117728"/>
                  </a:lnTo>
                  <a:lnTo>
                    <a:pt x="465963" y="117728"/>
                  </a:lnTo>
                  <a:lnTo>
                    <a:pt x="465963" y="0"/>
                  </a:lnTo>
                  <a:lnTo>
                    <a:pt x="701421" y="235457"/>
                  </a:lnTo>
                  <a:lnTo>
                    <a:pt x="465963" y="470915"/>
                  </a:lnTo>
                  <a:lnTo>
                    <a:pt x="465963" y="353187"/>
                  </a:lnTo>
                  <a:lnTo>
                    <a:pt x="235458" y="353187"/>
                  </a:lnTo>
                  <a:lnTo>
                    <a:pt x="235458" y="470915"/>
                  </a:lnTo>
                  <a:lnTo>
                    <a:pt x="0" y="235457"/>
                  </a:lnTo>
                  <a:close/>
                </a:path>
              </a:pathLst>
            </a:custGeom>
            <a:ln w="9525">
              <a:solidFill>
                <a:srgbClr val="007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6" name="object 7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201306" y="6956912"/>
              <a:ext cx="754590" cy="526074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230368" y="6963664"/>
              <a:ext cx="701421" cy="470916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5230368" y="6963664"/>
              <a:ext cx="701675" cy="471170"/>
            </a:xfrm>
            <a:custGeom>
              <a:avLst/>
              <a:gdLst/>
              <a:ahLst/>
              <a:cxnLst/>
              <a:rect l="l" t="t" r="r" b="b"/>
              <a:pathLst>
                <a:path w="701675" h="471170">
                  <a:moveTo>
                    <a:pt x="0" y="235458"/>
                  </a:moveTo>
                  <a:lnTo>
                    <a:pt x="235458" y="0"/>
                  </a:lnTo>
                  <a:lnTo>
                    <a:pt x="235458" y="117729"/>
                  </a:lnTo>
                  <a:lnTo>
                    <a:pt x="465963" y="117729"/>
                  </a:lnTo>
                  <a:lnTo>
                    <a:pt x="465963" y="0"/>
                  </a:lnTo>
                  <a:lnTo>
                    <a:pt x="701421" y="235458"/>
                  </a:lnTo>
                  <a:lnTo>
                    <a:pt x="465963" y="470916"/>
                  </a:lnTo>
                  <a:lnTo>
                    <a:pt x="465963" y="353187"/>
                  </a:lnTo>
                  <a:lnTo>
                    <a:pt x="235458" y="353187"/>
                  </a:lnTo>
                  <a:lnTo>
                    <a:pt x="235458" y="470916"/>
                  </a:lnTo>
                  <a:lnTo>
                    <a:pt x="0" y="235458"/>
                  </a:lnTo>
                  <a:close/>
                </a:path>
              </a:pathLst>
            </a:custGeom>
            <a:ln w="9525">
              <a:solidFill>
                <a:srgbClr val="007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201306" y="8002315"/>
              <a:ext cx="754590" cy="524661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230368" y="8007985"/>
              <a:ext cx="701421" cy="470915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5230368" y="8007985"/>
              <a:ext cx="701675" cy="471170"/>
            </a:xfrm>
            <a:custGeom>
              <a:avLst/>
              <a:gdLst/>
              <a:ahLst/>
              <a:cxnLst/>
              <a:rect l="l" t="t" r="r" b="b"/>
              <a:pathLst>
                <a:path w="701675" h="471170">
                  <a:moveTo>
                    <a:pt x="0" y="235458"/>
                  </a:moveTo>
                  <a:lnTo>
                    <a:pt x="235458" y="0"/>
                  </a:lnTo>
                  <a:lnTo>
                    <a:pt x="235458" y="117729"/>
                  </a:lnTo>
                  <a:lnTo>
                    <a:pt x="465963" y="117729"/>
                  </a:lnTo>
                  <a:lnTo>
                    <a:pt x="465963" y="0"/>
                  </a:lnTo>
                  <a:lnTo>
                    <a:pt x="701421" y="235458"/>
                  </a:lnTo>
                  <a:lnTo>
                    <a:pt x="465963" y="470916"/>
                  </a:lnTo>
                  <a:lnTo>
                    <a:pt x="465963" y="353187"/>
                  </a:lnTo>
                  <a:lnTo>
                    <a:pt x="235458" y="353187"/>
                  </a:lnTo>
                  <a:lnTo>
                    <a:pt x="235458" y="470916"/>
                  </a:lnTo>
                  <a:lnTo>
                    <a:pt x="0" y="235458"/>
                  </a:lnTo>
                  <a:close/>
                </a:path>
              </a:pathLst>
            </a:custGeom>
            <a:ln w="9525">
              <a:solidFill>
                <a:srgbClr val="0073A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6896100" y="5601461"/>
              <a:ext cx="2070100" cy="2043430"/>
            </a:xfrm>
            <a:custGeom>
              <a:avLst/>
              <a:gdLst/>
              <a:ahLst/>
              <a:cxnLst/>
              <a:rect l="l" t="t" r="r" b="b"/>
              <a:pathLst>
                <a:path w="2070100" h="2043429">
                  <a:moveTo>
                    <a:pt x="332943" y="605802"/>
                  </a:moveTo>
                  <a:lnTo>
                    <a:pt x="332689" y="605967"/>
                  </a:lnTo>
                  <a:lnTo>
                    <a:pt x="332562" y="606171"/>
                  </a:lnTo>
                  <a:lnTo>
                    <a:pt x="332816" y="605967"/>
                  </a:lnTo>
                  <a:lnTo>
                    <a:pt x="332943" y="605802"/>
                  </a:lnTo>
                  <a:close/>
                </a:path>
                <a:path w="2070100" h="2043429">
                  <a:moveTo>
                    <a:pt x="630301" y="538988"/>
                  </a:moveTo>
                  <a:lnTo>
                    <a:pt x="597395" y="524383"/>
                  </a:lnTo>
                  <a:lnTo>
                    <a:pt x="513588" y="487172"/>
                  </a:lnTo>
                  <a:lnTo>
                    <a:pt x="515315" y="525284"/>
                  </a:lnTo>
                  <a:lnTo>
                    <a:pt x="512699" y="525399"/>
                  </a:lnTo>
                  <a:lnTo>
                    <a:pt x="485013" y="528320"/>
                  </a:lnTo>
                  <a:lnTo>
                    <a:pt x="433324" y="535559"/>
                  </a:lnTo>
                  <a:lnTo>
                    <a:pt x="387731" y="544449"/>
                  </a:lnTo>
                  <a:lnTo>
                    <a:pt x="350139" y="554990"/>
                  </a:lnTo>
                  <a:lnTo>
                    <a:pt x="334518" y="561022"/>
                  </a:lnTo>
                  <a:lnTo>
                    <a:pt x="334518" y="601218"/>
                  </a:lnTo>
                  <a:lnTo>
                    <a:pt x="334378" y="601980"/>
                  </a:lnTo>
                  <a:lnTo>
                    <a:pt x="333883" y="603123"/>
                  </a:lnTo>
                  <a:lnTo>
                    <a:pt x="334264" y="601980"/>
                  </a:lnTo>
                  <a:lnTo>
                    <a:pt x="334391" y="601599"/>
                  </a:lnTo>
                  <a:lnTo>
                    <a:pt x="334518" y="601218"/>
                  </a:lnTo>
                  <a:lnTo>
                    <a:pt x="334518" y="561022"/>
                  </a:lnTo>
                  <a:lnTo>
                    <a:pt x="332066" y="562102"/>
                  </a:lnTo>
                  <a:lnTo>
                    <a:pt x="332066" y="606971"/>
                  </a:lnTo>
                  <a:lnTo>
                    <a:pt x="332066" y="562102"/>
                  </a:lnTo>
                  <a:lnTo>
                    <a:pt x="300990" y="584835"/>
                  </a:lnTo>
                  <a:lnTo>
                    <a:pt x="298450" y="590169"/>
                  </a:lnTo>
                  <a:lnTo>
                    <a:pt x="298196" y="590677"/>
                  </a:lnTo>
                  <a:lnTo>
                    <a:pt x="298196" y="595376"/>
                  </a:lnTo>
                  <a:lnTo>
                    <a:pt x="297967" y="595757"/>
                  </a:lnTo>
                  <a:lnTo>
                    <a:pt x="297599" y="596138"/>
                  </a:lnTo>
                  <a:lnTo>
                    <a:pt x="298196" y="595376"/>
                  </a:lnTo>
                  <a:lnTo>
                    <a:pt x="298196" y="590677"/>
                  </a:lnTo>
                  <a:lnTo>
                    <a:pt x="297688" y="591693"/>
                  </a:lnTo>
                  <a:lnTo>
                    <a:pt x="297180" y="593344"/>
                  </a:lnTo>
                  <a:lnTo>
                    <a:pt x="296799" y="595122"/>
                  </a:lnTo>
                  <a:lnTo>
                    <a:pt x="296684" y="597331"/>
                  </a:lnTo>
                  <a:lnTo>
                    <a:pt x="297078" y="596823"/>
                  </a:lnTo>
                  <a:lnTo>
                    <a:pt x="297370" y="596138"/>
                  </a:lnTo>
                  <a:lnTo>
                    <a:pt x="297243" y="596646"/>
                  </a:lnTo>
                  <a:lnTo>
                    <a:pt x="297192" y="596823"/>
                  </a:lnTo>
                  <a:lnTo>
                    <a:pt x="297472" y="596646"/>
                  </a:lnTo>
                  <a:lnTo>
                    <a:pt x="297942" y="596138"/>
                  </a:lnTo>
                  <a:lnTo>
                    <a:pt x="297535" y="596646"/>
                  </a:lnTo>
                  <a:lnTo>
                    <a:pt x="297370" y="596823"/>
                  </a:lnTo>
                  <a:lnTo>
                    <a:pt x="297129" y="597001"/>
                  </a:lnTo>
                  <a:lnTo>
                    <a:pt x="296938" y="597204"/>
                  </a:lnTo>
                  <a:lnTo>
                    <a:pt x="296938" y="597636"/>
                  </a:lnTo>
                  <a:lnTo>
                    <a:pt x="296887" y="597801"/>
                  </a:lnTo>
                  <a:lnTo>
                    <a:pt x="296570" y="598131"/>
                  </a:lnTo>
                  <a:lnTo>
                    <a:pt x="296811" y="597789"/>
                  </a:lnTo>
                  <a:lnTo>
                    <a:pt x="296900" y="597636"/>
                  </a:lnTo>
                  <a:lnTo>
                    <a:pt x="296938" y="597204"/>
                  </a:lnTo>
                  <a:lnTo>
                    <a:pt x="297002" y="597001"/>
                  </a:lnTo>
                  <a:lnTo>
                    <a:pt x="296684" y="597369"/>
                  </a:lnTo>
                  <a:lnTo>
                    <a:pt x="296545" y="597636"/>
                  </a:lnTo>
                  <a:lnTo>
                    <a:pt x="296672" y="597636"/>
                  </a:lnTo>
                  <a:lnTo>
                    <a:pt x="296672" y="597789"/>
                  </a:lnTo>
                  <a:lnTo>
                    <a:pt x="296545" y="598157"/>
                  </a:lnTo>
                  <a:lnTo>
                    <a:pt x="296443" y="598487"/>
                  </a:lnTo>
                  <a:lnTo>
                    <a:pt x="296164" y="598932"/>
                  </a:lnTo>
                  <a:lnTo>
                    <a:pt x="296659" y="597789"/>
                  </a:lnTo>
                  <a:lnTo>
                    <a:pt x="296633" y="597636"/>
                  </a:lnTo>
                  <a:lnTo>
                    <a:pt x="296392" y="597789"/>
                  </a:lnTo>
                  <a:lnTo>
                    <a:pt x="295948" y="598170"/>
                  </a:lnTo>
                  <a:lnTo>
                    <a:pt x="294513" y="599186"/>
                  </a:lnTo>
                  <a:lnTo>
                    <a:pt x="252222" y="615950"/>
                  </a:lnTo>
                  <a:lnTo>
                    <a:pt x="213233" y="625094"/>
                  </a:lnTo>
                  <a:lnTo>
                    <a:pt x="166624" y="632841"/>
                  </a:lnTo>
                  <a:lnTo>
                    <a:pt x="114096" y="638886"/>
                  </a:lnTo>
                  <a:lnTo>
                    <a:pt x="113360" y="638886"/>
                  </a:lnTo>
                  <a:lnTo>
                    <a:pt x="112725" y="625094"/>
                  </a:lnTo>
                  <a:lnTo>
                    <a:pt x="112649" y="623443"/>
                  </a:lnTo>
                  <a:lnTo>
                    <a:pt x="112560" y="621411"/>
                  </a:lnTo>
                  <a:lnTo>
                    <a:pt x="112522" y="620649"/>
                  </a:lnTo>
                  <a:lnTo>
                    <a:pt x="112420" y="618490"/>
                  </a:lnTo>
                  <a:lnTo>
                    <a:pt x="112306" y="615950"/>
                  </a:lnTo>
                  <a:lnTo>
                    <a:pt x="112204" y="613664"/>
                  </a:lnTo>
                  <a:lnTo>
                    <a:pt x="112090" y="611124"/>
                  </a:lnTo>
                  <a:lnTo>
                    <a:pt x="111988" y="608838"/>
                  </a:lnTo>
                  <a:lnTo>
                    <a:pt x="111861" y="606171"/>
                  </a:lnTo>
                  <a:lnTo>
                    <a:pt x="111760" y="603758"/>
                  </a:lnTo>
                  <a:lnTo>
                    <a:pt x="111633" y="601218"/>
                  </a:lnTo>
                  <a:lnTo>
                    <a:pt x="111175" y="601218"/>
                  </a:lnTo>
                  <a:lnTo>
                    <a:pt x="0" y="663194"/>
                  </a:lnTo>
                  <a:lnTo>
                    <a:pt x="116840" y="715137"/>
                  </a:lnTo>
                  <a:lnTo>
                    <a:pt x="115138" y="677926"/>
                  </a:lnTo>
                  <a:lnTo>
                    <a:pt x="115087" y="676986"/>
                  </a:lnTo>
                  <a:lnTo>
                    <a:pt x="115862" y="676986"/>
                  </a:lnTo>
                  <a:lnTo>
                    <a:pt x="171323" y="670687"/>
                  </a:lnTo>
                  <a:lnTo>
                    <a:pt x="220091" y="662559"/>
                  </a:lnTo>
                  <a:lnTo>
                    <a:pt x="261747" y="652907"/>
                  </a:lnTo>
                  <a:lnTo>
                    <a:pt x="301421" y="638886"/>
                  </a:lnTo>
                  <a:lnTo>
                    <a:pt x="326263" y="621411"/>
                  </a:lnTo>
                  <a:lnTo>
                    <a:pt x="328549" y="618490"/>
                  </a:lnTo>
                  <a:lnTo>
                    <a:pt x="329311" y="617474"/>
                  </a:lnTo>
                  <a:lnTo>
                    <a:pt x="330073" y="616204"/>
                  </a:lnTo>
                  <a:lnTo>
                    <a:pt x="330581" y="614934"/>
                  </a:lnTo>
                  <a:lnTo>
                    <a:pt x="331978" y="612140"/>
                  </a:lnTo>
                  <a:lnTo>
                    <a:pt x="332740" y="610489"/>
                  </a:lnTo>
                  <a:lnTo>
                    <a:pt x="333248" y="608838"/>
                  </a:lnTo>
                  <a:lnTo>
                    <a:pt x="333502" y="607060"/>
                  </a:lnTo>
                  <a:lnTo>
                    <a:pt x="333654" y="606171"/>
                  </a:lnTo>
                  <a:lnTo>
                    <a:pt x="332867" y="606171"/>
                  </a:lnTo>
                  <a:lnTo>
                    <a:pt x="332663" y="606171"/>
                  </a:lnTo>
                  <a:lnTo>
                    <a:pt x="332486" y="606171"/>
                  </a:lnTo>
                  <a:lnTo>
                    <a:pt x="332790" y="605802"/>
                  </a:lnTo>
                  <a:lnTo>
                    <a:pt x="333222" y="605078"/>
                  </a:lnTo>
                  <a:lnTo>
                    <a:pt x="333413" y="604494"/>
                  </a:lnTo>
                  <a:lnTo>
                    <a:pt x="333336" y="604761"/>
                  </a:lnTo>
                  <a:lnTo>
                    <a:pt x="333629" y="604431"/>
                  </a:lnTo>
                  <a:lnTo>
                    <a:pt x="334086" y="603681"/>
                  </a:lnTo>
                  <a:lnTo>
                    <a:pt x="334022" y="604012"/>
                  </a:lnTo>
                  <a:lnTo>
                    <a:pt x="333959" y="604431"/>
                  </a:lnTo>
                  <a:lnTo>
                    <a:pt x="333705" y="604761"/>
                  </a:lnTo>
                  <a:lnTo>
                    <a:pt x="333921" y="604431"/>
                  </a:lnTo>
                  <a:lnTo>
                    <a:pt x="334022" y="604012"/>
                  </a:lnTo>
                  <a:lnTo>
                    <a:pt x="333730" y="604431"/>
                  </a:lnTo>
                  <a:lnTo>
                    <a:pt x="333425" y="604761"/>
                  </a:lnTo>
                  <a:lnTo>
                    <a:pt x="333222" y="605078"/>
                  </a:lnTo>
                  <a:lnTo>
                    <a:pt x="333095" y="605472"/>
                  </a:lnTo>
                  <a:lnTo>
                    <a:pt x="333375" y="605078"/>
                  </a:lnTo>
                  <a:lnTo>
                    <a:pt x="333209" y="605472"/>
                  </a:lnTo>
                  <a:lnTo>
                    <a:pt x="333044" y="605802"/>
                  </a:lnTo>
                  <a:lnTo>
                    <a:pt x="332968" y="605967"/>
                  </a:lnTo>
                  <a:lnTo>
                    <a:pt x="333692" y="605967"/>
                  </a:lnTo>
                  <a:lnTo>
                    <a:pt x="333768" y="605472"/>
                  </a:lnTo>
                  <a:lnTo>
                    <a:pt x="333895" y="604761"/>
                  </a:lnTo>
                  <a:lnTo>
                    <a:pt x="333578" y="605078"/>
                  </a:lnTo>
                  <a:lnTo>
                    <a:pt x="333895" y="604761"/>
                  </a:lnTo>
                  <a:lnTo>
                    <a:pt x="334632" y="604012"/>
                  </a:lnTo>
                  <a:lnTo>
                    <a:pt x="350837" y="595376"/>
                  </a:lnTo>
                  <a:lnTo>
                    <a:pt x="355917" y="593344"/>
                  </a:lnTo>
                  <a:lnTo>
                    <a:pt x="397129" y="581406"/>
                  </a:lnTo>
                  <a:lnTo>
                    <a:pt x="440182" y="573024"/>
                  </a:lnTo>
                  <a:lnTo>
                    <a:pt x="489712" y="566166"/>
                  </a:lnTo>
                  <a:lnTo>
                    <a:pt x="516636" y="563245"/>
                  </a:lnTo>
                  <a:lnTo>
                    <a:pt x="517055" y="563245"/>
                  </a:lnTo>
                  <a:lnTo>
                    <a:pt x="517626" y="575818"/>
                  </a:lnTo>
                  <a:lnTo>
                    <a:pt x="517677" y="577088"/>
                  </a:lnTo>
                  <a:lnTo>
                    <a:pt x="517753" y="578739"/>
                  </a:lnTo>
                  <a:lnTo>
                    <a:pt x="517880" y="581406"/>
                  </a:lnTo>
                  <a:lnTo>
                    <a:pt x="517994" y="583819"/>
                  </a:lnTo>
                  <a:lnTo>
                    <a:pt x="518096" y="586105"/>
                  </a:lnTo>
                  <a:lnTo>
                    <a:pt x="518198" y="588518"/>
                  </a:lnTo>
                  <a:lnTo>
                    <a:pt x="518312" y="590804"/>
                  </a:lnTo>
                  <a:lnTo>
                    <a:pt x="518426" y="593344"/>
                  </a:lnTo>
                  <a:lnTo>
                    <a:pt x="518502" y="595122"/>
                  </a:lnTo>
                  <a:lnTo>
                    <a:pt x="518579" y="596646"/>
                  </a:lnTo>
                  <a:lnTo>
                    <a:pt x="518680" y="598932"/>
                  </a:lnTo>
                  <a:lnTo>
                    <a:pt x="518795" y="601345"/>
                  </a:lnTo>
                  <a:lnTo>
                    <a:pt x="630301" y="538988"/>
                  </a:lnTo>
                  <a:close/>
                </a:path>
                <a:path w="2070100" h="2043429">
                  <a:moveTo>
                    <a:pt x="2070100" y="30988"/>
                  </a:moveTo>
                  <a:lnTo>
                    <a:pt x="1946148" y="0"/>
                  </a:lnTo>
                  <a:lnTo>
                    <a:pt x="1954682" y="38265"/>
                  </a:lnTo>
                  <a:lnTo>
                    <a:pt x="1946021" y="40767"/>
                  </a:lnTo>
                  <a:lnTo>
                    <a:pt x="1944751" y="41021"/>
                  </a:lnTo>
                  <a:lnTo>
                    <a:pt x="1943735" y="41529"/>
                  </a:lnTo>
                  <a:lnTo>
                    <a:pt x="1942592" y="42037"/>
                  </a:lnTo>
                  <a:lnTo>
                    <a:pt x="1903984" y="63500"/>
                  </a:lnTo>
                  <a:lnTo>
                    <a:pt x="1857756" y="98933"/>
                  </a:lnTo>
                  <a:lnTo>
                    <a:pt x="1818894" y="140716"/>
                  </a:lnTo>
                  <a:lnTo>
                    <a:pt x="1795145" y="175641"/>
                  </a:lnTo>
                  <a:lnTo>
                    <a:pt x="1777111" y="213106"/>
                  </a:lnTo>
                  <a:lnTo>
                    <a:pt x="1765681" y="252349"/>
                  </a:lnTo>
                  <a:lnTo>
                    <a:pt x="1761617" y="291592"/>
                  </a:lnTo>
                  <a:lnTo>
                    <a:pt x="1761363" y="302387"/>
                  </a:lnTo>
                  <a:lnTo>
                    <a:pt x="1760347" y="313309"/>
                  </a:lnTo>
                  <a:lnTo>
                    <a:pt x="1748917" y="357251"/>
                  </a:lnTo>
                  <a:lnTo>
                    <a:pt x="1726946" y="399923"/>
                  </a:lnTo>
                  <a:lnTo>
                    <a:pt x="1696212" y="439039"/>
                  </a:lnTo>
                  <a:lnTo>
                    <a:pt x="1658112" y="473710"/>
                  </a:lnTo>
                  <a:lnTo>
                    <a:pt x="1613916" y="502031"/>
                  </a:lnTo>
                  <a:lnTo>
                    <a:pt x="1598295" y="508863"/>
                  </a:lnTo>
                  <a:lnTo>
                    <a:pt x="1590294" y="472821"/>
                  </a:lnTo>
                  <a:lnTo>
                    <a:pt x="1491107" y="553466"/>
                  </a:lnTo>
                  <a:lnTo>
                    <a:pt x="1615059" y="584327"/>
                  </a:lnTo>
                  <a:lnTo>
                    <a:pt x="1607667" y="551053"/>
                  </a:lnTo>
                  <a:lnTo>
                    <a:pt x="1606575" y="546176"/>
                  </a:lnTo>
                  <a:lnTo>
                    <a:pt x="1615313" y="543687"/>
                  </a:lnTo>
                  <a:lnTo>
                    <a:pt x="1616468" y="543306"/>
                  </a:lnTo>
                  <a:lnTo>
                    <a:pt x="1666494" y="655828"/>
                  </a:lnTo>
                  <a:lnTo>
                    <a:pt x="1689315" y="628091"/>
                  </a:lnTo>
                  <a:lnTo>
                    <a:pt x="1709928" y="665480"/>
                  </a:lnTo>
                  <a:lnTo>
                    <a:pt x="1727708" y="707136"/>
                  </a:lnTo>
                  <a:lnTo>
                    <a:pt x="1744599" y="754380"/>
                  </a:lnTo>
                  <a:lnTo>
                    <a:pt x="1760347" y="806450"/>
                  </a:lnTo>
                  <a:lnTo>
                    <a:pt x="1774571" y="862457"/>
                  </a:lnTo>
                  <a:lnTo>
                    <a:pt x="1787525" y="922401"/>
                  </a:lnTo>
                  <a:lnTo>
                    <a:pt x="1798447" y="985266"/>
                  </a:lnTo>
                  <a:lnTo>
                    <a:pt x="1811655" y="1084326"/>
                  </a:lnTo>
                  <a:lnTo>
                    <a:pt x="1817624" y="1152271"/>
                  </a:lnTo>
                  <a:lnTo>
                    <a:pt x="1821357" y="1219835"/>
                  </a:lnTo>
                  <a:lnTo>
                    <a:pt x="1821434" y="1221486"/>
                  </a:lnTo>
                  <a:lnTo>
                    <a:pt x="1822411" y="1255268"/>
                  </a:lnTo>
                  <a:lnTo>
                    <a:pt x="1822450" y="1256284"/>
                  </a:lnTo>
                  <a:lnTo>
                    <a:pt x="1822945" y="1326134"/>
                  </a:lnTo>
                  <a:lnTo>
                    <a:pt x="1825548" y="1395603"/>
                  </a:lnTo>
                  <a:lnTo>
                    <a:pt x="1830705" y="1467358"/>
                  </a:lnTo>
                  <a:lnTo>
                    <a:pt x="1842389" y="1569466"/>
                  </a:lnTo>
                  <a:lnTo>
                    <a:pt x="1852803" y="1635252"/>
                  </a:lnTo>
                  <a:lnTo>
                    <a:pt x="1864995" y="1697990"/>
                  </a:lnTo>
                  <a:lnTo>
                    <a:pt x="1878965" y="1757553"/>
                  </a:lnTo>
                  <a:lnTo>
                    <a:pt x="1894459" y="1813306"/>
                  </a:lnTo>
                  <a:lnTo>
                    <a:pt x="1911223" y="1864741"/>
                  </a:lnTo>
                  <a:lnTo>
                    <a:pt x="1929511" y="1911477"/>
                  </a:lnTo>
                  <a:lnTo>
                    <a:pt x="1948815" y="1952752"/>
                  </a:lnTo>
                  <a:lnTo>
                    <a:pt x="1961896" y="1975358"/>
                  </a:lnTo>
                  <a:lnTo>
                    <a:pt x="1969757" y="1983473"/>
                  </a:lnTo>
                  <a:lnTo>
                    <a:pt x="1944243" y="2014474"/>
                  </a:lnTo>
                  <a:lnTo>
                    <a:pt x="2068830" y="2043049"/>
                  </a:lnTo>
                  <a:lnTo>
                    <a:pt x="2047760" y="1995678"/>
                  </a:lnTo>
                  <a:lnTo>
                    <a:pt x="2016887" y="1926209"/>
                  </a:lnTo>
                  <a:lnTo>
                    <a:pt x="1994077" y="1953920"/>
                  </a:lnTo>
                  <a:lnTo>
                    <a:pt x="1993176" y="1953006"/>
                  </a:lnTo>
                  <a:lnTo>
                    <a:pt x="1991093" y="1950885"/>
                  </a:lnTo>
                  <a:lnTo>
                    <a:pt x="1964690" y="1896999"/>
                  </a:lnTo>
                  <a:lnTo>
                    <a:pt x="1947291" y="1852549"/>
                  </a:lnTo>
                  <a:lnTo>
                    <a:pt x="1931035" y="1802765"/>
                  </a:lnTo>
                  <a:lnTo>
                    <a:pt x="1915922" y="1748409"/>
                  </a:lnTo>
                  <a:lnTo>
                    <a:pt x="1902333" y="1690370"/>
                  </a:lnTo>
                  <a:lnTo>
                    <a:pt x="1890395" y="1628775"/>
                  </a:lnTo>
                  <a:lnTo>
                    <a:pt x="1880235" y="1564767"/>
                  </a:lnTo>
                  <a:lnTo>
                    <a:pt x="1871980" y="1498092"/>
                  </a:lnTo>
                  <a:lnTo>
                    <a:pt x="1865884" y="1430032"/>
                  </a:lnTo>
                  <a:lnTo>
                    <a:pt x="1862112" y="1361948"/>
                  </a:lnTo>
                  <a:lnTo>
                    <a:pt x="1860550" y="1256284"/>
                  </a:lnTo>
                  <a:lnTo>
                    <a:pt x="1860550" y="1255268"/>
                  </a:lnTo>
                  <a:lnTo>
                    <a:pt x="1859457" y="1221486"/>
                  </a:lnTo>
                  <a:lnTo>
                    <a:pt x="1859407" y="1219835"/>
                  </a:lnTo>
                  <a:lnTo>
                    <a:pt x="1857984" y="1186815"/>
                  </a:lnTo>
                  <a:lnTo>
                    <a:pt x="1857883" y="1184275"/>
                  </a:lnTo>
                  <a:lnTo>
                    <a:pt x="1852803" y="1114425"/>
                  </a:lnTo>
                  <a:lnTo>
                    <a:pt x="1841119" y="1012063"/>
                  </a:lnTo>
                  <a:lnTo>
                    <a:pt x="1830705" y="946531"/>
                  </a:lnTo>
                  <a:lnTo>
                    <a:pt x="1818386" y="883666"/>
                  </a:lnTo>
                  <a:lnTo>
                    <a:pt x="1804416" y="824230"/>
                  </a:lnTo>
                  <a:lnTo>
                    <a:pt x="1788922" y="768350"/>
                  </a:lnTo>
                  <a:lnTo>
                    <a:pt x="1771904" y="716788"/>
                  </a:lnTo>
                  <a:lnTo>
                    <a:pt x="1753743" y="670052"/>
                  </a:lnTo>
                  <a:lnTo>
                    <a:pt x="1736559" y="633095"/>
                  </a:lnTo>
                  <a:lnTo>
                    <a:pt x="1734553" y="629031"/>
                  </a:lnTo>
                  <a:lnTo>
                    <a:pt x="1734312" y="628523"/>
                  </a:lnTo>
                  <a:lnTo>
                    <a:pt x="1724533" y="610743"/>
                  </a:lnTo>
                  <a:lnTo>
                    <a:pt x="1723771" y="609219"/>
                  </a:lnTo>
                  <a:lnTo>
                    <a:pt x="1722755" y="607822"/>
                  </a:lnTo>
                  <a:lnTo>
                    <a:pt x="1721485" y="606679"/>
                  </a:lnTo>
                  <a:lnTo>
                    <a:pt x="1713636" y="598538"/>
                  </a:lnTo>
                  <a:lnTo>
                    <a:pt x="1723771" y="586232"/>
                  </a:lnTo>
                  <a:lnTo>
                    <a:pt x="1739138" y="567563"/>
                  </a:lnTo>
                  <a:lnTo>
                    <a:pt x="1621904" y="540677"/>
                  </a:lnTo>
                  <a:lnTo>
                    <a:pt x="1631061" y="536194"/>
                  </a:lnTo>
                  <a:lnTo>
                    <a:pt x="1655953" y="521716"/>
                  </a:lnTo>
                  <a:lnTo>
                    <a:pt x="1675218" y="508254"/>
                  </a:lnTo>
                  <a:lnTo>
                    <a:pt x="1677035" y="506984"/>
                  </a:lnTo>
                  <a:lnTo>
                    <a:pt x="1679956" y="504952"/>
                  </a:lnTo>
                  <a:lnTo>
                    <a:pt x="1723009" y="466217"/>
                  </a:lnTo>
                  <a:lnTo>
                    <a:pt x="1750441" y="432943"/>
                  </a:lnTo>
                  <a:lnTo>
                    <a:pt x="1772539" y="397256"/>
                  </a:lnTo>
                  <a:lnTo>
                    <a:pt x="1788541" y="359156"/>
                  </a:lnTo>
                  <a:lnTo>
                    <a:pt x="1797812" y="319786"/>
                  </a:lnTo>
                  <a:lnTo>
                    <a:pt x="1800098" y="280543"/>
                  </a:lnTo>
                  <a:lnTo>
                    <a:pt x="1801241" y="269621"/>
                  </a:lnTo>
                  <a:lnTo>
                    <a:pt x="1812925" y="226060"/>
                  </a:lnTo>
                  <a:lnTo>
                    <a:pt x="1834896" y="183769"/>
                  </a:lnTo>
                  <a:lnTo>
                    <a:pt x="1866138" y="144018"/>
                  </a:lnTo>
                  <a:lnTo>
                    <a:pt x="1904492" y="109601"/>
                  </a:lnTo>
                  <a:lnTo>
                    <a:pt x="1948434" y="81788"/>
                  </a:lnTo>
                  <a:lnTo>
                    <a:pt x="1962988" y="75488"/>
                  </a:lnTo>
                  <a:lnTo>
                    <a:pt x="1971040" y="111506"/>
                  </a:lnTo>
                  <a:lnTo>
                    <a:pt x="2067280" y="33274"/>
                  </a:lnTo>
                  <a:lnTo>
                    <a:pt x="2070100" y="30988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8964929" y="7267867"/>
              <a:ext cx="2853055" cy="753745"/>
            </a:xfrm>
            <a:custGeom>
              <a:avLst/>
              <a:gdLst/>
              <a:ahLst/>
              <a:cxnLst/>
              <a:rect l="l" t="t" r="r" b="b"/>
              <a:pathLst>
                <a:path w="2853054" h="753745">
                  <a:moveTo>
                    <a:pt x="0" y="753198"/>
                  </a:moveTo>
                  <a:lnTo>
                    <a:pt x="2852801" y="753198"/>
                  </a:lnTo>
                  <a:lnTo>
                    <a:pt x="2852801" y="0"/>
                  </a:lnTo>
                  <a:lnTo>
                    <a:pt x="0" y="0"/>
                  </a:lnTo>
                  <a:lnTo>
                    <a:pt x="0" y="753198"/>
                  </a:lnTo>
                  <a:close/>
                </a:path>
              </a:pathLst>
            </a:custGeom>
            <a:ln w="254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8468486" y="6140450"/>
              <a:ext cx="497840" cy="2336165"/>
            </a:xfrm>
            <a:custGeom>
              <a:avLst/>
              <a:gdLst/>
              <a:ahLst/>
              <a:cxnLst/>
              <a:rect l="l" t="t" r="r" b="b"/>
              <a:pathLst>
                <a:path w="497840" h="2336165">
                  <a:moveTo>
                    <a:pt x="385939" y="2300131"/>
                  </a:moveTo>
                  <a:lnTo>
                    <a:pt x="370078" y="2335657"/>
                  </a:lnTo>
                  <a:lnTo>
                    <a:pt x="497713" y="2330069"/>
                  </a:lnTo>
                  <a:lnTo>
                    <a:pt x="479799" y="2308225"/>
                  </a:lnTo>
                  <a:lnTo>
                    <a:pt x="402336" y="2308225"/>
                  </a:lnTo>
                  <a:lnTo>
                    <a:pt x="385939" y="2300131"/>
                  </a:lnTo>
                  <a:close/>
                </a:path>
                <a:path w="497840" h="2336165">
                  <a:moveTo>
                    <a:pt x="401345" y="2265623"/>
                  </a:moveTo>
                  <a:lnTo>
                    <a:pt x="385939" y="2300131"/>
                  </a:lnTo>
                  <a:lnTo>
                    <a:pt x="402336" y="2308225"/>
                  </a:lnTo>
                  <a:lnTo>
                    <a:pt x="419227" y="2274189"/>
                  </a:lnTo>
                  <a:lnTo>
                    <a:pt x="405765" y="2267458"/>
                  </a:lnTo>
                  <a:lnTo>
                    <a:pt x="403987" y="2267458"/>
                  </a:lnTo>
                  <a:lnTo>
                    <a:pt x="401345" y="2265623"/>
                  </a:lnTo>
                  <a:close/>
                </a:path>
                <a:path w="497840" h="2336165">
                  <a:moveTo>
                    <a:pt x="416687" y="2231263"/>
                  </a:moveTo>
                  <a:lnTo>
                    <a:pt x="401660" y="2264918"/>
                  </a:lnTo>
                  <a:lnTo>
                    <a:pt x="401551" y="2265162"/>
                  </a:lnTo>
                  <a:lnTo>
                    <a:pt x="402096" y="2265623"/>
                  </a:lnTo>
                  <a:lnTo>
                    <a:pt x="419227" y="2274189"/>
                  </a:lnTo>
                  <a:lnTo>
                    <a:pt x="402336" y="2308225"/>
                  </a:lnTo>
                  <a:lnTo>
                    <a:pt x="479799" y="2308225"/>
                  </a:lnTo>
                  <a:lnTo>
                    <a:pt x="416687" y="2231263"/>
                  </a:lnTo>
                  <a:close/>
                </a:path>
                <a:path w="497840" h="2336165">
                  <a:moveTo>
                    <a:pt x="75111" y="111061"/>
                  </a:moveTo>
                  <a:lnTo>
                    <a:pt x="37311" y="115886"/>
                  </a:lnTo>
                  <a:lnTo>
                    <a:pt x="38481" y="127253"/>
                  </a:lnTo>
                  <a:lnTo>
                    <a:pt x="39243" y="139953"/>
                  </a:lnTo>
                  <a:lnTo>
                    <a:pt x="41434" y="181990"/>
                  </a:lnTo>
                  <a:lnTo>
                    <a:pt x="44503" y="248538"/>
                  </a:lnTo>
                  <a:lnTo>
                    <a:pt x="45915" y="284988"/>
                  </a:lnTo>
                  <a:lnTo>
                    <a:pt x="47437" y="323214"/>
                  </a:lnTo>
                  <a:lnTo>
                    <a:pt x="48727" y="363474"/>
                  </a:lnTo>
                  <a:lnTo>
                    <a:pt x="50007" y="405384"/>
                  </a:lnTo>
                  <a:lnTo>
                    <a:pt x="51278" y="448817"/>
                  </a:lnTo>
                  <a:lnTo>
                    <a:pt x="52425" y="493649"/>
                  </a:lnTo>
                  <a:lnTo>
                    <a:pt x="53572" y="540003"/>
                  </a:lnTo>
                  <a:lnTo>
                    <a:pt x="54468" y="587628"/>
                  </a:lnTo>
                  <a:lnTo>
                    <a:pt x="55483" y="636270"/>
                  </a:lnTo>
                  <a:lnTo>
                    <a:pt x="56376" y="686180"/>
                  </a:lnTo>
                  <a:lnTo>
                    <a:pt x="57904" y="788670"/>
                  </a:lnTo>
                  <a:lnTo>
                    <a:pt x="58542" y="840994"/>
                  </a:lnTo>
                  <a:lnTo>
                    <a:pt x="59559" y="947547"/>
                  </a:lnTo>
                  <a:lnTo>
                    <a:pt x="60069" y="1055877"/>
                  </a:lnTo>
                  <a:lnTo>
                    <a:pt x="60324" y="1164970"/>
                  </a:lnTo>
                  <a:lnTo>
                    <a:pt x="60955" y="1219454"/>
                  </a:lnTo>
                  <a:lnTo>
                    <a:pt x="62696" y="1273429"/>
                  </a:lnTo>
                  <a:lnTo>
                    <a:pt x="62738" y="1274699"/>
                  </a:lnTo>
                  <a:lnTo>
                    <a:pt x="65672" y="1327404"/>
                  </a:lnTo>
                  <a:lnTo>
                    <a:pt x="65786" y="1329436"/>
                  </a:lnTo>
                  <a:lnTo>
                    <a:pt x="69850" y="1383792"/>
                  </a:lnTo>
                  <a:lnTo>
                    <a:pt x="74930" y="1437639"/>
                  </a:lnTo>
                  <a:lnTo>
                    <a:pt x="81153" y="1490980"/>
                  </a:lnTo>
                  <a:lnTo>
                    <a:pt x="88392" y="1543812"/>
                  </a:lnTo>
                  <a:lnTo>
                    <a:pt x="96520" y="1595755"/>
                  </a:lnTo>
                  <a:lnTo>
                    <a:pt x="105664" y="1646936"/>
                  </a:lnTo>
                  <a:lnTo>
                    <a:pt x="115570" y="1696974"/>
                  </a:lnTo>
                  <a:lnTo>
                    <a:pt x="126492" y="1746123"/>
                  </a:lnTo>
                  <a:lnTo>
                    <a:pt x="138176" y="1794129"/>
                  </a:lnTo>
                  <a:lnTo>
                    <a:pt x="150622" y="1840738"/>
                  </a:lnTo>
                  <a:lnTo>
                    <a:pt x="163703" y="1886077"/>
                  </a:lnTo>
                  <a:lnTo>
                    <a:pt x="177546" y="1929892"/>
                  </a:lnTo>
                  <a:lnTo>
                    <a:pt x="192151" y="1972183"/>
                  </a:lnTo>
                  <a:lnTo>
                    <a:pt x="207391" y="2012695"/>
                  </a:lnTo>
                  <a:lnTo>
                    <a:pt x="223139" y="2051431"/>
                  </a:lnTo>
                  <a:lnTo>
                    <a:pt x="239522" y="2088388"/>
                  </a:lnTo>
                  <a:lnTo>
                    <a:pt x="256286" y="2123313"/>
                  </a:lnTo>
                  <a:lnTo>
                    <a:pt x="282702" y="2171827"/>
                  </a:lnTo>
                  <a:lnTo>
                    <a:pt x="310007" y="2215261"/>
                  </a:lnTo>
                  <a:lnTo>
                    <a:pt x="338455" y="2253361"/>
                  </a:lnTo>
                  <a:lnTo>
                    <a:pt x="367919" y="2285746"/>
                  </a:lnTo>
                  <a:lnTo>
                    <a:pt x="385939" y="2300131"/>
                  </a:lnTo>
                  <a:lnTo>
                    <a:pt x="401345" y="2265623"/>
                  </a:lnTo>
                  <a:lnTo>
                    <a:pt x="399415" y="2264283"/>
                  </a:lnTo>
                  <a:lnTo>
                    <a:pt x="400619" y="2264283"/>
                  </a:lnTo>
                  <a:lnTo>
                    <a:pt x="368300" y="2229739"/>
                  </a:lnTo>
                  <a:lnTo>
                    <a:pt x="341884" y="2194306"/>
                  </a:lnTo>
                  <a:lnTo>
                    <a:pt x="315849" y="2153158"/>
                  </a:lnTo>
                  <a:lnTo>
                    <a:pt x="290576" y="2106676"/>
                  </a:lnTo>
                  <a:lnTo>
                    <a:pt x="258445" y="2037080"/>
                  </a:lnTo>
                  <a:lnTo>
                    <a:pt x="242951" y="1999233"/>
                  </a:lnTo>
                  <a:lnTo>
                    <a:pt x="228092" y="1959737"/>
                  </a:lnTo>
                  <a:lnTo>
                    <a:pt x="213868" y="1918462"/>
                  </a:lnTo>
                  <a:lnTo>
                    <a:pt x="200279" y="1875408"/>
                  </a:lnTo>
                  <a:lnTo>
                    <a:pt x="187325" y="1830958"/>
                  </a:lnTo>
                  <a:lnTo>
                    <a:pt x="175133" y="1785112"/>
                  </a:lnTo>
                  <a:lnTo>
                    <a:pt x="163703" y="1737995"/>
                  </a:lnTo>
                  <a:lnTo>
                    <a:pt x="153035" y="1689608"/>
                  </a:lnTo>
                  <a:lnTo>
                    <a:pt x="143129" y="1640205"/>
                  </a:lnTo>
                  <a:lnTo>
                    <a:pt x="134112" y="1589786"/>
                  </a:lnTo>
                  <a:lnTo>
                    <a:pt x="126111" y="1538605"/>
                  </a:lnTo>
                  <a:lnTo>
                    <a:pt x="118999" y="1486535"/>
                  </a:lnTo>
                  <a:lnTo>
                    <a:pt x="112903" y="1434083"/>
                  </a:lnTo>
                  <a:lnTo>
                    <a:pt x="107823" y="1380870"/>
                  </a:lnTo>
                  <a:lnTo>
                    <a:pt x="103759" y="1327404"/>
                  </a:lnTo>
                  <a:lnTo>
                    <a:pt x="100906" y="1274699"/>
                  </a:lnTo>
                  <a:lnTo>
                    <a:pt x="99072" y="1219835"/>
                  </a:lnTo>
                  <a:lnTo>
                    <a:pt x="98426" y="1165098"/>
                  </a:lnTo>
                  <a:lnTo>
                    <a:pt x="98171" y="1056132"/>
                  </a:lnTo>
                  <a:lnTo>
                    <a:pt x="97664" y="947927"/>
                  </a:lnTo>
                  <a:lnTo>
                    <a:pt x="97155" y="894079"/>
                  </a:lnTo>
                  <a:lnTo>
                    <a:pt x="96524" y="841375"/>
                  </a:lnTo>
                  <a:lnTo>
                    <a:pt x="96016" y="789177"/>
                  </a:lnTo>
                  <a:lnTo>
                    <a:pt x="94497" y="686815"/>
                  </a:lnTo>
                  <a:lnTo>
                    <a:pt x="93487" y="637032"/>
                  </a:lnTo>
                  <a:lnTo>
                    <a:pt x="92596" y="588390"/>
                  </a:lnTo>
                  <a:lnTo>
                    <a:pt x="91585" y="540892"/>
                  </a:lnTo>
                  <a:lnTo>
                    <a:pt x="90449" y="494664"/>
                  </a:lnTo>
                  <a:lnTo>
                    <a:pt x="89306" y="449834"/>
                  </a:lnTo>
                  <a:lnTo>
                    <a:pt x="88164" y="406400"/>
                  </a:lnTo>
                  <a:lnTo>
                    <a:pt x="86906" y="364744"/>
                  </a:lnTo>
                  <a:lnTo>
                    <a:pt x="85523" y="324738"/>
                  </a:lnTo>
                  <a:lnTo>
                    <a:pt x="84129" y="286512"/>
                  </a:lnTo>
                  <a:lnTo>
                    <a:pt x="81232" y="216026"/>
                  </a:lnTo>
                  <a:lnTo>
                    <a:pt x="78961" y="168528"/>
                  </a:lnTo>
                  <a:lnTo>
                    <a:pt x="76327" y="123316"/>
                  </a:lnTo>
                  <a:lnTo>
                    <a:pt x="75111" y="111061"/>
                  </a:lnTo>
                  <a:close/>
                </a:path>
                <a:path w="497840" h="2336165">
                  <a:moveTo>
                    <a:pt x="401482" y="2265316"/>
                  </a:moveTo>
                  <a:lnTo>
                    <a:pt x="401345" y="2265623"/>
                  </a:lnTo>
                  <a:lnTo>
                    <a:pt x="403987" y="2267458"/>
                  </a:lnTo>
                  <a:lnTo>
                    <a:pt x="402041" y="2265623"/>
                  </a:lnTo>
                  <a:lnTo>
                    <a:pt x="401482" y="2265316"/>
                  </a:lnTo>
                  <a:close/>
                </a:path>
                <a:path w="497840" h="2336165">
                  <a:moveTo>
                    <a:pt x="402096" y="2265623"/>
                  </a:moveTo>
                  <a:lnTo>
                    <a:pt x="403987" y="2267458"/>
                  </a:lnTo>
                  <a:lnTo>
                    <a:pt x="405765" y="2267458"/>
                  </a:lnTo>
                  <a:lnTo>
                    <a:pt x="402096" y="2265623"/>
                  </a:lnTo>
                  <a:close/>
                </a:path>
                <a:path w="497840" h="2336165">
                  <a:moveTo>
                    <a:pt x="399415" y="2264283"/>
                  </a:moveTo>
                  <a:lnTo>
                    <a:pt x="401345" y="2265623"/>
                  </a:lnTo>
                  <a:lnTo>
                    <a:pt x="401482" y="2265316"/>
                  </a:lnTo>
                  <a:lnTo>
                    <a:pt x="399415" y="2264283"/>
                  </a:lnTo>
                  <a:close/>
                </a:path>
                <a:path w="497840" h="2336165">
                  <a:moveTo>
                    <a:pt x="401551" y="2265162"/>
                  </a:moveTo>
                  <a:lnTo>
                    <a:pt x="401482" y="2265316"/>
                  </a:lnTo>
                  <a:lnTo>
                    <a:pt x="402096" y="2265623"/>
                  </a:lnTo>
                  <a:lnTo>
                    <a:pt x="401551" y="2265162"/>
                  </a:lnTo>
                  <a:close/>
                </a:path>
                <a:path w="497840" h="2336165">
                  <a:moveTo>
                    <a:pt x="400619" y="2264283"/>
                  </a:moveTo>
                  <a:lnTo>
                    <a:pt x="399415" y="2264283"/>
                  </a:lnTo>
                  <a:lnTo>
                    <a:pt x="401482" y="2265316"/>
                  </a:lnTo>
                  <a:lnTo>
                    <a:pt x="401551" y="2265162"/>
                  </a:lnTo>
                  <a:lnTo>
                    <a:pt x="400619" y="2264283"/>
                  </a:lnTo>
                  <a:close/>
                </a:path>
                <a:path w="497840" h="2336165">
                  <a:moveTo>
                    <a:pt x="42164" y="0"/>
                  </a:moveTo>
                  <a:lnTo>
                    <a:pt x="0" y="120650"/>
                  </a:lnTo>
                  <a:lnTo>
                    <a:pt x="37311" y="115886"/>
                  </a:lnTo>
                  <a:lnTo>
                    <a:pt x="35306" y="96392"/>
                  </a:lnTo>
                  <a:lnTo>
                    <a:pt x="73279" y="92583"/>
                  </a:lnTo>
                  <a:lnTo>
                    <a:pt x="104292" y="92583"/>
                  </a:lnTo>
                  <a:lnTo>
                    <a:pt x="42164" y="0"/>
                  </a:lnTo>
                  <a:close/>
                </a:path>
                <a:path w="497840" h="2336165">
                  <a:moveTo>
                    <a:pt x="73279" y="92583"/>
                  </a:moveTo>
                  <a:lnTo>
                    <a:pt x="35306" y="96392"/>
                  </a:lnTo>
                  <a:lnTo>
                    <a:pt x="37311" y="115886"/>
                  </a:lnTo>
                  <a:lnTo>
                    <a:pt x="75111" y="111061"/>
                  </a:lnTo>
                  <a:lnTo>
                    <a:pt x="73279" y="92583"/>
                  </a:lnTo>
                  <a:close/>
                </a:path>
                <a:path w="497840" h="2336165">
                  <a:moveTo>
                    <a:pt x="104292" y="92583"/>
                  </a:moveTo>
                  <a:lnTo>
                    <a:pt x="73279" y="92583"/>
                  </a:lnTo>
                  <a:lnTo>
                    <a:pt x="75111" y="111061"/>
                  </a:lnTo>
                  <a:lnTo>
                    <a:pt x="113411" y="106172"/>
                  </a:lnTo>
                  <a:lnTo>
                    <a:pt x="104292" y="92583"/>
                  </a:lnTo>
                  <a:close/>
                </a:path>
              </a:pathLst>
            </a:custGeom>
            <a:solidFill>
              <a:srgbClr val="211E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5" name="object 8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082027" y="3901440"/>
              <a:ext cx="1542287" cy="790955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59752" y="3995902"/>
              <a:ext cx="1383792" cy="650773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7143242" y="3943794"/>
              <a:ext cx="1424940" cy="671830"/>
            </a:xfrm>
            <a:custGeom>
              <a:avLst/>
              <a:gdLst/>
              <a:ahLst/>
              <a:cxnLst/>
              <a:rect l="l" t="t" r="r" b="b"/>
              <a:pathLst>
                <a:path w="1424940" h="671829">
                  <a:moveTo>
                    <a:pt x="1424558" y="0"/>
                  </a:moveTo>
                  <a:lnTo>
                    <a:pt x="0" y="0"/>
                  </a:lnTo>
                  <a:lnTo>
                    <a:pt x="0" y="671639"/>
                  </a:lnTo>
                  <a:lnTo>
                    <a:pt x="1424558" y="671639"/>
                  </a:lnTo>
                  <a:lnTo>
                    <a:pt x="1424558" y="0"/>
                  </a:lnTo>
                  <a:close/>
                </a:path>
              </a:pathLst>
            </a:custGeom>
            <a:solidFill>
              <a:srgbClr val="00AEB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7143242" y="3943794"/>
            <a:ext cx="1424940" cy="671830"/>
          </a:xfrm>
          <a:prstGeom prst="rect">
            <a:avLst/>
          </a:prstGeom>
          <a:ln w="38100">
            <a:solidFill>
              <a:srgbClr val="FFFFFF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453390" marR="156845" indent="-289560">
              <a:lnSpc>
                <a:spcPct val="100699"/>
              </a:lnSpc>
              <a:spcBef>
                <a:spcPts val="985"/>
              </a:spcBef>
            </a:pPr>
            <a:r>
              <a:rPr sz="1350" b="1" dirty="0">
                <a:solidFill>
                  <a:srgbClr val="FFFFFF"/>
                </a:solidFill>
                <a:latin typeface="Malgun Gothic"/>
                <a:cs typeface="Malgun Gothic"/>
              </a:rPr>
              <a:t>연계</a:t>
            </a:r>
            <a:r>
              <a:rPr sz="1350" b="1" spc="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350" b="1" spc="-20" dirty="0">
                <a:solidFill>
                  <a:srgbClr val="FFFFFF"/>
                </a:solidFill>
                <a:latin typeface="Malgun Gothic"/>
                <a:cs typeface="Malgun Gothic"/>
              </a:rPr>
              <a:t>모니터링 </a:t>
            </a:r>
            <a:r>
              <a:rPr sz="13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시스템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0" name="object 9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통신사</a:t>
            </a:r>
            <a:r>
              <a:rPr spc="15" dirty="0"/>
              <a:t> </a:t>
            </a:r>
            <a:r>
              <a:rPr dirty="0"/>
              <a:t>(Kafka</a:t>
            </a:r>
            <a:r>
              <a:rPr spc="10" dirty="0"/>
              <a:t> </a:t>
            </a:r>
            <a:r>
              <a:rPr dirty="0"/>
              <a:t>중심의</a:t>
            </a:r>
            <a:r>
              <a:rPr spc="30" dirty="0"/>
              <a:t> </a:t>
            </a:r>
            <a:r>
              <a:rPr dirty="0"/>
              <a:t>데이터</a:t>
            </a:r>
            <a:r>
              <a:rPr spc="25" dirty="0"/>
              <a:t> </a:t>
            </a:r>
            <a:r>
              <a:rPr dirty="0"/>
              <a:t>전송 플랫폼</a:t>
            </a:r>
            <a:r>
              <a:rPr spc="30" dirty="0"/>
              <a:t> </a:t>
            </a:r>
            <a:r>
              <a:rPr spc="-25" dirty="0"/>
              <a:t>구축)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5" name="object 5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60972" y="1994154"/>
            <a:ext cx="576707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700" spc="2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Platform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–</a:t>
            </a:r>
            <a:r>
              <a:rPr sz="2700" spc="3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H/W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초기</a:t>
            </a:r>
            <a:r>
              <a:rPr sz="2700" spc="3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5" dirty="0">
                <a:solidFill>
                  <a:srgbClr val="17719D"/>
                </a:solidFill>
                <a:latin typeface="Malgun Gothic"/>
                <a:cs typeface="Malgun Gothic"/>
              </a:rPr>
              <a:t>구성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525839" y="2974530"/>
          <a:ext cx="13225779" cy="67538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6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85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2790">
                <a:tc>
                  <a:txBody>
                    <a:bodyPr/>
                    <a:lstStyle/>
                    <a:p>
                      <a:pPr marL="595630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시스템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컴포넌트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수량(ea)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CPU(core)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MEM(GB)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Disk(T)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69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0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652145">
                        <a:lnSpc>
                          <a:spcPct val="100000"/>
                        </a:lnSpc>
                      </a:pPr>
                      <a:r>
                        <a:rPr sz="19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차세대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  <a:p>
                      <a:pPr marL="591185">
                        <a:lnSpc>
                          <a:spcPct val="100000"/>
                        </a:lnSpc>
                      </a:pPr>
                      <a:r>
                        <a:rPr sz="1900" b="1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U</a:t>
                      </a:r>
                      <a:r>
                        <a:rPr sz="19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Cube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ZooKeeper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23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32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64G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sz="190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Broker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27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64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0" dirty="0">
                          <a:latin typeface="Malgun Gothic"/>
                          <a:cs typeface="Malgun Gothic"/>
                        </a:rPr>
                        <a:t>1.5T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Connect</a:t>
                      </a:r>
                      <a:r>
                        <a:rPr sz="1900" spc="-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Worker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16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-</a:t>
                      </a:r>
                      <a:endParaRPr sz="1900" dirty="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Replicator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6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16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-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sz="190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Center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32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0" dirty="0">
                          <a:latin typeface="Malgun Gothic"/>
                          <a:cs typeface="Malgun Gothic"/>
                        </a:rPr>
                        <a:t>500G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690"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96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대내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ZooKeeper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9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32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30G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239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sz="190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Broker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10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64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0" dirty="0">
                          <a:latin typeface="Malgun Gothic"/>
                          <a:cs typeface="Malgun Gothic"/>
                        </a:rPr>
                        <a:t>300G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Connect</a:t>
                      </a:r>
                      <a:r>
                        <a:rPr sz="1900" spc="-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Worker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7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16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-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Replicator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5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16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-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sz="190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Center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3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32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0" dirty="0">
                          <a:latin typeface="Malgun Gothic"/>
                          <a:cs typeface="Malgun Gothic"/>
                        </a:rPr>
                        <a:t>300G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406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900" b="1" spc="-25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과금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158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Zookeeper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7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32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30G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02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406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8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525252"/>
                    </a:solidFill>
                  </a:tcPr>
                </a:tc>
                <a:tc>
                  <a:txBody>
                    <a:bodyPr/>
                    <a:lstStyle/>
                    <a:p>
                      <a:pPr marL="30416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sz="190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Broker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66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7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66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66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64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66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900" spc="-20" dirty="0">
                          <a:latin typeface="Malgun Gothic"/>
                          <a:cs typeface="Malgun Gothic"/>
                        </a:rPr>
                        <a:t>300G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7366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73279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b="1" spc="-25" dirty="0">
                          <a:latin typeface="Malgun Gothic"/>
                          <a:cs typeface="Malgun Gothic"/>
                        </a:rPr>
                        <a:t>합계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116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통신사</a:t>
            </a:r>
            <a:r>
              <a:rPr spc="20" dirty="0"/>
              <a:t> </a:t>
            </a:r>
            <a:r>
              <a:rPr dirty="0"/>
              <a:t>(Kafka</a:t>
            </a:r>
            <a:r>
              <a:rPr spc="10" dirty="0"/>
              <a:t> </a:t>
            </a:r>
            <a:r>
              <a:rPr dirty="0"/>
              <a:t>중심의</a:t>
            </a:r>
            <a:r>
              <a:rPr spc="25" dirty="0"/>
              <a:t> </a:t>
            </a:r>
            <a:r>
              <a:rPr dirty="0"/>
              <a:t>데이터</a:t>
            </a:r>
            <a:r>
              <a:rPr spc="25" dirty="0"/>
              <a:t> </a:t>
            </a:r>
            <a:r>
              <a:rPr dirty="0"/>
              <a:t>전송</a:t>
            </a:r>
            <a:r>
              <a:rPr spc="-5" dirty="0"/>
              <a:t> </a:t>
            </a:r>
            <a:r>
              <a:rPr dirty="0"/>
              <a:t>플랫폼</a:t>
            </a:r>
            <a:r>
              <a:rPr spc="25" dirty="0"/>
              <a:t> </a:t>
            </a:r>
            <a:r>
              <a:rPr dirty="0"/>
              <a:t>구축)</a:t>
            </a:r>
            <a:r>
              <a:rPr spc="5" dirty="0"/>
              <a:t> </a:t>
            </a:r>
            <a:r>
              <a:rPr dirty="0"/>
              <a:t>- </a:t>
            </a:r>
            <a:r>
              <a:rPr spc="-20" dirty="0"/>
              <a:t>아키텍처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5" name="object 5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8" name="object 8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7772" y="3117722"/>
              <a:ext cx="5878830" cy="2939415"/>
            </a:xfrm>
            <a:custGeom>
              <a:avLst/>
              <a:gdLst/>
              <a:ahLst/>
              <a:cxnLst/>
              <a:rect l="l" t="t" r="r" b="b"/>
              <a:pathLst>
                <a:path w="5878830" h="2939415">
                  <a:moveTo>
                    <a:pt x="5763386" y="0"/>
                  </a:moveTo>
                  <a:lnTo>
                    <a:pt x="115188" y="0"/>
                  </a:lnTo>
                  <a:lnTo>
                    <a:pt x="70348" y="9050"/>
                  </a:lnTo>
                  <a:lnTo>
                    <a:pt x="33734" y="33734"/>
                  </a:lnTo>
                  <a:lnTo>
                    <a:pt x="9050" y="70348"/>
                  </a:lnTo>
                  <a:lnTo>
                    <a:pt x="0" y="115188"/>
                  </a:lnTo>
                  <a:lnTo>
                    <a:pt x="0" y="2824099"/>
                  </a:lnTo>
                  <a:lnTo>
                    <a:pt x="9050" y="2868939"/>
                  </a:lnTo>
                  <a:lnTo>
                    <a:pt x="33734" y="2905553"/>
                  </a:lnTo>
                  <a:lnTo>
                    <a:pt x="70348" y="2930237"/>
                  </a:lnTo>
                  <a:lnTo>
                    <a:pt x="115188" y="2939288"/>
                  </a:lnTo>
                  <a:lnTo>
                    <a:pt x="5763386" y="2939288"/>
                  </a:lnTo>
                  <a:lnTo>
                    <a:pt x="5808227" y="2930237"/>
                  </a:lnTo>
                  <a:lnTo>
                    <a:pt x="5844841" y="2905553"/>
                  </a:lnTo>
                  <a:lnTo>
                    <a:pt x="5869525" y="2868939"/>
                  </a:lnTo>
                  <a:lnTo>
                    <a:pt x="5878576" y="2824099"/>
                  </a:lnTo>
                  <a:lnTo>
                    <a:pt x="5878576" y="115188"/>
                  </a:lnTo>
                  <a:lnTo>
                    <a:pt x="5869525" y="70348"/>
                  </a:lnTo>
                  <a:lnTo>
                    <a:pt x="5844841" y="33734"/>
                  </a:lnTo>
                  <a:lnTo>
                    <a:pt x="5808227" y="9050"/>
                  </a:lnTo>
                  <a:lnTo>
                    <a:pt x="576338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87726" y="3257677"/>
              <a:ext cx="1160145" cy="1356995"/>
            </a:xfrm>
            <a:custGeom>
              <a:avLst/>
              <a:gdLst/>
              <a:ahLst/>
              <a:cxnLst/>
              <a:rect l="l" t="t" r="r" b="b"/>
              <a:pathLst>
                <a:path w="1160145" h="1356995">
                  <a:moveTo>
                    <a:pt x="0" y="45466"/>
                  </a:moveTo>
                  <a:lnTo>
                    <a:pt x="3585" y="27753"/>
                  </a:lnTo>
                  <a:lnTo>
                    <a:pt x="13350" y="13303"/>
                  </a:lnTo>
                  <a:lnTo>
                    <a:pt x="27807" y="3567"/>
                  </a:lnTo>
                  <a:lnTo>
                    <a:pt x="45466" y="0"/>
                  </a:lnTo>
                  <a:lnTo>
                    <a:pt x="1114425" y="0"/>
                  </a:lnTo>
                  <a:lnTo>
                    <a:pt x="1132137" y="3567"/>
                  </a:lnTo>
                  <a:lnTo>
                    <a:pt x="1146587" y="13303"/>
                  </a:lnTo>
                  <a:lnTo>
                    <a:pt x="1156323" y="27753"/>
                  </a:lnTo>
                  <a:lnTo>
                    <a:pt x="1159890" y="45466"/>
                  </a:lnTo>
                  <a:lnTo>
                    <a:pt x="1159890" y="1311148"/>
                  </a:lnTo>
                  <a:lnTo>
                    <a:pt x="1156323" y="1328806"/>
                  </a:lnTo>
                  <a:lnTo>
                    <a:pt x="1146587" y="1343263"/>
                  </a:lnTo>
                  <a:lnTo>
                    <a:pt x="1132137" y="1353028"/>
                  </a:lnTo>
                  <a:lnTo>
                    <a:pt x="1114425" y="1356614"/>
                  </a:lnTo>
                  <a:lnTo>
                    <a:pt x="45466" y="1356614"/>
                  </a:lnTo>
                  <a:lnTo>
                    <a:pt x="27807" y="1353028"/>
                  </a:lnTo>
                  <a:lnTo>
                    <a:pt x="13350" y="1343263"/>
                  </a:lnTo>
                  <a:lnTo>
                    <a:pt x="3585" y="1328806"/>
                  </a:lnTo>
                  <a:lnTo>
                    <a:pt x="0" y="1311148"/>
                  </a:lnTo>
                  <a:lnTo>
                    <a:pt x="0" y="45466"/>
                  </a:lnTo>
                  <a:close/>
                </a:path>
              </a:pathLst>
            </a:custGeom>
            <a:ln w="12699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2747772" y="3117723"/>
            <a:ext cx="5878830" cy="2939415"/>
          </a:xfrm>
          <a:custGeom>
            <a:avLst/>
            <a:gdLst/>
            <a:ahLst/>
            <a:cxnLst/>
            <a:rect l="l" t="t" r="r" b="b"/>
            <a:pathLst>
              <a:path w="5878830" h="2939415">
                <a:moveTo>
                  <a:pt x="0" y="115188"/>
                </a:moveTo>
                <a:lnTo>
                  <a:pt x="9050" y="70348"/>
                </a:lnTo>
                <a:lnTo>
                  <a:pt x="33734" y="33734"/>
                </a:lnTo>
                <a:lnTo>
                  <a:pt x="70348" y="9050"/>
                </a:lnTo>
                <a:lnTo>
                  <a:pt x="115188" y="0"/>
                </a:lnTo>
                <a:lnTo>
                  <a:pt x="5763386" y="0"/>
                </a:lnTo>
                <a:lnTo>
                  <a:pt x="5808227" y="9050"/>
                </a:lnTo>
                <a:lnTo>
                  <a:pt x="5844841" y="33734"/>
                </a:lnTo>
                <a:lnTo>
                  <a:pt x="5869525" y="70348"/>
                </a:lnTo>
                <a:lnTo>
                  <a:pt x="5878576" y="115188"/>
                </a:lnTo>
                <a:lnTo>
                  <a:pt x="5878576" y="2824099"/>
                </a:lnTo>
                <a:lnTo>
                  <a:pt x="5869525" y="2868939"/>
                </a:lnTo>
                <a:lnTo>
                  <a:pt x="5844841" y="2905553"/>
                </a:lnTo>
                <a:lnTo>
                  <a:pt x="5808227" y="2930237"/>
                </a:lnTo>
                <a:lnTo>
                  <a:pt x="5763386" y="2939288"/>
                </a:lnTo>
                <a:lnTo>
                  <a:pt x="115188" y="2939288"/>
                </a:lnTo>
                <a:lnTo>
                  <a:pt x="70348" y="2930237"/>
                </a:lnTo>
                <a:lnTo>
                  <a:pt x="33734" y="2905553"/>
                </a:lnTo>
                <a:lnTo>
                  <a:pt x="9050" y="2868939"/>
                </a:lnTo>
                <a:lnTo>
                  <a:pt x="0" y="2824099"/>
                </a:lnTo>
                <a:lnTo>
                  <a:pt x="0" y="115188"/>
                </a:lnTo>
                <a:close/>
              </a:path>
            </a:pathLst>
          </a:custGeom>
          <a:ln w="12699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13075" y="3317875"/>
            <a:ext cx="87312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585858"/>
                </a:solidFill>
                <a:latin typeface="Malgun Gothic"/>
                <a:cs typeface="Malgun Gothic"/>
              </a:rPr>
              <a:t>CDC</a:t>
            </a:r>
            <a:r>
              <a:rPr sz="1200" spc="5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Malgun Gothic"/>
                <a:cs typeface="Malgun Gothic"/>
              </a:rPr>
              <a:t>Cluster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973704" y="3581793"/>
            <a:ext cx="979805" cy="280035"/>
          </a:xfrm>
          <a:prstGeom prst="rect">
            <a:avLst/>
          </a:prstGeom>
          <a:solidFill>
            <a:srgbClr val="8295AF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Leader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73704" y="3924058"/>
            <a:ext cx="979805" cy="280035"/>
          </a:xfrm>
          <a:prstGeom prst="rect">
            <a:avLst/>
          </a:prstGeom>
          <a:solidFill>
            <a:srgbClr val="8295AF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Follower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973704" y="4266196"/>
            <a:ext cx="979805" cy="280035"/>
          </a:xfrm>
          <a:prstGeom prst="rect">
            <a:avLst/>
          </a:prstGeom>
          <a:solidFill>
            <a:srgbClr val="8295AF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Follower</a:t>
            </a:r>
            <a:endParaRPr sz="1100">
              <a:latin typeface="Malgun Gothic"/>
              <a:cs typeface="Malgun Gothic"/>
            </a:endParaRPr>
          </a:p>
        </p:txBody>
      </p:sp>
      <p:graphicFrame>
        <p:nvGraphicFramePr>
          <p:cNvPr id="16" name="object 16"/>
          <p:cNvGraphicFramePr>
            <a:graphicFrameLocks noGrp="1"/>
          </p:cNvGraphicFramePr>
          <p:nvPr/>
        </p:nvGraphicFramePr>
        <p:xfrm>
          <a:off x="4249928" y="3224923"/>
          <a:ext cx="3043553" cy="27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4249928" y="3561981"/>
          <a:ext cx="2011679" cy="27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34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4269485" y="4569586"/>
            <a:ext cx="4231005" cy="1356995"/>
          </a:xfrm>
          <a:custGeom>
            <a:avLst/>
            <a:gdLst/>
            <a:ahLst/>
            <a:cxnLst/>
            <a:rect l="l" t="t" r="r" b="b"/>
            <a:pathLst>
              <a:path w="4231005" h="1356995">
                <a:moveTo>
                  <a:pt x="0" y="53086"/>
                </a:moveTo>
                <a:lnTo>
                  <a:pt x="4189" y="32414"/>
                </a:lnTo>
                <a:lnTo>
                  <a:pt x="15605" y="15541"/>
                </a:lnTo>
                <a:lnTo>
                  <a:pt x="32521" y="4169"/>
                </a:lnTo>
                <a:lnTo>
                  <a:pt x="53212" y="0"/>
                </a:lnTo>
                <a:lnTo>
                  <a:pt x="4177665" y="0"/>
                </a:lnTo>
                <a:lnTo>
                  <a:pt x="4198356" y="4169"/>
                </a:lnTo>
                <a:lnTo>
                  <a:pt x="4215272" y="15541"/>
                </a:lnTo>
                <a:lnTo>
                  <a:pt x="4226688" y="32414"/>
                </a:lnTo>
                <a:lnTo>
                  <a:pt x="4230878" y="53086"/>
                </a:lnTo>
                <a:lnTo>
                  <a:pt x="4230878" y="1303401"/>
                </a:lnTo>
                <a:lnTo>
                  <a:pt x="4226688" y="1324072"/>
                </a:lnTo>
                <a:lnTo>
                  <a:pt x="4215272" y="1340945"/>
                </a:lnTo>
                <a:lnTo>
                  <a:pt x="4198356" y="1352317"/>
                </a:lnTo>
                <a:lnTo>
                  <a:pt x="4177665" y="1356487"/>
                </a:lnTo>
                <a:lnTo>
                  <a:pt x="53212" y="1356487"/>
                </a:lnTo>
                <a:lnTo>
                  <a:pt x="32521" y="1352317"/>
                </a:lnTo>
                <a:lnTo>
                  <a:pt x="15605" y="1340945"/>
                </a:lnTo>
                <a:lnTo>
                  <a:pt x="4189" y="1324072"/>
                </a:lnTo>
                <a:lnTo>
                  <a:pt x="0" y="1303401"/>
                </a:lnTo>
                <a:lnTo>
                  <a:pt x="0" y="53086"/>
                </a:lnTo>
                <a:close/>
              </a:path>
            </a:pathLst>
          </a:custGeom>
          <a:ln w="12700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558665" y="4632198"/>
            <a:ext cx="125412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585858"/>
                </a:solidFill>
                <a:latin typeface="Malgun Gothic"/>
                <a:cs typeface="Malgun Gothic"/>
              </a:rPr>
              <a:t>Confluent</a:t>
            </a:r>
            <a:r>
              <a:rPr sz="1200" spc="35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Malgun Gothic"/>
                <a:cs typeface="Malgun Gothic"/>
              </a:rPr>
              <a:t>Cluster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491228" y="5466473"/>
            <a:ext cx="833119" cy="280035"/>
          </a:xfrm>
          <a:prstGeom prst="rect">
            <a:avLst/>
          </a:prstGeom>
          <a:solidFill>
            <a:srgbClr val="FF9933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434965" y="5466473"/>
            <a:ext cx="833119" cy="280035"/>
          </a:xfrm>
          <a:prstGeom prst="rect">
            <a:avLst/>
          </a:prstGeom>
          <a:solidFill>
            <a:srgbClr val="FF9933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8702" y="5466473"/>
            <a:ext cx="833119" cy="280035"/>
          </a:xfrm>
          <a:prstGeom prst="rect">
            <a:avLst/>
          </a:prstGeom>
          <a:solidFill>
            <a:srgbClr val="FF9933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322439" y="5466473"/>
            <a:ext cx="833119" cy="280035"/>
          </a:xfrm>
          <a:prstGeom prst="rect">
            <a:avLst/>
          </a:prstGeom>
          <a:solidFill>
            <a:srgbClr val="FF9933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91228" y="4991874"/>
            <a:ext cx="833119" cy="280035"/>
          </a:xfrm>
          <a:prstGeom prst="rect">
            <a:avLst/>
          </a:prstGeom>
          <a:solidFill>
            <a:srgbClr val="FF9933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13360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434965" y="4991874"/>
            <a:ext cx="833119" cy="280035"/>
          </a:xfrm>
          <a:prstGeom prst="rect">
            <a:avLst/>
          </a:prstGeom>
          <a:solidFill>
            <a:srgbClr val="FF9933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78702" y="4991874"/>
            <a:ext cx="833119" cy="280035"/>
          </a:xfrm>
          <a:prstGeom prst="rect">
            <a:avLst/>
          </a:prstGeom>
          <a:solidFill>
            <a:srgbClr val="FF9933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12725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440682" y="5418835"/>
            <a:ext cx="3834765" cy="362585"/>
          </a:xfrm>
          <a:custGeom>
            <a:avLst/>
            <a:gdLst/>
            <a:ahLst/>
            <a:cxnLst/>
            <a:rect l="l" t="t" r="r" b="b"/>
            <a:pathLst>
              <a:path w="3834765" h="362585">
                <a:moveTo>
                  <a:pt x="0" y="14224"/>
                </a:moveTo>
                <a:lnTo>
                  <a:pt x="0" y="6476"/>
                </a:lnTo>
                <a:lnTo>
                  <a:pt x="6350" y="0"/>
                </a:lnTo>
                <a:lnTo>
                  <a:pt x="14096" y="0"/>
                </a:lnTo>
                <a:lnTo>
                  <a:pt x="3820287" y="0"/>
                </a:lnTo>
                <a:lnTo>
                  <a:pt x="3828034" y="0"/>
                </a:lnTo>
                <a:lnTo>
                  <a:pt x="3834511" y="6476"/>
                </a:lnTo>
                <a:lnTo>
                  <a:pt x="3834511" y="14224"/>
                </a:lnTo>
                <a:lnTo>
                  <a:pt x="3834511" y="348234"/>
                </a:lnTo>
                <a:lnTo>
                  <a:pt x="3834511" y="355980"/>
                </a:lnTo>
                <a:lnTo>
                  <a:pt x="3828034" y="362330"/>
                </a:lnTo>
                <a:lnTo>
                  <a:pt x="3820287" y="362330"/>
                </a:lnTo>
                <a:lnTo>
                  <a:pt x="14096" y="362330"/>
                </a:lnTo>
                <a:lnTo>
                  <a:pt x="6350" y="362330"/>
                </a:lnTo>
                <a:lnTo>
                  <a:pt x="0" y="355980"/>
                </a:lnTo>
                <a:lnTo>
                  <a:pt x="0" y="348234"/>
                </a:lnTo>
                <a:lnTo>
                  <a:pt x="0" y="14224"/>
                </a:lnTo>
                <a:close/>
              </a:path>
            </a:pathLst>
          </a:custGeom>
          <a:ln w="12699">
            <a:solidFill>
              <a:srgbClr val="FF000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8351624" y="5253402"/>
            <a:ext cx="232410" cy="115570"/>
          </a:xfrm>
          <a:prstGeom prst="rect">
            <a:avLst/>
          </a:prstGeom>
        </p:spPr>
        <p:txBody>
          <a:bodyPr vert="vert270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spc="-50" dirty="0">
                <a:solidFill>
                  <a:srgbClr val="81CFE1"/>
                </a:solidFill>
                <a:latin typeface="Malgun Gothic"/>
                <a:cs typeface="Malgun Gothic"/>
              </a:rPr>
              <a:t>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164172" y="4936744"/>
            <a:ext cx="232410" cy="873760"/>
          </a:xfrm>
          <a:prstGeom prst="rect">
            <a:avLst/>
          </a:prstGeom>
        </p:spPr>
        <p:txBody>
          <a:bodyPr vert="vert270" wrap="square" lIns="0" tIns="298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200" strike="sngStrike" dirty="0">
                <a:solidFill>
                  <a:srgbClr val="FF0000"/>
                </a:solidFill>
                <a:latin typeface="Malgun Gothic"/>
                <a:cs typeface="Malgun Gothic"/>
              </a:rPr>
              <a:t>mai</a:t>
            </a:r>
            <a:r>
              <a:rPr sz="1200" strike="sngStrike" spc="60" dirty="0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sz="1200" strike="noStrike" spc="8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200" strike="noStrike" spc="-20" dirty="0">
                <a:solidFill>
                  <a:srgbClr val="81CFE1"/>
                </a:solidFill>
                <a:latin typeface="Malgun Gothic"/>
                <a:cs typeface="Malgun Gothic"/>
              </a:rPr>
              <a:t>a</a:t>
            </a:r>
            <a:r>
              <a:rPr sz="1200" strike="sngStrike" spc="-20" dirty="0">
                <a:solidFill>
                  <a:srgbClr val="81CFE1"/>
                </a:solidFill>
                <a:latin typeface="Malgun Gothic"/>
                <a:cs typeface="Malgun Gothic"/>
              </a:rPr>
              <a:t>dmi</a:t>
            </a:r>
            <a:r>
              <a:rPr sz="1200" strike="sngStrike" spc="500" dirty="0">
                <a:solidFill>
                  <a:srgbClr val="81CFE1"/>
                </a:solidFill>
                <a:latin typeface="Malgun Gothic"/>
                <a:cs typeface="Malgun Gothic"/>
              </a:rPr>
              <a:t> 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51878" y="5694981"/>
            <a:ext cx="232410" cy="115570"/>
          </a:xfrm>
          <a:prstGeom prst="rect">
            <a:avLst/>
          </a:prstGeom>
        </p:spPr>
        <p:txBody>
          <a:bodyPr vert="vert270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spc="-50" dirty="0">
                <a:solidFill>
                  <a:srgbClr val="FF0000"/>
                </a:solidFill>
                <a:latin typeface="Malgun Gothic"/>
                <a:cs typeface="Malgun Gothic"/>
              </a:rPr>
              <a:t>n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2747772" y="3673347"/>
            <a:ext cx="5878830" cy="5795010"/>
            <a:chOff x="2747772" y="3673347"/>
            <a:chExt cx="5878830" cy="5795010"/>
          </a:xfrm>
        </p:grpSpPr>
        <p:sp>
          <p:nvSpPr>
            <p:cNvPr id="32" name="object 32"/>
            <p:cNvSpPr/>
            <p:nvPr/>
          </p:nvSpPr>
          <p:spPr>
            <a:xfrm>
              <a:off x="3953383" y="3673347"/>
              <a:ext cx="538480" cy="1971675"/>
            </a:xfrm>
            <a:custGeom>
              <a:avLst/>
              <a:gdLst/>
              <a:ahLst/>
              <a:cxnLst/>
              <a:rect l="l" t="t" r="r" b="b"/>
              <a:pathLst>
                <a:path w="538479" h="1971675">
                  <a:moveTo>
                    <a:pt x="38100" y="385826"/>
                  </a:moveTo>
                  <a:lnTo>
                    <a:pt x="0" y="385826"/>
                  </a:lnTo>
                  <a:lnTo>
                    <a:pt x="0" y="395351"/>
                  </a:lnTo>
                  <a:lnTo>
                    <a:pt x="38100" y="395351"/>
                  </a:lnTo>
                  <a:lnTo>
                    <a:pt x="38100" y="385826"/>
                  </a:lnTo>
                  <a:close/>
                </a:path>
                <a:path w="538479" h="1971675">
                  <a:moveTo>
                    <a:pt x="104775" y="385826"/>
                  </a:moveTo>
                  <a:lnTo>
                    <a:pt x="66675" y="385826"/>
                  </a:lnTo>
                  <a:lnTo>
                    <a:pt x="66675" y="395351"/>
                  </a:lnTo>
                  <a:lnTo>
                    <a:pt x="104775" y="395351"/>
                  </a:lnTo>
                  <a:lnTo>
                    <a:pt x="104775" y="385826"/>
                  </a:lnTo>
                  <a:close/>
                </a:path>
                <a:path w="538479" h="1971675">
                  <a:moveTo>
                    <a:pt x="157734" y="372110"/>
                  </a:moveTo>
                  <a:lnTo>
                    <a:pt x="148209" y="372110"/>
                  </a:lnTo>
                  <a:lnTo>
                    <a:pt x="148209" y="385826"/>
                  </a:lnTo>
                  <a:lnTo>
                    <a:pt x="133350" y="385826"/>
                  </a:lnTo>
                  <a:lnTo>
                    <a:pt x="133350" y="395351"/>
                  </a:lnTo>
                  <a:lnTo>
                    <a:pt x="157734" y="395351"/>
                  </a:lnTo>
                  <a:lnTo>
                    <a:pt x="157734" y="390525"/>
                  </a:lnTo>
                  <a:lnTo>
                    <a:pt x="157734" y="385826"/>
                  </a:lnTo>
                  <a:lnTo>
                    <a:pt x="157734" y="372110"/>
                  </a:lnTo>
                  <a:close/>
                </a:path>
                <a:path w="538479" h="1971675">
                  <a:moveTo>
                    <a:pt x="157734" y="305435"/>
                  </a:moveTo>
                  <a:lnTo>
                    <a:pt x="148209" y="305435"/>
                  </a:lnTo>
                  <a:lnTo>
                    <a:pt x="148209" y="343535"/>
                  </a:lnTo>
                  <a:lnTo>
                    <a:pt x="157734" y="343535"/>
                  </a:lnTo>
                  <a:lnTo>
                    <a:pt x="157734" y="305435"/>
                  </a:lnTo>
                  <a:close/>
                </a:path>
                <a:path w="538479" h="1971675">
                  <a:moveTo>
                    <a:pt x="157734" y="238760"/>
                  </a:moveTo>
                  <a:lnTo>
                    <a:pt x="148209" y="238760"/>
                  </a:lnTo>
                  <a:lnTo>
                    <a:pt x="148209" y="276860"/>
                  </a:lnTo>
                  <a:lnTo>
                    <a:pt x="157734" y="276860"/>
                  </a:lnTo>
                  <a:lnTo>
                    <a:pt x="157734" y="238760"/>
                  </a:lnTo>
                  <a:close/>
                </a:path>
                <a:path w="538479" h="1971675">
                  <a:moveTo>
                    <a:pt x="157734" y="172085"/>
                  </a:moveTo>
                  <a:lnTo>
                    <a:pt x="148209" y="172085"/>
                  </a:lnTo>
                  <a:lnTo>
                    <a:pt x="148209" y="210185"/>
                  </a:lnTo>
                  <a:lnTo>
                    <a:pt x="157734" y="210185"/>
                  </a:lnTo>
                  <a:lnTo>
                    <a:pt x="157734" y="172085"/>
                  </a:lnTo>
                  <a:close/>
                </a:path>
                <a:path w="538479" h="1971675">
                  <a:moveTo>
                    <a:pt x="157734" y="105410"/>
                  </a:moveTo>
                  <a:lnTo>
                    <a:pt x="148209" y="105410"/>
                  </a:lnTo>
                  <a:lnTo>
                    <a:pt x="148209" y="143510"/>
                  </a:lnTo>
                  <a:lnTo>
                    <a:pt x="157734" y="143510"/>
                  </a:lnTo>
                  <a:lnTo>
                    <a:pt x="157734" y="105410"/>
                  </a:lnTo>
                  <a:close/>
                </a:path>
                <a:path w="538479" h="1971675">
                  <a:moveTo>
                    <a:pt x="157734" y="38735"/>
                  </a:moveTo>
                  <a:lnTo>
                    <a:pt x="148209" y="38735"/>
                  </a:lnTo>
                  <a:lnTo>
                    <a:pt x="148209" y="76835"/>
                  </a:lnTo>
                  <a:lnTo>
                    <a:pt x="157734" y="76835"/>
                  </a:lnTo>
                  <a:lnTo>
                    <a:pt x="157734" y="38735"/>
                  </a:lnTo>
                  <a:close/>
                </a:path>
                <a:path w="538479" h="1971675">
                  <a:moveTo>
                    <a:pt x="219075" y="33274"/>
                  </a:moveTo>
                  <a:lnTo>
                    <a:pt x="180975" y="33274"/>
                  </a:lnTo>
                  <a:lnTo>
                    <a:pt x="180975" y="42799"/>
                  </a:lnTo>
                  <a:lnTo>
                    <a:pt x="219075" y="42799"/>
                  </a:lnTo>
                  <a:lnTo>
                    <a:pt x="219075" y="33274"/>
                  </a:lnTo>
                  <a:close/>
                </a:path>
                <a:path w="538479" h="1971675">
                  <a:moveTo>
                    <a:pt x="306070" y="38100"/>
                  </a:moveTo>
                  <a:lnTo>
                    <a:pt x="229870" y="0"/>
                  </a:lnTo>
                  <a:lnTo>
                    <a:pt x="229870" y="76200"/>
                  </a:lnTo>
                  <a:lnTo>
                    <a:pt x="306070" y="38100"/>
                  </a:lnTo>
                  <a:close/>
                </a:path>
                <a:path w="538479" h="1971675">
                  <a:moveTo>
                    <a:pt x="537972" y="1933067"/>
                  </a:moveTo>
                  <a:lnTo>
                    <a:pt x="528320" y="1928241"/>
                  </a:lnTo>
                  <a:lnTo>
                    <a:pt x="461772" y="1894967"/>
                  </a:lnTo>
                  <a:lnTo>
                    <a:pt x="461772" y="1928241"/>
                  </a:lnTo>
                  <a:lnTo>
                    <a:pt x="196469" y="1928241"/>
                  </a:lnTo>
                  <a:lnTo>
                    <a:pt x="196469" y="737489"/>
                  </a:lnTo>
                  <a:lnTo>
                    <a:pt x="196469" y="732790"/>
                  </a:lnTo>
                  <a:lnTo>
                    <a:pt x="196469" y="727964"/>
                  </a:lnTo>
                  <a:lnTo>
                    <a:pt x="0" y="727964"/>
                  </a:lnTo>
                  <a:lnTo>
                    <a:pt x="0" y="737489"/>
                  </a:lnTo>
                  <a:lnTo>
                    <a:pt x="186944" y="737489"/>
                  </a:lnTo>
                  <a:lnTo>
                    <a:pt x="186944" y="1937766"/>
                  </a:lnTo>
                  <a:lnTo>
                    <a:pt x="461772" y="1937766"/>
                  </a:lnTo>
                  <a:lnTo>
                    <a:pt x="461772" y="1971167"/>
                  </a:lnTo>
                  <a:lnTo>
                    <a:pt x="528561" y="1937766"/>
                  </a:lnTo>
                  <a:lnTo>
                    <a:pt x="537972" y="1933067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7772" y="6529069"/>
              <a:ext cx="5878830" cy="2939415"/>
            </a:xfrm>
            <a:custGeom>
              <a:avLst/>
              <a:gdLst/>
              <a:ahLst/>
              <a:cxnLst/>
              <a:rect l="l" t="t" r="r" b="b"/>
              <a:pathLst>
                <a:path w="5878830" h="2939415">
                  <a:moveTo>
                    <a:pt x="5763386" y="0"/>
                  </a:moveTo>
                  <a:lnTo>
                    <a:pt x="115188" y="0"/>
                  </a:lnTo>
                  <a:lnTo>
                    <a:pt x="70348" y="9048"/>
                  </a:lnTo>
                  <a:lnTo>
                    <a:pt x="33734" y="33718"/>
                  </a:lnTo>
                  <a:lnTo>
                    <a:pt x="9050" y="70294"/>
                  </a:lnTo>
                  <a:lnTo>
                    <a:pt x="0" y="115062"/>
                  </a:lnTo>
                  <a:lnTo>
                    <a:pt x="0" y="2824073"/>
                  </a:lnTo>
                  <a:lnTo>
                    <a:pt x="9050" y="2868897"/>
                  </a:lnTo>
                  <a:lnTo>
                    <a:pt x="33734" y="2905499"/>
                  </a:lnTo>
                  <a:lnTo>
                    <a:pt x="70348" y="2930176"/>
                  </a:lnTo>
                  <a:lnTo>
                    <a:pt x="115188" y="2939224"/>
                  </a:lnTo>
                  <a:lnTo>
                    <a:pt x="5763386" y="2939224"/>
                  </a:lnTo>
                  <a:lnTo>
                    <a:pt x="5808227" y="2930176"/>
                  </a:lnTo>
                  <a:lnTo>
                    <a:pt x="5844841" y="2905499"/>
                  </a:lnTo>
                  <a:lnTo>
                    <a:pt x="5869525" y="2868897"/>
                  </a:lnTo>
                  <a:lnTo>
                    <a:pt x="5878576" y="2824073"/>
                  </a:lnTo>
                  <a:lnTo>
                    <a:pt x="5878576" y="115062"/>
                  </a:lnTo>
                  <a:lnTo>
                    <a:pt x="5869525" y="70294"/>
                  </a:lnTo>
                  <a:lnTo>
                    <a:pt x="5844841" y="33718"/>
                  </a:lnTo>
                  <a:lnTo>
                    <a:pt x="5808227" y="9048"/>
                  </a:lnTo>
                  <a:lnTo>
                    <a:pt x="5763386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887726" y="8025129"/>
              <a:ext cx="1160145" cy="1356995"/>
            </a:xfrm>
            <a:custGeom>
              <a:avLst/>
              <a:gdLst/>
              <a:ahLst/>
              <a:cxnLst/>
              <a:rect l="l" t="t" r="r" b="b"/>
              <a:pathLst>
                <a:path w="1160145" h="1356995">
                  <a:moveTo>
                    <a:pt x="0" y="45466"/>
                  </a:moveTo>
                  <a:lnTo>
                    <a:pt x="3585" y="27753"/>
                  </a:lnTo>
                  <a:lnTo>
                    <a:pt x="13350" y="13303"/>
                  </a:lnTo>
                  <a:lnTo>
                    <a:pt x="27807" y="3567"/>
                  </a:lnTo>
                  <a:lnTo>
                    <a:pt x="45466" y="0"/>
                  </a:lnTo>
                  <a:lnTo>
                    <a:pt x="1114425" y="0"/>
                  </a:lnTo>
                  <a:lnTo>
                    <a:pt x="1132137" y="3567"/>
                  </a:lnTo>
                  <a:lnTo>
                    <a:pt x="1146587" y="13303"/>
                  </a:lnTo>
                  <a:lnTo>
                    <a:pt x="1156323" y="27753"/>
                  </a:lnTo>
                  <a:lnTo>
                    <a:pt x="1159890" y="45466"/>
                  </a:lnTo>
                  <a:lnTo>
                    <a:pt x="1159890" y="1311122"/>
                  </a:lnTo>
                  <a:lnTo>
                    <a:pt x="1156323" y="1328809"/>
                  </a:lnTo>
                  <a:lnTo>
                    <a:pt x="1146587" y="1343253"/>
                  </a:lnTo>
                  <a:lnTo>
                    <a:pt x="1132137" y="1352992"/>
                  </a:lnTo>
                  <a:lnTo>
                    <a:pt x="1114425" y="1356563"/>
                  </a:lnTo>
                  <a:lnTo>
                    <a:pt x="45466" y="1356563"/>
                  </a:lnTo>
                  <a:lnTo>
                    <a:pt x="27807" y="1352992"/>
                  </a:lnTo>
                  <a:lnTo>
                    <a:pt x="13350" y="1343253"/>
                  </a:lnTo>
                  <a:lnTo>
                    <a:pt x="3585" y="1328809"/>
                  </a:lnTo>
                  <a:lnTo>
                    <a:pt x="0" y="1311122"/>
                  </a:lnTo>
                  <a:lnTo>
                    <a:pt x="0" y="45466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7789544" y="3220592"/>
            <a:ext cx="732790" cy="5226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44780">
              <a:lnSpc>
                <a:spcPct val="101899"/>
              </a:lnSpc>
              <a:spcBef>
                <a:spcPts val="95"/>
              </a:spcBef>
            </a:pPr>
            <a:r>
              <a:rPr sz="1600" spc="-10" dirty="0">
                <a:solidFill>
                  <a:srgbClr val="221F1F"/>
                </a:solidFill>
                <a:latin typeface="Malgun Gothic"/>
                <a:cs typeface="Malgun Gothic"/>
              </a:rPr>
              <a:t>Public </a:t>
            </a:r>
            <a:r>
              <a:rPr sz="1600" dirty="0">
                <a:solidFill>
                  <a:srgbClr val="221F1F"/>
                </a:solidFill>
                <a:latin typeface="Malgun Gothic"/>
                <a:cs typeface="Malgun Gothic"/>
              </a:rPr>
              <a:t>U</a:t>
            </a:r>
            <a:r>
              <a:rPr sz="1600" spc="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spc="-20" dirty="0">
                <a:solidFill>
                  <a:srgbClr val="221F1F"/>
                </a:solidFill>
                <a:latin typeface="Malgun Gothic"/>
                <a:cs typeface="Malgun Gothic"/>
              </a:rPr>
              <a:t>Cube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747772" y="6529069"/>
            <a:ext cx="5878830" cy="2939415"/>
          </a:xfrm>
          <a:custGeom>
            <a:avLst/>
            <a:gdLst/>
            <a:ahLst/>
            <a:cxnLst/>
            <a:rect l="l" t="t" r="r" b="b"/>
            <a:pathLst>
              <a:path w="5878830" h="2939415">
                <a:moveTo>
                  <a:pt x="0" y="115062"/>
                </a:moveTo>
                <a:lnTo>
                  <a:pt x="9050" y="70294"/>
                </a:lnTo>
                <a:lnTo>
                  <a:pt x="33734" y="33718"/>
                </a:lnTo>
                <a:lnTo>
                  <a:pt x="70348" y="9048"/>
                </a:lnTo>
                <a:lnTo>
                  <a:pt x="115188" y="0"/>
                </a:lnTo>
                <a:lnTo>
                  <a:pt x="5763386" y="0"/>
                </a:lnTo>
                <a:lnTo>
                  <a:pt x="5808227" y="9048"/>
                </a:lnTo>
                <a:lnTo>
                  <a:pt x="5844841" y="33718"/>
                </a:lnTo>
                <a:lnTo>
                  <a:pt x="5869525" y="70294"/>
                </a:lnTo>
                <a:lnTo>
                  <a:pt x="5878576" y="115062"/>
                </a:lnTo>
                <a:lnTo>
                  <a:pt x="5878576" y="2824073"/>
                </a:lnTo>
                <a:lnTo>
                  <a:pt x="5869525" y="2868897"/>
                </a:lnTo>
                <a:lnTo>
                  <a:pt x="5844841" y="2905499"/>
                </a:lnTo>
                <a:lnTo>
                  <a:pt x="5808227" y="2930176"/>
                </a:lnTo>
                <a:lnTo>
                  <a:pt x="5763386" y="2939224"/>
                </a:lnTo>
                <a:lnTo>
                  <a:pt x="115188" y="2939224"/>
                </a:lnTo>
                <a:lnTo>
                  <a:pt x="70348" y="2930176"/>
                </a:lnTo>
                <a:lnTo>
                  <a:pt x="33734" y="2905499"/>
                </a:lnTo>
                <a:lnTo>
                  <a:pt x="9050" y="2868897"/>
                </a:lnTo>
                <a:lnTo>
                  <a:pt x="0" y="2824073"/>
                </a:lnTo>
                <a:lnTo>
                  <a:pt x="0" y="115062"/>
                </a:lnTo>
                <a:close/>
              </a:path>
            </a:pathLst>
          </a:custGeom>
          <a:ln w="12700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3013075" y="8086090"/>
            <a:ext cx="87312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585858"/>
                </a:solidFill>
                <a:latin typeface="Malgun Gothic"/>
                <a:cs typeface="Malgun Gothic"/>
              </a:rPr>
              <a:t>CDC</a:t>
            </a:r>
            <a:r>
              <a:rPr sz="1200" spc="5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Malgun Gothic"/>
                <a:cs typeface="Malgun Gothic"/>
              </a:rPr>
              <a:t>Cluster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73704" y="8349246"/>
            <a:ext cx="979805" cy="280035"/>
          </a:xfrm>
          <a:prstGeom prst="rect">
            <a:avLst/>
          </a:prstGeom>
          <a:solidFill>
            <a:srgbClr val="8295AF"/>
          </a:solidFill>
          <a:ln w="1905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79400">
              <a:lnSpc>
                <a:spcPct val="100000"/>
              </a:lnSpc>
              <a:spcBef>
                <a:spcPts val="425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Leader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973704" y="8691511"/>
            <a:ext cx="979805" cy="280035"/>
          </a:xfrm>
          <a:prstGeom prst="rect">
            <a:avLst/>
          </a:prstGeom>
          <a:solidFill>
            <a:srgbClr val="8295AF"/>
          </a:solidFill>
          <a:ln w="1905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425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Follower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973704" y="9033662"/>
            <a:ext cx="979805" cy="280035"/>
          </a:xfrm>
          <a:prstGeom prst="rect">
            <a:avLst/>
          </a:prstGeom>
          <a:solidFill>
            <a:srgbClr val="8295AF"/>
          </a:solidFill>
          <a:ln w="1905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24790">
              <a:lnSpc>
                <a:spcPct val="100000"/>
              </a:lnSpc>
              <a:spcBef>
                <a:spcPts val="425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Follower</a:t>
            </a:r>
            <a:endParaRPr sz="1100">
              <a:latin typeface="Malgun Gothic"/>
              <a:cs typeface="Malgun Gothic"/>
            </a:endParaRPr>
          </a:p>
        </p:txBody>
      </p: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5673978" y="6636270"/>
          <a:ext cx="2011679" cy="27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Replicator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6F2F9F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Replicator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6F2F9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" name="object 42"/>
          <p:cNvSpPr/>
          <p:nvPr/>
        </p:nvSpPr>
        <p:spPr>
          <a:xfrm>
            <a:off x="4269485" y="7393685"/>
            <a:ext cx="4231005" cy="1316355"/>
          </a:xfrm>
          <a:custGeom>
            <a:avLst/>
            <a:gdLst/>
            <a:ahLst/>
            <a:cxnLst/>
            <a:rect l="l" t="t" r="r" b="b"/>
            <a:pathLst>
              <a:path w="4231005" h="1316354">
                <a:moveTo>
                  <a:pt x="0" y="51561"/>
                </a:moveTo>
                <a:lnTo>
                  <a:pt x="4058" y="31503"/>
                </a:lnTo>
                <a:lnTo>
                  <a:pt x="15128" y="15112"/>
                </a:lnTo>
                <a:lnTo>
                  <a:pt x="31557" y="4056"/>
                </a:lnTo>
                <a:lnTo>
                  <a:pt x="51688" y="0"/>
                </a:lnTo>
                <a:lnTo>
                  <a:pt x="4179189" y="0"/>
                </a:lnTo>
                <a:lnTo>
                  <a:pt x="4199320" y="4056"/>
                </a:lnTo>
                <a:lnTo>
                  <a:pt x="4215749" y="15112"/>
                </a:lnTo>
                <a:lnTo>
                  <a:pt x="4226819" y="31503"/>
                </a:lnTo>
                <a:lnTo>
                  <a:pt x="4230878" y="51561"/>
                </a:lnTo>
                <a:lnTo>
                  <a:pt x="4230878" y="1264792"/>
                </a:lnTo>
                <a:lnTo>
                  <a:pt x="4226819" y="1284851"/>
                </a:lnTo>
                <a:lnTo>
                  <a:pt x="4215749" y="1301241"/>
                </a:lnTo>
                <a:lnTo>
                  <a:pt x="4199320" y="1312298"/>
                </a:lnTo>
                <a:lnTo>
                  <a:pt x="4179189" y="1316354"/>
                </a:lnTo>
                <a:lnTo>
                  <a:pt x="51688" y="1316354"/>
                </a:lnTo>
                <a:lnTo>
                  <a:pt x="31557" y="1312298"/>
                </a:lnTo>
                <a:lnTo>
                  <a:pt x="15128" y="1301241"/>
                </a:lnTo>
                <a:lnTo>
                  <a:pt x="4058" y="1284851"/>
                </a:lnTo>
                <a:lnTo>
                  <a:pt x="0" y="1264792"/>
                </a:lnTo>
                <a:lnTo>
                  <a:pt x="0" y="51561"/>
                </a:lnTo>
                <a:close/>
              </a:path>
            </a:pathLst>
          </a:custGeom>
          <a:ln w="12700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/>
          <p:nvPr/>
        </p:nvSpPr>
        <p:spPr>
          <a:xfrm>
            <a:off x="4396866" y="7456423"/>
            <a:ext cx="125285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585858"/>
                </a:solidFill>
                <a:latin typeface="Malgun Gothic"/>
                <a:cs typeface="Malgun Gothic"/>
              </a:rPr>
              <a:t>Confluent</a:t>
            </a:r>
            <a:r>
              <a:rPr sz="1200" spc="25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Malgun Gothic"/>
                <a:cs typeface="Malgun Gothic"/>
              </a:rPr>
              <a:t>Cluster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81703" y="8281048"/>
            <a:ext cx="852169" cy="299085"/>
            <a:chOff x="4481703" y="8281048"/>
            <a:chExt cx="852169" cy="299085"/>
          </a:xfrm>
        </p:grpSpPr>
        <p:sp>
          <p:nvSpPr>
            <p:cNvPr id="45" name="object 45"/>
            <p:cNvSpPr/>
            <p:nvPr/>
          </p:nvSpPr>
          <p:spPr>
            <a:xfrm>
              <a:off x="4491228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491228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4691888" y="8332978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5425440" y="8281048"/>
            <a:ext cx="852169" cy="299085"/>
            <a:chOff x="5425440" y="8281048"/>
            <a:chExt cx="852169" cy="299085"/>
          </a:xfrm>
        </p:grpSpPr>
        <p:sp>
          <p:nvSpPr>
            <p:cNvPr id="49" name="object 49"/>
            <p:cNvSpPr/>
            <p:nvPr/>
          </p:nvSpPr>
          <p:spPr>
            <a:xfrm>
              <a:off x="5434965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5434965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635497" y="8332978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6369177" y="8281048"/>
            <a:ext cx="852169" cy="299085"/>
            <a:chOff x="6369177" y="8281048"/>
            <a:chExt cx="852169" cy="299085"/>
          </a:xfrm>
        </p:grpSpPr>
        <p:sp>
          <p:nvSpPr>
            <p:cNvPr id="53" name="object 53"/>
            <p:cNvSpPr/>
            <p:nvPr/>
          </p:nvSpPr>
          <p:spPr>
            <a:xfrm>
              <a:off x="6378702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378702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579234" y="8332978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481703" y="7803654"/>
            <a:ext cx="852169" cy="299085"/>
            <a:chOff x="4481703" y="7803654"/>
            <a:chExt cx="852169" cy="299085"/>
          </a:xfrm>
        </p:grpSpPr>
        <p:sp>
          <p:nvSpPr>
            <p:cNvPr id="57" name="object 57"/>
            <p:cNvSpPr/>
            <p:nvPr/>
          </p:nvSpPr>
          <p:spPr>
            <a:xfrm>
              <a:off x="4491228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491228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691888" y="7855457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5425440" y="7803654"/>
            <a:ext cx="852169" cy="299085"/>
            <a:chOff x="5425440" y="7803654"/>
            <a:chExt cx="852169" cy="299085"/>
          </a:xfrm>
        </p:grpSpPr>
        <p:sp>
          <p:nvSpPr>
            <p:cNvPr id="61" name="object 61"/>
            <p:cNvSpPr/>
            <p:nvPr/>
          </p:nvSpPr>
          <p:spPr>
            <a:xfrm>
              <a:off x="5434965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434965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635497" y="7855457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6369177" y="7803654"/>
            <a:ext cx="852169" cy="299085"/>
            <a:chOff x="6369177" y="7803654"/>
            <a:chExt cx="852169" cy="299085"/>
          </a:xfrm>
        </p:grpSpPr>
        <p:sp>
          <p:nvSpPr>
            <p:cNvPr id="65" name="object 65"/>
            <p:cNvSpPr/>
            <p:nvPr/>
          </p:nvSpPr>
          <p:spPr>
            <a:xfrm>
              <a:off x="6378702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6378702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6579234" y="7855457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351624" y="8034321"/>
            <a:ext cx="232410" cy="115570"/>
          </a:xfrm>
          <a:prstGeom prst="rect">
            <a:avLst/>
          </a:prstGeom>
        </p:spPr>
        <p:txBody>
          <a:bodyPr vert="vert270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spc="-50" dirty="0">
                <a:solidFill>
                  <a:srgbClr val="FF0000"/>
                </a:solidFill>
                <a:latin typeface="Malgun Gothic"/>
                <a:cs typeface="Malgun Gothic"/>
              </a:rPr>
              <a:t>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8164172" y="7760843"/>
            <a:ext cx="232410" cy="917575"/>
          </a:xfrm>
          <a:prstGeom prst="rect">
            <a:avLst/>
          </a:prstGeom>
        </p:spPr>
        <p:txBody>
          <a:bodyPr vert="vert270" wrap="square" lIns="0" tIns="298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4"/>
              </a:spcBef>
            </a:pPr>
            <a:r>
              <a:rPr sz="1200" dirty="0">
                <a:solidFill>
                  <a:srgbClr val="81CFE1"/>
                </a:solidFill>
                <a:latin typeface="Malgun Gothic"/>
                <a:cs typeface="Malgun Gothic"/>
              </a:rPr>
              <a:t>a</a:t>
            </a:r>
            <a:r>
              <a:rPr sz="1200" strike="sngStrike" dirty="0">
                <a:solidFill>
                  <a:srgbClr val="81CFE1"/>
                </a:solidFill>
                <a:latin typeface="Malgun Gothic"/>
                <a:cs typeface="Malgun Gothic"/>
              </a:rPr>
              <a:t>dmi</a:t>
            </a:r>
            <a:r>
              <a:rPr sz="1200" strike="sngStrike" spc="160" dirty="0">
                <a:solidFill>
                  <a:srgbClr val="81CFE1"/>
                </a:solidFill>
                <a:latin typeface="Malgun Gothic"/>
                <a:cs typeface="Malgun Gothic"/>
              </a:rPr>
              <a:t> </a:t>
            </a:r>
            <a:r>
              <a:rPr sz="1200" strike="noStrike" spc="425" dirty="0">
                <a:solidFill>
                  <a:srgbClr val="81CFE1"/>
                </a:solidFill>
                <a:latin typeface="Malgun Gothic"/>
                <a:cs typeface="Malgun Gothic"/>
              </a:rPr>
              <a:t> </a:t>
            </a:r>
            <a:r>
              <a:rPr sz="1200" strike="sngStrike" spc="-25" dirty="0">
                <a:solidFill>
                  <a:srgbClr val="FF0000"/>
                </a:solidFill>
                <a:latin typeface="Malgun Gothic"/>
                <a:cs typeface="Malgun Gothic"/>
              </a:rPr>
              <a:t>mai</a:t>
            </a:r>
            <a:r>
              <a:rPr sz="1200" strike="sngStrike" spc="5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8351878" y="8562895"/>
            <a:ext cx="232410" cy="115570"/>
          </a:xfrm>
          <a:prstGeom prst="rect">
            <a:avLst/>
          </a:prstGeom>
        </p:spPr>
        <p:txBody>
          <a:bodyPr vert="vert270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spc="-50" dirty="0">
                <a:solidFill>
                  <a:srgbClr val="81CFE1"/>
                </a:solidFill>
                <a:latin typeface="Malgun Gothic"/>
                <a:cs typeface="Malgun Gothic"/>
              </a:rPr>
              <a:t>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3953383" y="7914893"/>
            <a:ext cx="538480" cy="1399540"/>
          </a:xfrm>
          <a:custGeom>
            <a:avLst/>
            <a:gdLst/>
            <a:ahLst/>
            <a:cxnLst/>
            <a:rect l="l" t="t" r="r" b="b"/>
            <a:pathLst>
              <a:path w="538479" h="1399540">
                <a:moveTo>
                  <a:pt x="38100" y="1253883"/>
                </a:moveTo>
                <a:lnTo>
                  <a:pt x="0" y="1253883"/>
                </a:lnTo>
                <a:lnTo>
                  <a:pt x="0" y="1263408"/>
                </a:lnTo>
                <a:lnTo>
                  <a:pt x="38100" y="1263408"/>
                </a:lnTo>
                <a:lnTo>
                  <a:pt x="38100" y="1253883"/>
                </a:lnTo>
                <a:close/>
              </a:path>
              <a:path w="538479" h="1399540">
                <a:moveTo>
                  <a:pt x="104775" y="1253883"/>
                </a:moveTo>
                <a:lnTo>
                  <a:pt x="66675" y="1253883"/>
                </a:lnTo>
                <a:lnTo>
                  <a:pt x="66675" y="1263408"/>
                </a:lnTo>
                <a:lnTo>
                  <a:pt x="104775" y="1263408"/>
                </a:lnTo>
                <a:lnTo>
                  <a:pt x="104775" y="1253883"/>
                </a:lnTo>
                <a:close/>
              </a:path>
              <a:path w="538479" h="1399540">
                <a:moveTo>
                  <a:pt x="157734" y="1305661"/>
                </a:moveTo>
                <a:lnTo>
                  <a:pt x="148209" y="1305661"/>
                </a:lnTo>
                <a:lnTo>
                  <a:pt x="148209" y="1343761"/>
                </a:lnTo>
                <a:lnTo>
                  <a:pt x="157734" y="1343761"/>
                </a:lnTo>
                <a:lnTo>
                  <a:pt x="157734" y="1305661"/>
                </a:lnTo>
                <a:close/>
              </a:path>
              <a:path w="538479" h="1399540">
                <a:moveTo>
                  <a:pt x="157734" y="1253883"/>
                </a:moveTo>
                <a:lnTo>
                  <a:pt x="133350" y="1253883"/>
                </a:lnTo>
                <a:lnTo>
                  <a:pt x="133350" y="1263408"/>
                </a:lnTo>
                <a:lnTo>
                  <a:pt x="148209" y="1263408"/>
                </a:lnTo>
                <a:lnTo>
                  <a:pt x="148209" y="1277086"/>
                </a:lnTo>
                <a:lnTo>
                  <a:pt x="157734" y="1277086"/>
                </a:lnTo>
                <a:lnTo>
                  <a:pt x="157734" y="1263408"/>
                </a:lnTo>
                <a:lnTo>
                  <a:pt x="157734" y="1258646"/>
                </a:lnTo>
                <a:lnTo>
                  <a:pt x="157734" y="1253883"/>
                </a:lnTo>
                <a:close/>
              </a:path>
              <a:path w="538479" h="1399540">
                <a:moveTo>
                  <a:pt x="202565" y="1356182"/>
                </a:moveTo>
                <a:lnTo>
                  <a:pt x="164465" y="1356182"/>
                </a:lnTo>
                <a:lnTo>
                  <a:pt x="164465" y="1365707"/>
                </a:lnTo>
                <a:lnTo>
                  <a:pt x="202565" y="1365707"/>
                </a:lnTo>
                <a:lnTo>
                  <a:pt x="202565" y="1356182"/>
                </a:lnTo>
                <a:close/>
              </a:path>
              <a:path w="538479" h="1399540">
                <a:moveTo>
                  <a:pt x="306070" y="1360944"/>
                </a:moveTo>
                <a:lnTo>
                  <a:pt x="296545" y="1356182"/>
                </a:lnTo>
                <a:lnTo>
                  <a:pt x="229870" y="1322844"/>
                </a:lnTo>
                <a:lnTo>
                  <a:pt x="229870" y="1399044"/>
                </a:lnTo>
                <a:lnTo>
                  <a:pt x="296545" y="1365707"/>
                </a:lnTo>
                <a:lnTo>
                  <a:pt x="306070" y="1360944"/>
                </a:lnTo>
                <a:close/>
              </a:path>
              <a:path w="538479" h="1399540">
                <a:moveTo>
                  <a:pt x="537972" y="38100"/>
                </a:moveTo>
                <a:lnTo>
                  <a:pt x="528320" y="33274"/>
                </a:lnTo>
                <a:lnTo>
                  <a:pt x="461772" y="0"/>
                </a:lnTo>
                <a:lnTo>
                  <a:pt x="461772" y="33274"/>
                </a:lnTo>
                <a:lnTo>
                  <a:pt x="264160" y="33274"/>
                </a:lnTo>
                <a:lnTo>
                  <a:pt x="264160" y="911733"/>
                </a:lnTo>
                <a:lnTo>
                  <a:pt x="0" y="911733"/>
                </a:lnTo>
                <a:lnTo>
                  <a:pt x="0" y="921258"/>
                </a:lnTo>
                <a:lnTo>
                  <a:pt x="273685" y="921258"/>
                </a:lnTo>
                <a:lnTo>
                  <a:pt x="273685" y="916432"/>
                </a:lnTo>
                <a:lnTo>
                  <a:pt x="273685" y="911733"/>
                </a:lnTo>
                <a:lnTo>
                  <a:pt x="273685" y="42799"/>
                </a:lnTo>
                <a:lnTo>
                  <a:pt x="461772" y="42799"/>
                </a:lnTo>
                <a:lnTo>
                  <a:pt x="461772" y="76200"/>
                </a:lnTo>
                <a:lnTo>
                  <a:pt x="528561" y="42799"/>
                </a:lnTo>
                <a:lnTo>
                  <a:pt x="537972" y="38100"/>
                </a:lnTo>
                <a:close/>
              </a:path>
            </a:pathLst>
          </a:custGeom>
          <a:solidFill>
            <a:srgbClr val="17336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 txBox="1"/>
          <p:nvPr/>
        </p:nvSpPr>
        <p:spPr>
          <a:xfrm>
            <a:off x="7789544" y="6632194"/>
            <a:ext cx="732155" cy="52260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130"/>
              </a:spcBef>
            </a:pPr>
            <a:r>
              <a:rPr sz="1600" spc="-10" dirty="0">
                <a:solidFill>
                  <a:srgbClr val="221F1F"/>
                </a:solidFill>
                <a:latin typeface="Malgun Gothic"/>
                <a:cs typeface="Malgun Gothic"/>
              </a:rPr>
              <a:t>Private</a:t>
            </a:r>
            <a:endParaRPr sz="160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600" dirty="0">
                <a:solidFill>
                  <a:srgbClr val="221F1F"/>
                </a:solidFill>
                <a:latin typeface="Malgun Gothic"/>
                <a:cs typeface="Malgun Gothic"/>
              </a:rPr>
              <a:t>U</a:t>
            </a:r>
            <a:r>
              <a:rPr sz="1600" spc="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spc="-20" dirty="0">
                <a:solidFill>
                  <a:srgbClr val="221F1F"/>
                </a:solidFill>
                <a:latin typeface="Malgun Gothic"/>
                <a:cs typeface="Malgun Gothic"/>
              </a:rPr>
              <a:t>Cube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973704" y="6755524"/>
            <a:ext cx="979805" cy="280035"/>
          </a:xfrm>
          <a:prstGeom prst="rect">
            <a:avLst/>
          </a:prstGeom>
          <a:solidFill>
            <a:srgbClr val="FF5050"/>
          </a:solidFill>
          <a:ln w="19050">
            <a:solidFill>
              <a:srgbClr val="FFFFFF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425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Connect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2973704" y="7102487"/>
            <a:ext cx="979805" cy="280035"/>
          </a:xfrm>
          <a:prstGeom prst="rect">
            <a:avLst/>
          </a:prstGeom>
          <a:solidFill>
            <a:srgbClr val="FF5050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Connect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973704" y="7449578"/>
            <a:ext cx="979805" cy="280035"/>
          </a:xfrm>
          <a:prstGeom prst="rect">
            <a:avLst/>
          </a:prstGeom>
          <a:solidFill>
            <a:srgbClr val="FF5050"/>
          </a:solidFill>
          <a:ln w="19050">
            <a:solidFill>
              <a:srgbClr val="FFFFFF"/>
            </a:solidFill>
          </a:ln>
        </p:spPr>
        <p:txBody>
          <a:bodyPr vert="horz" wrap="square" lIns="0" tIns="53340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42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Connect</a:t>
            </a:r>
            <a:endParaRPr sz="1100">
              <a:latin typeface="Malgun Gothic"/>
              <a:cs typeface="Malgun Gothic"/>
            </a:endParaRPr>
          </a:p>
        </p:txBody>
      </p:sp>
      <p:graphicFrame>
        <p:nvGraphicFramePr>
          <p:cNvPr id="76" name="object 76"/>
          <p:cNvGraphicFramePr>
            <a:graphicFrameLocks noGrp="1"/>
          </p:cNvGraphicFramePr>
          <p:nvPr/>
        </p:nvGraphicFramePr>
        <p:xfrm>
          <a:off x="4249928" y="8789314"/>
          <a:ext cx="3043553" cy="27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7" name="object 77"/>
          <p:cNvGraphicFramePr>
            <a:graphicFrameLocks noGrp="1"/>
          </p:cNvGraphicFramePr>
          <p:nvPr/>
        </p:nvGraphicFramePr>
        <p:xfrm>
          <a:off x="4249928" y="9126308"/>
          <a:ext cx="2011679" cy="27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8" name="object 78"/>
          <p:cNvGrpSpPr/>
          <p:nvPr/>
        </p:nvGrpSpPr>
        <p:grpSpPr>
          <a:xfrm>
            <a:off x="3953383" y="7237603"/>
            <a:ext cx="4488180" cy="2143760"/>
            <a:chOff x="3953383" y="7237603"/>
            <a:chExt cx="4488180" cy="2143760"/>
          </a:xfrm>
        </p:grpSpPr>
        <p:sp>
          <p:nvSpPr>
            <p:cNvPr id="79" name="object 79"/>
            <p:cNvSpPr/>
            <p:nvPr/>
          </p:nvSpPr>
          <p:spPr>
            <a:xfrm>
              <a:off x="3953383" y="7237603"/>
              <a:ext cx="538480" cy="753745"/>
            </a:xfrm>
            <a:custGeom>
              <a:avLst/>
              <a:gdLst/>
              <a:ahLst/>
              <a:cxnLst/>
              <a:rect l="l" t="t" r="r" b="b"/>
              <a:pathLst>
                <a:path w="538479" h="753745">
                  <a:moveTo>
                    <a:pt x="461771" y="677418"/>
                  </a:moveTo>
                  <a:lnTo>
                    <a:pt x="461771" y="753618"/>
                  </a:lnTo>
                  <a:lnTo>
                    <a:pt x="528573" y="720217"/>
                  </a:lnTo>
                  <a:lnTo>
                    <a:pt x="474471" y="720217"/>
                  </a:lnTo>
                  <a:lnTo>
                    <a:pt x="474471" y="710692"/>
                  </a:lnTo>
                  <a:lnTo>
                    <a:pt x="528319" y="710692"/>
                  </a:lnTo>
                  <a:lnTo>
                    <a:pt x="461771" y="677418"/>
                  </a:lnTo>
                  <a:close/>
                </a:path>
                <a:path w="538479" h="753745">
                  <a:moveTo>
                    <a:pt x="264159" y="4826"/>
                  </a:moveTo>
                  <a:lnTo>
                    <a:pt x="264159" y="720217"/>
                  </a:lnTo>
                  <a:lnTo>
                    <a:pt x="461771" y="720217"/>
                  </a:lnTo>
                  <a:lnTo>
                    <a:pt x="461771" y="715518"/>
                  </a:lnTo>
                  <a:lnTo>
                    <a:pt x="273684" y="715518"/>
                  </a:lnTo>
                  <a:lnTo>
                    <a:pt x="268986" y="710692"/>
                  </a:lnTo>
                  <a:lnTo>
                    <a:pt x="273684" y="710692"/>
                  </a:lnTo>
                  <a:lnTo>
                    <a:pt x="273684" y="9525"/>
                  </a:lnTo>
                  <a:lnTo>
                    <a:pt x="268986" y="9525"/>
                  </a:lnTo>
                  <a:lnTo>
                    <a:pt x="264159" y="4826"/>
                  </a:lnTo>
                  <a:close/>
                </a:path>
                <a:path w="538479" h="753745">
                  <a:moveTo>
                    <a:pt x="528319" y="710692"/>
                  </a:moveTo>
                  <a:lnTo>
                    <a:pt x="474471" y="710692"/>
                  </a:lnTo>
                  <a:lnTo>
                    <a:pt x="474471" y="720217"/>
                  </a:lnTo>
                  <a:lnTo>
                    <a:pt x="528573" y="720217"/>
                  </a:lnTo>
                  <a:lnTo>
                    <a:pt x="537971" y="715518"/>
                  </a:lnTo>
                  <a:lnTo>
                    <a:pt x="528319" y="710692"/>
                  </a:lnTo>
                  <a:close/>
                </a:path>
                <a:path w="538479" h="753745">
                  <a:moveTo>
                    <a:pt x="273684" y="710692"/>
                  </a:moveTo>
                  <a:lnTo>
                    <a:pt x="268986" y="710692"/>
                  </a:lnTo>
                  <a:lnTo>
                    <a:pt x="273684" y="715518"/>
                  </a:lnTo>
                  <a:lnTo>
                    <a:pt x="273684" y="710692"/>
                  </a:lnTo>
                  <a:close/>
                </a:path>
                <a:path w="538479" h="753745">
                  <a:moveTo>
                    <a:pt x="461771" y="710692"/>
                  </a:moveTo>
                  <a:lnTo>
                    <a:pt x="273684" y="710692"/>
                  </a:lnTo>
                  <a:lnTo>
                    <a:pt x="273684" y="715518"/>
                  </a:lnTo>
                  <a:lnTo>
                    <a:pt x="461771" y="715518"/>
                  </a:lnTo>
                  <a:lnTo>
                    <a:pt x="461771" y="710692"/>
                  </a:lnTo>
                  <a:close/>
                </a:path>
                <a:path w="538479" h="753745">
                  <a:moveTo>
                    <a:pt x="273684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64159" y="9525"/>
                  </a:lnTo>
                  <a:lnTo>
                    <a:pt x="264159" y="4826"/>
                  </a:lnTo>
                  <a:lnTo>
                    <a:pt x="273684" y="4826"/>
                  </a:lnTo>
                  <a:lnTo>
                    <a:pt x="273684" y="0"/>
                  </a:lnTo>
                  <a:close/>
                </a:path>
                <a:path w="538479" h="753745">
                  <a:moveTo>
                    <a:pt x="273684" y="4826"/>
                  </a:moveTo>
                  <a:lnTo>
                    <a:pt x="264159" y="4826"/>
                  </a:lnTo>
                  <a:lnTo>
                    <a:pt x="268986" y="9525"/>
                  </a:lnTo>
                  <a:lnTo>
                    <a:pt x="273684" y="9525"/>
                  </a:lnTo>
                  <a:lnTo>
                    <a:pt x="273684" y="4826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7451979" y="8823693"/>
              <a:ext cx="979805" cy="548005"/>
            </a:xfrm>
            <a:custGeom>
              <a:avLst/>
              <a:gdLst/>
              <a:ahLst/>
              <a:cxnLst/>
              <a:rect l="l" t="t" r="r" b="b"/>
              <a:pathLst>
                <a:path w="979804" h="548004">
                  <a:moveTo>
                    <a:pt x="979754" y="0"/>
                  </a:moveTo>
                  <a:lnTo>
                    <a:pt x="0" y="0"/>
                  </a:lnTo>
                  <a:lnTo>
                    <a:pt x="0" y="547725"/>
                  </a:lnTo>
                  <a:lnTo>
                    <a:pt x="979754" y="547725"/>
                  </a:lnTo>
                  <a:lnTo>
                    <a:pt x="979754" y="0"/>
                  </a:lnTo>
                  <a:close/>
                </a:path>
              </a:pathLst>
            </a:custGeom>
            <a:solidFill>
              <a:srgbClr val="39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7451979" y="8823693"/>
              <a:ext cx="979805" cy="548005"/>
            </a:xfrm>
            <a:custGeom>
              <a:avLst/>
              <a:gdLst/>
              <a:ahLst/>
              <a:cxnLst/>
              <a:rect l="l" t="t" r="r" b="b"/>
              <a:pathLst>
                <a:path w="979804" h="548004">
                  <a:moveTo>
                    <a:pt x="0" y="547725"/>
                  </a:moveTo>
                  <a:lnTo>
                    <a:pt x="979754" y="547725"/>
                  </a:lnTo>
                  <a:lnTo>
                    <a:pt x="979754" y="0"/>
                  </a:lnTo>
                  <a:lnTo>
                    <a:pt x="0" y="0"/>
                  </a:lnTo>
                  <a:lnTo>
                    <a:pt x="0" y="5477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7696581" y="8917025"/>
            <a:ext cx="492125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 marR="5080" indent="-26034">
              <a:lnSpc>
                <a:spcPts val="1310"/>
              </a:lnSpc>
              <a:spcBef>
                <a:spcPts val="14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Control Center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7312914" y="7803654"/>
            <a:ext cx="852169" cy="299085"/>
            <a:chOff x="7312914" y="7803654"/>
            <a:chExt cx="852169" cy="299085"/>
          </a:xfrm>
        </p:grpSpPr>
        <p:sp>
          <p:nvSpPr>
            <p:cNvPr id="84" name="object 84"/>
            <p:cNvSpPr/>
            <p:nvPr/>
          </p:nvSpPr>
          <p:spPr>
            <a:xfrm>
              <a:off x="7322439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7322439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7523226" y="7855457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9444608" y="6529069"/>
            <a:ext cx="5878830" cy="2939415"/>
          </a:xfrm>
          <a:custGeom>
            <a:avLst/>
            <a:gdLst/>
            <a:ahLst/>
            <a:cxnLst/>
            <a:rect l="l" t="t" r="r" b="b"/>
            <a:pathLst>
              <a:path w="5878830" h="2939415">
                <a:moveTo>
                  <a:pt x="0" y="115062"/>
                </a:moveTo>
                <a:lnTo>
                  <a:pt x="9050" y="70294"/>
                </a:lnTo>
                <a:lnTo>
                  <a:pt x="33734" y="33718"/>
                </a:lnTo>
                <a:lnTo>
                  <a:pt x="70348" y="9048"/>
                </a:lnTo>
                <a:lnTo>
                  <a:pt x="115189" y="0"/>
                </a:lnTo>
                <a:lnTo>
                  <a:pt x="5763387" y="0"/>
                </a:lnTo>
                <a:lnTo>
                  <a:pt x="5808227" y="9048"/>
                </a:lnTo>
                <a:lnTo>
                  <a:pt x="5844841" y="33718"/>
                </a:lnTo>
                <a:lnTo>
                  <a:pt x="5869525" y="70294"/>
                </a:lnTo>
                <a:lnTo>
                  <a:pt x="5878576" y="115062"/>
                </a:lnTo>
                <a:lnTo>
                  <a:pt x="5878576" y="2824073"/>
                </a:lnTo>
                <a:lnTo>
                  <a:pt x="5869525" y="2868897"/>
                </a:lnTo>
                <a:lnTo>
                  <a:pt x="5844841" y="2905499"/>
                </a:lnTo>
                <a:lnTo>
                  <a:pt x="5808227" y="2930176"/>
                </a:lnTo>
                <a:lnTo>
                  <a:pt x="5763387" y="2939224"/>
                </a:lnTo>
                <a:lnTo>
                  <a:pt x="115189" y="2939224"/>
                </a:lnTo>
                <a:lnTo>
                  <a:pt x="70348" y="2930176"/>
                </a:lnTo>
                <a:lnTo>
                  <a:pt x="33734" y="2905499"/>
                </a:lnTo>
                <a:lnTo>
                  <a:pt x="9050" y="2868897"/>
                </a:lnTo>
                <a:lnTo>
                  <a:pt x="0" y="2824073"/>
                </a:lnTo>
                <a:lnTo>
                  <a:pt x="0" y="115062"/>
                </a:lnTo>
                <a:close/>
              </a:path>
            </a:pathLst>
          </a:custGeom>
          <a:ln w="12700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8" name="object 88"/>
          <p:cNvGrpSpPr/>
          <p:nvPr/>
        </p:nvGrpSpPr>
        <p:grpSpPr>
          <a:xfrm>
            <a:off x="5276341" y="5775705"/>
            <a:ext cx="10046970" cy="3693160"/>
            <a:chOff x="5276341" y="5775705"/>
            <a:chExt cx="10046970" cy="3693160"/>
          </a:xfrm>
        </p:grpSpPr>
        <p:sp>
          <p:nvSpPr>
            <p:cNvPr id="89" name="object 89"/>
            <p:cNvSpPr/>
            <p:nvPr/>
          </p:nvSpPr>
          <p:spPr>
            <a:xfrm>
              <a:off x="5276341" y="5775705"/>
              <a:ext cx="76200" cy="1996439"/>
            </a:xfrm>
            <a:custGeom>
              <a:avLst/>
              <a:gdLst/>
              <a:ahLst/>
              <a:cxnLst/>
              <a:rect l="l" t="t" r="r" b="b"/>
              <a:pathLst>
                <a:path w="76200" h="1996440">
                  <a:moveTo>
                    <a:pt x="33274" y="1920240"/>
                  </a:moveTo>
                  <a:lnTo>
                    <a:pt x="0" y="1920240"/>
                  </a:lnTo>
                  <a:lnTo>
                    <a:pt x="38100" y="1996440"/>
                  </a:lnTo>
                  <a:lnTo>
                    <a:pt x="69850" y="1932940"/>
                  </a:lnTo>
                  <a:lnTo>
                    <a:pt x="33274" y="1932940"/>
                  </a:lnTo>
                  <a:lnTo>
                    <a:pt x="33274" y="1920240"/>
                  </a:lnTo>
                  <a:close/>
                </a:path>
                <a:path w="76200" h="1996440">
                  <a:moveTo>
                    <a:pt x="42799" y="63500"/>
                  </a:moveTo>
                  <a:lnTo>
                    <a:pt x="33274" y="63500"/>
                  </a:lnTo>
                  <a:lnTo>
                    <a:pt x="33274" y="1932940"/>
                  </a:lnTo>
                  <a:lnTo>
                    <a:pt x="42799" y="1932940"/>
                  </a:lnTo>
                  <a:lnTo>
                    <a:pt x="42799" y="63500"/>
                  </a:lnTo>
                  <a:close/>
                </a:path>
                <a:path w="76200" h="1996440">
                  <a:moveTo>
                    <a:pt x="76200" y="1920240"/>
                  </a:moveTo>
                  <a:lnTo>
                    <a:pt x="42799" y="1920240"/>
                  </a:lnTo>
                  <a:lnTo>
                    <a:pt x="42799" y="1932940"/>
                  </a:lnTo>
                  <a:lnTo>
                    <a:pt x="69850" y="1932940"/>
                  </a:lnTo>
                  <a:lnTo>
                    <a:pt x="76200" y="1920240"/>
                  </a:lnTo>
                  <a:close/>
                </a:path>
                <a:path w="76200" h="1996440">
                  <a:moveTo>
                    <a:pt x="38100" y="0"/>
                  </a:moveTo>
                  <a:lnTo>
                    <a:pt x="0" y="76200"/>
                  </a:lnTo>
                  <a:lnTo>
                    <a:pt x="33274" y="76200"/>
                  </a:lnTo>
                  <a:lnTo>
                    <a:pt x="33274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1996440">
                  <a:moveTo>
                    <a:pt x="69850" y="63500"/>
                  </a:moveTo>
                  <a:lnTo>
                    <a:pt x="42799" y="63500"/>
                  </a:lnTo>
                  <a:lnTo>
                    <a:pt x="42799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444608" y="6529069"/>
              <a:ext cx="5878830" cy="2939415"/>
            </a:xfrm>
            <a:custGeom>
              <a:avLst/>
              <a:gdLst/>
              <a:ahLst/>
              <a:cxnLst/>
              <a:rect l="l" t="t" r="r" b="b"/>
              <a:pathLst>
                <a:path w="5878830" h="2939415">
                  <a:moveTo>
                    <a:pt x="5763387" y="0"/>
                  </a:moveTo>
                  <a:lnTo>
                    <a:pt x="115189" y="0"/>
                  </a:lnTo>
                  <a:lnTo>
                    <a:pt x="70348" y="9048"/>
                  </a:lnTo>
                  <a:lnTo>
                    <a:pt x="33734" y="33718"/>
                  </a:lnTo>
                  <a:lnTo>
                    <a:pt x="9050" y="70294"/>
                  </a:lnTo>
                  <a:lnTo>
                    <a:pt x="0" y="115062"/>
                  </a:lnTo>
                  <a:lnTo>
                    <a:pt x="0" y="2824073"/>
                  </a:lnTo>
                  <a:lnTo>
                    <a:pt x="9050" y="2868897"/>
                  </a:lnTo>
                  <a:lnTo>
                    <a:pt x="33734" y="2905499"/>
                  </a:lnTo>
                  <a:lnTo>
                    <a:pt x="70348" y="2930176"/>
                  </a:lnTo>
                  <a:lnTo>
                    <a:pt x="115189" y="2939224"/>
                  </a:lnTo>
                  <a:lnTo>
                    <a:pt x="5763387" y="2939224"/>
                  </a:lnTo>
                  <a:lnTo>
                    <a:pt x="5808227" y="2930176"/>
                  </a:lnTo>
                  <a:lnTo>
                    <a:pt x="5844841" y="2905499"/>
                  </a:lnTo>
                  <a:lnTo>
                    <a:pt x="5869525" y="2868897"/>
                  </a:lnTo>
                  <a:lnTo>
                    <a:pt x="5878576" y="2824073"/>
                  </a:lnTo>
                  <a:lnTo>
                    <a:pt x="5878576" y="115062"/>
                  </a:lnTo>
                  <a:lnTo>
                    <a:pt x="5869525" y="70294"/>
                  </a:lnTo>
                  <a:lnTo>
                    <a:pt x="5844841" y="33718"/>
                  </a:lnTo>
                  <a:lnTo>
                    <a:pt x="5808227" y="9048"/>
                  </a:lnTo>
                  <a:lnTo>
                    <a:pt x="5763387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9598151" y="6645795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4" h="280034">
                  <a:moveTo>
                    <a:pt x="979754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979754" y="279768"/>
                  </a:lnTo>
                  <a:lnTo>
                    <a:pt x="97975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9598151" y="6645795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4" h="280034">
                  <a:moveTo>
                    <a:pt x="0" y="279768"/>
                  </a:moveTo>
                  <a:lnTo>
                    <a:pt x="979754" y="279768"/>
                  </a:lnTo>
                  <a:lnTo>
                    <a:pt x="979754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3" name="object 93"/>
          <p:cNvSpPr txBox="1"/>
          <p:nvPr/>
        </p:nvSpPr>
        <p:spPr>
          <a:xfrm>
            <a:off x="9761981" y="6688073"/>
            <a:ext cx="65151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Replicator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0620247" y="6636270"/>
            <a:ext cx="998855" cy="299085"/>
            <a:chOff x="10620247" y="6636270"/>
            <a:chExt cx="998855" cy="299085"/>
          </a:xfrm>
        </p:grpSpPr>
        <p:sp>
          <p:nvSpPr>
            <p:cNvPr id="95" name="object 95"/>
            <p:cNvSpPr/>
            <p:nvPr/>
          </p:nvSpPr>
          <p:spPr>
            <a:xfrm>
              <a:off x="10629772" y="6645795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4" h="280034">
                  <a:moveTo>
                    <a:pt x="979754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979754" y="279768"/>
                  </a:lnTo>
                  <a:lnTo>
                    <a:pt x="979754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0629772" y="6645795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4" h="280034">
                  <a:moveTo>
                    <a:pt x="0" y="279768"/>
                  </a:moveTo>
                  <a:lnTo>
                    <a:pt x="979754" y="279768"/>
                  </a:lnTo>
                  <a:lnTo>
                    <a:pt x="979754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0793983" y="6688073"/>
            <a:ext cx="65151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Replicator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9666096" y="7393685"/>
            <a:ext cx="4231005" cy="1316355"/>
          </a:xfrm>
          <a:custGeom>
            <a:avLst/>
            <a:gdLst/>
            <a:ahLst/>
            <a:cxnLst/>
            <a:rect l="l" t="t" r="r" b="b"/>
            <a:pathLst>
              <a:path w="4231005" h="1316354">
                <a:moveTo>
                  <a:pt x="0" y="51561"/>
                </a:moveTo>
                <a:lnTo>
                  <a:pt x="4056" y="31503"/>
                </a:lnTo>
                <a:lnTo>
                  <a:pt x="15113" y="15112"/>
                </a:lnTo>
                <a:lnTo>
                  <a:pt x="31503" y="4056"/>
                </a:lnTo>
                <a:lnTo>
                  <a:pt x="51561" y="0"/>
                </a:lnTo>
                <a:lnTo>
                  <a:pt x="4179189" y="0"/>
                </a:lnTo>
                <a:lnTo>
                  <a:pt x="4199247" y="4056"/>
                </a:lnTo>
                <a:lnTo>
                  <a:pt x="4215638" y="15112"/>
                </a:lnTo>
                <a:lnTo>
                  <a:pt x="4226694" y="31503"/>
                </a:lnTo>
                <a:lnTo>
                  <a:pt x="4230751" y="51561"/>
                </a:lnTo>
                <a:lnTo>
                  <a:pt x="4230751" y="1264792"/>
                </a:lnTo>
                <a:lnTo>
                  <a:pt x="4226694" y="1284851"/>
                </a:lnTo>
                <a:lnTo>
                  <a:pt x="4215637" y="1301241"/>
                </a:lnTo>
                <a:lnTo>
                  <a:pt x="4199247" y="1312298"/>
                </a:lnTo>
                <a:lnTo>
                  <a:pt x="4179189" y="1316354"/>
                </a:lnTo>
                <a:lnTo>
                  <a:pt x="51561" y="1316354"/>
                </a:lnTo>
                <a:lnTo>
                  <a:pt x="31503" y="1312298"/>
                </a:lnTo>
                <a:lnTo>
                  <a:pt x="15112" y="1301241"/>
                </a:lnTo>
                <a:lnTo>
                  <a:pt x="4056" y="1284851"/>
                </a:lnTo>
                <a:lnTo>
                  <a:pt x="0" y="1264792"/>
                </a:lnTo>
                <a:lnTo>
                  <a:pt x="0" y="51561"/>
                </a:lnTo>
                <a:close/>
              </a:path>
            </a:pathLst>
          </a:custGeom>
          <a:ln w="12700">
            <a:solidFill>
              <a:srgbClr val="7E7E7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 txBox="1"/>
          <p:nvPr/>
        </p:nvSpPr>
        <p:spPr>
          <a:xfrm>
            <a:off x="9793605" y="7456423"/>
            <a:ext cx="125285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585858"/>
                </a:solidFill>
                <a:latin typeface="Malgun Gothic"/>
                <a:cs typeface="Malgun Gothic"/>
              </a:rPr>
              <a:t>Confluent</a:t>
            </a:r>
            <a:r>
              <a:rPr sz="1200" spc="25" dirty="0">
                <a:solidFill>
                  <a:srgbClr val="585858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585858"/>
                </a:solidFill>
                <a:latin typeface="Malgun Gothic"/>
                <a:cs typeface="Malgun Gothic"/>
              </a:rPr>
              <a:t>Cluster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00" name="object 100"/>
          <p:cNvGrpSpPr/>
          <p:nvPr/>
        </p:nvGrpSpPr>
        <p:grpSpPr>
          <a:xfrm>
            <a:off x="10022078" y="8281048"/>
            <a:ext cx="852169" cy="299085"/>
            <a:chOff x="10022078" y="8281048"/>
            <a:chExt cx="852169" cy="299085"/>
          </a:xfrm>
        </p:grpSpPr>
        <p:sp>
          <p:nvSpPr>
            <p:cNvPr id="101" name="object 101"/>
            <p:cNvSpPr/>
            <p:nvPr/>
          </p:nvSpPr>
          <p:spPr>
            <a:xfrm>
              <a:off x="10031603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10031603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3" name="object 103"/>
          <p:cNvSpPr txBox="1"/>
          <p:nvPr/>
        </p:nvSpPr>
        <p:spPr>
          <a:xfrm>
            <a:off x="10232517" y="8332978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10965815" y="8281048"/>
            <a:ext cx="852169" cy="299085"/>
            <a:chOff x="10965815" y="8281048"/>
            <a:chExt cx="852169" cy="299085"/>
          </a:xfrm>
        </p:grpSpPr>
        <p:sp>
          <p:nvSpPr>
            <p:cNvPr id="105" name="object 105"/>
            <p:cNvSpPr/>
            <p:nvPr/>
          </p:nvSpPr>
          <p:spPr>
            <a:xfrm>
              <a:off x="10975340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10975340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11176254" y="8332978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11909552" y="8281048"/>
            <a:ext cx="852169" cy="299085"/>
            <a:chOff x="11909552" y="8281048"/>
            <a:chExt cx="852169" cy="299085"/>
          </a:xfrm>
        </p:grpSpPr>
        <p:sp>
          <p:nvSpPr>
            <p:cNvPr id="109" name="object 109"/>
            <p:cNvSpPr/>
            <p:nvPr/>
          </p:nvSpPr>
          <p:spPr>
            <a:xfrm>
              <a:off x="11919077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1919077" y="8290573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1" name="object 111"/>
          <p:cNvSpPr txBox="1"/>
          <p:nvPr/>
        </p:nvSpPr>
        <p:spPr>
          <a:xfrm>
            <a:off x="12120118" y="8332978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12" name="object 112"/>
          <p:cNvGrpSpPr/>
          <p:nvPr/>
        </p:nvGrpSpPr>
        <p:grpSpPr>
          <a:xfrm>
            <a:off x="10022078" y="7803654"/>
            <a:ext cx="852169" cy="299085"/>
            <a:chOff x="10022078" y="7803654"/>
            <a:chExt cx="852169" cy="299085"/>
          </a:xfrm>
        </p:grpSpPr>
        <p:sp>
          <p:nvSpPr>
            <p:cNvPr id="113" name="object 113"/>
            <p:cNvSpPr/>
            <p:nvPr/>
          </p:nvSpPr>
          <p:spPr>
            <a:xfrm>
              <a:off x="10031603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10031603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5" name="object 115"/>
          <p:cNvSpPr txBox="1"/>
          <p:nvPr/>
        </p:nvSpPr>
        <p:spPr>
          <a:xfrm>
            <a:off x="10232517" y="7855457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10965815" y="7803654"/>
            <a:ext cx="852169" cy="299085"/>
            <a:chOff x="10965815" y="7803654"/>
            <a:chExt cx="852169" cy="299085"/>
          </a:xfrm>
        </p:grpSpPr>
        <p:sp>
          <p:nvSpPr>
            <p:cNvPr id="117" name="object 117"/>
            <p:cNvSpPr/>
            <p:nvPr/>
          </p:nvSpPr>
          <p:spPr>
            <a:xfrm>
              <a:off x="10975340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975340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11176254" y="7855457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11909552" y="7803654"/>
            <a:ext cx="852169" cy="299085"/>
            <a:chOff x="11909552" y="7803654"/>
            <a:chExt cx="852169" cy="299085"/>
          </a:xfrm>
        </p:grpSpPr>
        <p:sp>
          <p:nvSpPr>
            <p:cNvPr id="121" name="object 121"/>
            <p:cNvSpPr/>
            <p:nvPr/>
          </p:nvSpPr>
          <p:spPr>
            <a:xfrm>
              <a:off x="11919077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832789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832789" y="279768"/>
                  </a:lnTo>
                  <a:lnTo>
                    <a:pt x="832789" y="0"/>
                  </a:lnTo>
                  <a:close/>
                </a:path>
              </a:pathLst>
            </a:custGeom>
            <a:solidFill>
              <a:srgbClr val="FF99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11919077" y="7813179"/>
              <a:ext cx="833119" cy="280035"/>
            </a:xfrm>
            <a:custGeom>
              <a:avLst/>
              <a:gdLst/>
              <a:ahLst/>
              <a:cxnLst/>
              <a:rect l="l" t="t" r="r" b="b"/>
              <a:pathLst>
                <a:path w="833120" h="280034">
                  <a:moveTo>
                    <a:pt x="0" y="279768"/>
                  </a:moveTo>
                  <a:lnTo>
                    <a:pt x="832789" y="279768"/>
                  </a:lnTo>
                  <a:lnTo>
                    <a:pt x="832789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12120118" y="7855457"/>
            <a:ext cx="432434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24" name="object 124"/>
          <p:cNvSpPr/>
          <p:nvPr/>
        </p:nvSpPr>
        <p:spPr>
          <a:xfrm>
            <a:off x="9981056" y="8243061"/>
            <a:ext cx="2862580" cy="362585"/>
          </a:xfrm>
          <a:custGeom>
            <a:avLst/>
            <a:gdLst/>
            <a:ahLst/>
            <a:cxnLst/>
            <a:rect l="l" t="t" r="r" b="b"/>
            <a:pathLst>
              <a:path w="2862579" h="362584">
                <a:moveTo>
                  <a:pt x="0" y="14097"/>
                </a:moveTo>
                <a:lnTo>
                  <a:pt x="0" y="6350"/>
                </a:lnTo>
                <a:lnTo>
                  <a:pt x="6350" y="0"/>
                </a:lnTo>
                <a:lnTo>
                  <a:pt x="14097" y="0"/>
                </a:lnTo>
                <a:lnTo>
                  <a:pt x="2847975" y="0"/>
                </a:lnTo>
                <a:lnTo>
                  <a:pt x="2855849" y="0"/>
                </a:lnTo>
                <a:lnTo>
                  <a:pt x="2862199" y="6350"/>
                </a:lnTo>
                <a:lnTo>
                  <a:pt x="2862199" y="14097"/>
                </a:lnTo>
                <a:lnTo>
                  <a:pt x="2862199" y="348107"/>
                </a:lnTo>
                <a:lnTo>
                  <a:pt x="2862199" y="355854"/>
                </a:lnTo>
                <a:lnTo>
                  <a:pt x="2855849" y="362204"/>
                </a:lnTo>
                <a:lnTo>
                  <a:pt x="2847975" y="362204"/>
                </a:lnTo>
                <a:lnTo>
                  <a:pt x="14097" y="362204"/>
                </a:lnTo>
                <a:lnTo>
                  <a:pt x="6350" y="362204"/>
                </a:lnTo>
                <a:lnTo>
                  <a:pt x="0" y="355854"/>
                </a:lnTo>
                <a:lnTo>
                  <a:pt x="0" y="348107"/>
                </a:lnTo>
                <a:lnTo>
                  <a:pt x="0" y="14097"/>
                </a:lnTo>
                <a:close/>
              </a:path>
            </a:pathLst>
          </a:custGeom>
          <a:ln w="12700">
            <a:solidFill>
              <a:srgbClr val="81CFE1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 txBox="1"/>
          <p:nvPr/>
        </p:nvSpPr>
        <p:spPr>
          <a:xfrm>
            <a:off x="9630514" y="7760843"/>
            <a:ext cx="419734" cy="389255"/>
          </a:xfrm>
          <a:prstGeom prst="rect">
            <a:avLst/>
          </a:prstGeom>
        </p:spPr>
        <p:txBody>
          <a:bodyPr vert="vert270" wrap="square" lIns="0" tIns="247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95"/>
              </a:spcBef>
              <a:tabLst>
                <a:tab pos="375920" algn="l"/>
              </a:tabLst>
            </a:pPr>
            <a:r>
              <a:rPr sz="1200" spc="-25" dirty="0">
                <a:solidFill>
                  <a:srgbClr val="FF0000"/>
                </a:solidFill>
                <a:latin typeface="Malgun Gothic"/>
                <a:cs typeface="Malgun Gothic"/>
              </a:rPr>
              <a:t>mai</a:t>
            </a:r>
            <a:r>
              <a:rPr sz="1200" spc="50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200" u="sng" spc="-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n</a:t>
            </a:r>
            <a:r>
              <a:rPr sz="12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	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9630514" y="8303976"/>
            <a:ext cx="419734" cy="374650"/>
          </a:xfrm>
          <a:prstGeom prst="rect">
            <a:avLst/>
          </a:prstGeom>
        </p:spPr>
        <p:txBody>
          <a:bodyPr vert="vert270" wrap="square" lIns="0" tIns="2476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195"/>
              </a:spcBef>
            </a:pPr>
            <a:r>
              <a:rPr sz="1200" spc="-20" dirty="0">
                <a:solidFill>
                  <a:srgbClr val="81CFE1"/>
                </a:solidFill>
                <a:latin typeface="Malgun Gothic"/>
                <a:cs typeface="Malgun Gothic"/>
              </a:rPr>
              <a:t>admi </a:t>
            </a:r>
            <a:r>
              <a:rPr sz="1200" spc="-50" dirty="0">
                <a:solidFill>
                  <a:srgbClr val="81CFE1"/>
                </a:solidFill>
                <a:latin typeface="Malgun Gothic"/>
                <a:cs typeface="Malgun Gothic"/>
              </a:rPr>
              <a:t>n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12143993" y="6642354"/>
            <a:ext cx="135636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dirty="0">
                <a:solidFill>
                  <a:srgbClr val="221F1F"/>
                </a:solidFill>
                <a:latin typeface="Malgun Gothic"/>
                <a:cs typeface="Malgun Gothic"/>
              </a:rPr>
              <a:t>Private</a:t>
            </a:r>
            <a:r>
              <a:rPr sz="1600" spc="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spc="-25" dirty="0">
                <a:solidFill>
                  <a:srgbClr val="221F1F"/>
                </a:solidFill>
                <a:latin typeface="Malgun Gothic"/>
                <a:cs typeface="Malgun Gothic"/>
              </a:rPr>
              <a:t>현행화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14112239" y="6745999"/>
            <a:ext cx="998855" cy="299085"/>
            <a:chOff x="14112239" y="6745999"/>
            <a:chExt cx="998855" cy="299085"/>
          </a:xfrm>
        </p:grpSpPr>
        <p:sp>
          <p:nvSpPr>
            <p:cNvPr id="129" name="object 129"/>
            <p:cNvSpPr/>
            <p:nvPr/>
          </p:nvSpPr>
          <p:spPr>
            <a:xfrm>
              <a:off x="14121764" y="6755524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5" h="280034">
                  <a:moveTo>
                    <a:pt x="979754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979754" y="279768"/>
                  </a:lnTo>
                  <a:lnTo>
                    <a:pt x="979754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4121764" y="6755524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5" h="280034">
                  <a:moveTo>
                    <a:pt x="0" y="279768"/>
                  </a:moveTo>
                  <a:lnTo>
                    <a:pt x="979754" y="279768"/>
                  </a:lnTo>
                  <a:lnTo>
                    <a:pt x="979754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14339442" y="6797802"/>
            <a:ext cx="54546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Connect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14112239" y="7092962"/>
            <a:ext cx="998855" cy="299085"/>
            <a:chOff x="14112239" y="7092962"/>
            <a:chExt cx="998855" cy="299085"/>
          </a:xfrm>
        </p:grpSpPr>
        <p:sp>
          <p:nvSpPr>
            <p:cNvPr id="133" name="object 133"/>
            <p:cNvSpPr/>
            <p:nvPr/>
          </p:nvSpPr>
          <p:spPr>
            <a:xfrm>
              <a:off x="14121764" y="7102487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5" h="280034">
                  <a:moveTo>
                    <a:pt x="979754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979754" y="279768"/>
                  </a:lnTo>
                  <a:lnTo>
                    <a:pt x="979754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4121764" y="7102487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5" h="280034">
                  <a:moveTo>
                    <a:pt x="0" y="279768"/>
                  </a:moveTo>
                  <a:lnTo>
                    <a:pt x="979754" y="279768"/>
                  </a:lnTo>
                  <a:lnTo>
                    <a:pt x="979754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5" name="object 135"/>
          <p:cNvSpPr txBox="1"/>
          <p:nvPr/>
        </p:nvSpPr>
        <p:spPr>
          <a:xfrm>
            <a:off x="14339442" y="7144639"/>
            <a:ext cx="54546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Connect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36" name="object 136"/>
          <p:cNvGrpSpPr/>
          <p:nvPr/>
        </p:nvGrpSpPr>
        <p:grpSpPr>
          <a:xfrm>
            <a:off x="14112239" y="7440053"/>
            <a:ext cx="998855" cy="299085"/>
            <a:chOff x="14112239" y="7440053"/>
            <a:chExt cx="998855" cy="299085"/>
          </a:xfrm>
        </p:grpSpPr>
        <p:sp>
          <p:nvSpPr>
            <p:cNvPr id="137" name="object 137"/>
            <p:cNvSpPr/>
            <p:nvPr/>
          </p:nvSpPr>
          <p:spPr>
            <a:xfrm>
              <a:off x="14121764" y="7449578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5" h="280034">
                  <a:moveTo>
                    <a:pt x="979754" y="0"/>
                  </a:moveTo>
                  <a:lnTo>
                    <a:pt x="0" y="0"/>
                  </a:lnTo>
                  <a:lnTo>
                    <a:pt x="0" y="279768"/>
                  </a:lnTo>
                  <a:lnTo>
                    <a:pt x="979754" y="279768"/>
                  </a:lnTo>
                  <a:lnTo>
                    <a:pt x="979754" y="0"/>
                  </a:lnTo>
                  <a:close/>
                </a:path>
              </a:pathLst>
            </a:custGeom>
            <a:solidFill>
              <a:srgbClr val="FF5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4121764" y="7449578"/>
              <a:ext cx="979805" cy="280035"/>
            </a:xfrm>
            <a:custGeom>
              <a:avLst/>
              <a:gdLst/>
              <a:ahLst/>
              <a:cxnLst/>
              <a:rect l="l" t="t" r="r" b="b"/>
              <a:pathLst>
                <a:path w="979805" h="280034">
                  <a:moveTo>
                    <a:pt x="0" y="279768"/>
                  </a:moveTo>
                  <a:lnTo>
                    <a:pt x="979754" y="279768"/>
                  </a:lnTo>
                  <a:lnTo>
                    <a:pt x="979754" y="0"/>
                  </a:lnTo>
                  <a:lnTo>
                    <a:pt x="0" y="0"/>
                  </a:lnTo>
                  <a:lnTo>
                    <a:pt x="0" y="279768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14339442" y="7491730"/>
            <a:ext cx="545465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Connect</a:t>
            </a:r>
            <a:endParaRPr sz="1100">
              <a:latin typeface="Malgun Gothic"/>
              <a:cs typeface="Malgun Gothic"/>
            </a:endParaRPr>
          </a:p>
        </p:txBody>
      </p:sp>
      <p:graphicFrame>
        <p:nvGraphicFramePr>
          <p:cNvPr id="140" name="object 140"/>
          <p:cNvGraphicFramePr>
            <a:graphicFrameLocks noGrp="1"/>
          </p:cNvGraphicFramePr>
          <p:nvPr/>
        </p:nvGraphicFramePr>
        <p:xfrm>
          <a:off x="9646539" y="8789314"/>
          <a:ext cx="3043553" cy="27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1" name="object 141"/>
          <p:cNvGraphicFramePr>
            <a:graphicFrameLocks noGrp="1"/>
          </p:cNvGraphicFramePr>
          <p:nvPr/>
        </p:nvGraphicFramePr>
        <p:xfrm>
          <a:off x="9646539" y="9126308"/>
          <a:ext cx="2011679" cy="279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400">
                <a:tc>
                  <a:txBody>
                    <a:bodyPr/>
                    <a:lstStyle/>
                    <a:p>
                      <a:pPr marL="151765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A8D08B"/>
                    </a:solidFill>
                  </a:tcPr>
                </a:tc>
                <a:tc>
                  <a:txBody>
                    <a:bodyPr/>
                    <a:lstStyle/>
                    <a:p>
                      <a:pPr marL="152400">
                        <a:lnSpc>
                          <a:spcPct val="100000"/>
                        </a:lnSpc>
                        <a:spcBef>
                          <a:spcPts val="425"/>
                        </a:spcBef>
                      </a:pPr>
                      <a:r>
                        <a:rPr sz="1100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Zookeeper</a:t>
                      </a:r>
                      <a:endParaRPr sz="1100">
                        <a:latin typeface="Malgun Gothic"/>
                        <a:cs typeface="Malgun Gothic"/>
                      </a:endParaRPr>
                    </a:p>
                  </a:txBody>
                  <a:tcPr marL="0" marR="0" marT="539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A8D0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42" name="object 142"/>
          <p:cNvGrpSpPr/>
          <p:nvPr/>
        </p:nvGrpSpPr>
        <p:grpSpPr>
          <a:xfrm>
            <a:off x="14125320" y="8814168"/>
            <a:ext cx="998855" cy="567055"/>
            <a:chOff x="14125320" y="8814168"/>
            <a:chExt cx="998855" cy="567055"/>
          </a:xfrm>
        </p:grpSpPr>
        <p:sp>
          <p:nvSpPr>
            <p:cNvPr id="143" name="object 143"/>
            <p:cNvSpPr/>
            <p:nvPr/>
          </p:nvSpPr>
          <p:spPr>
            <a:xfrm>
              <a:off x="14134845" y="8823693"/>
              <a:ext cx="979805" cy="548005"/>
            </a:xfrm>
            <a:custGeom>
              <a:avLst/>
              <a:gdLst/>
              <a:ahLst/>
              <a:cxnLst/>
              <a:rect l="l" t="t" r="r" b="b"/>
              <a:pathLst>
                <a:path w="979805" h="548004">
                  <a:moveTo>
                    <a:pt x="979754" y="0"/>
                  </a:moveTo>
                  <a:lnTo>
                    <a:pt x="0" y="0"/>
                  </a:lnTo>
                  <a:lnTo>
                    <a:pt x="0" y="547725"/>
                  </a:lnTo>
                  <a:lnTo>
                    <a:pt x="979754" y="547725"/>
                  </a:lnTo>
                  <a:lnTo>
                    <a:pt x="979754" y="0"/>
                  </a:lnTo>
                  <a:close/>
                </a:path>
              </a:pathLst>
            </a:custGeom>
            <a:solidFill>
              <a:srgbClr val="3938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14134845" y="8823693"/>
              <a:ext cx="979805" cy="548005"/>
            </a:xfrm>
            <a:custGeom>
              <a:avLst/>
              <a:gdLst/>
              <a:ahLst/>
              <a:cxnLst/>
              <a:rect l="l" t="t" r="r" b="b"/>
              <a:pathLst>
                <a:path w="979805" h="548004">
                  <a:moveTo>
                    <a:pt x="0" y="547725"/>
                  </a:moveTo>
                  <a:lnTo>
                    <a:pt x="979754" y="547725"/>
                  </a:lnTo>
                  <a:lnTo>
                    <a:pt x="979754" y="0"/>
                  </a:lnTo>
                  <a:lnTo>
                    <a:pt x="0" y="0"/>
                  </a:lnTo>
                  <a:lnTo>
                    <a:pt x="0" y="547725"/>
                  </a:lnTo>
                  <a:close/>
                </a:path>
              </a:pathLst>
            </a:custGeom>
            <a:ln w="190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14379956" y="8917025"/>
            <a:ext cx="492125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38100" marR="5080" indent="-26034">
              <a:lnSpc>
                <a:spcPts val="1310"/>
              </a:lnSpc>
              <a:spcBef>
                <a:spcPts val="140"/>
              </a:spcBef>
            </a:pPr>
            <a:r>
              <a:rPr sz="1100" spc="-10" dirty="0">
                <a:solidFill>
                  <a:srgbClr val="FFFFFF"/>
                </a:solidFill>
                <a:latin typeface="Malgun Gothic"/>
                <a:cs typeface="Malgun Gothic"/>
              </a:rPr>
              <a:t>Control Center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8633459" y="3558540"/>
            <a:ext cx="3418840" cy="4443095"/>
            <a:chOff x="8633459" y="3558540"/>
            <a:chExt cx="3418840" cy="4443095"/>
          </a:xfrm>
        </p:grpSpPr>
        <p:sp>
          <p:nvSpPr>
            <p:cNvPr id="147" name="object 147"/>
            <p:cNvSpPr/>
            <p:nvPr/>
          </p:nvSpPr>
          <p:spPr>
            <a:xfrm>
              <a:off x="8633460" y="3558539"/>
              <a:ext cx="3418840" cy="4443095"/>
            </a:xfrm>
            <a:custGeom>
              <a:avLst/>
              <a:gdLst/>
              <a:ahLst/>
              <a:cxnLst/>
              <a:rect l="l" t="t" r="r" b="b"/>
              <a:pathLst>
                <a:path w="3418840" h="4443095">
                  <a:moveTo>
                    <a:pt x="963549" y="4404741"/>
                  </a:moveTo>
                  <a:lnTo>
                    <a:pt x="954151" y="4400042"/>
                  </a:lnTo>
                  <a:lnTo>
                    <a:pt x="887349" y="4366641"/>
                  </a:lnTo>
                  <a:lnTo>
                    <a:pt x="887349" y="4400042"/>
                  </a:lnTo>
                  <a:lnTo>
                    <a:pt x="76200" y="4400042"/>
                  </a:lnTo>
                  <a:lnTo>
                    <a:pt x="76200" y="4366641"/>
                  </a:lnTo>
                  <a:lnTo>
                    <a:pt x="0" y="4404741"/>
                  </a:lnTo>
                  <a:lnTo>
                    <a:pt x="76200" y="4442841"/>
                  </a:lnTo>
                  <a:lnTo>
                    <a:pt x="76200" y="4409567"/>
                  </a:lnTo>
                  <a:lnTo>
                    <a:pt x="887349" y="4409567"/>
                  </a:lnTo>
                  <a:lnTo>
                    <a:pt x="887349" y="4442841"/>
                  </a:lnTo>
                  <a:lnTo>
                    <a:pt x="953897" y="4409567"/>
                  </a:lnTo>
                  <a:lnTo>
                    <a:pt x="963549" y="4404741"/>
                  </a:lnTo>
                  <a:close/>
                </a:path>
                <a:path w="3418840" h="4443095">
                  <a:moveTo>
                    <a:pt x="1098169" y="4186936"/>
                  </a:moveTo>
                  <a:lnTo>
                    <a:pt x="1064768" y="4186936"/>
                  </a:lnTo>
                  <a:lnTo>
                    <a:pt x="1064768" y="2070354"/>
                  </a:lnTo>
                  <a:lnTo>
                    <a:pt x="1064768" y="2065655"/>
                  </a:lnTo>
                  <a:lnTo>
                    <a:pt x="1064768" y="2060829"/>
                  </a:lnTo>
                  <a:lnTo>
                    <a:pt x="76327" y="2060829"/>
                  </a:lnTo>
                  <a:lnTo>
                    <a:pt x="76327" y="2027555"/>
                  </a:lnTo>
                  <a:lnTo>
                    <a:pt x="127" y="2065655"/>
                  </a:lnTo>
                  <a:lnTo>
                    <a:pt x="76327" y="2103755"/>
                  </a:lnTo>
                  <a:lnTo>
                    <a:pt x="76327" y="2070354"/>
                  </a:lnTo>
                  <a:lnTo>
                    <a:pt x="1055243" y="2070354"/>
                  </a:lnTo>
                  <a:lnTo>
                    <a:pt x="1055243" y="4186936"/>
                  </a:lnTo>
                  <a:lnTo>
                    <a:pt x="1021969" y="4186936"/>
                  </a:lnTo>
                  <a:lnTo>
                    <a:pt x="1060069" y="4263136"/>
                  </a:lnTo>
                  <a:lnTo>
                    <a:pt x="1091819" y="4199636"/>
                  </a:lnTo>
                  <a:lnTo>
                    <a:pt x="1098169" y="4186936"/>
                  </a:lnTo>
                  <a:close/>
                </a:path>
                <a:path w="3418840" h="4443095">
                  <a:moveTo>
                    <a:pt x="3418459" y="347980"/>
                  </a:moveTo>
                  <a:lnTo>
                    <a:pt x="3409061" y="343281"/>
                  </a:lnTo>
                  <a:lnTo>
                    <a:pt x="3342259" y="309880"/>
                  </a:lnTo>
                  <a:lnTo>
                    <a:pt x="3342259" y="343281"/>
                  </a:lnTo>
                  <a:lnTo>
                    <a:pt x="2514981" y="343281"/>
                  </a:lnTo>
                  <a:lnTo>
                    <a:pt x="2514981" y="309880"/>
                  </a:lnTo>
                  <a:lnTo>
                    <a:pt x="2438781" y="347980"/>
                  </a:lnTo>
                  <a:lnTo>
                    <a:pt x="2514981" y="386080"/>
                  </a:lnTo>
                  <a:lnTo>
                    <a:pt x="2514981" y="352806"/>
                  </a:lnTo>
                  <a:lnTo>
                    <a:pt x="3342259" y="352806"/>
                  </a:lnTo>
                  <a:lnTo>
                    <a:pt x="3342259" y="386080"/>
                  </a:lnTo>
                  <a:lnTo>
                    <a:pt x="3408807" y="352806"/>
                  </a:lnTo>
                  <a:lnTo>
                    <a:pt x="3418459" y="347980"/>
                  </a:lnTo>
                  <a:close/>
                </a:path>
                <a:path w="3418840" h="4443095">
                  <a:moveTo>
                    <a:pt x="3418459" y="38100"/>
                  </a:moveTo>
                  <a:lnTo>
                    <a:pt x="3408807" y="33274"/>
                  </a:lnTo>
                  <a:lnTo>
                    <a:pt x="3342259" y="0"/>
                  </a:lnTo>
                  <a:lnTo>
                    <a:pt x="3342259" y="33274"/>
                  </a:lnTo>
                  <a:lnTo>
                    <a:pt x="2438781" y="33274"/>
                  </a:lnTo>
                  <a:lnTo>
                    <a:pt x="2438781" y="42799"/>
                  </a:lnTo>
                  <a:lnTo>
                    <a:pt x="3342259" y="42799"/>
                  </a:lnTo>
                  <a:lnTo>
                    <a:pt x="3342259" y="76212"/>
                  </a:lnTo>
                  <a:lnTo>
                    <a:pt x="3409061" y="42799"/>
                  </a:lnTo>
                  <a:lnTo>
                    <a:pt x="3418459" y="38100"/>
                  </a:lnTo>
                  <a:close/>
                </a:path>
              </a:pathLst>
            </a:custGeom>
            <a:solidFill>
              <a:srgbClr val="17336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1060175" y="4074287"/>
              <a:ext cx="979805" cy="245110"/>
            </a:xfrm>
            <a:custGeom>
              <a:avLst/>
              <a:gdLst/>
              <a:ahLst/>
              <a:cxnLst/>
              <a:rect l="l" t="t" r="r" b="b"/>
              <a:pathLst>
                <a:path w="979804" h="245110">
                  <a:moveTo>
                    <a:pt x="0" y="9525"/>
                  </a:moveTo>
                  <a:lnTo>
                    <a:pt x="0" y="4317"/>
                  </a:lnTo>
                  <a:lnTo>
                    <a:pt x="4318" y="0"/>
                  </a:lnTo>
                  <a:lnTo>
                    <a:pt x="9651" y="0"/>
                  </a:lnTo>
                  <a:lnTo>
                    <a:pt x="970152" y="0"/>
                  </a:lnTo>
                  <a:lnTo>
                    <a:pt x="975487" y="0"/>
                  </a:lnTo>
                  <a:lnTo>
                    <a:pt x="979804" y="4317"/>
                  </a:lnTo>
                  <a:lnTo>
                    <a:pt x="979804" y="9525"/>
                  </a:lnTo>
                  <a:lnTo>
                    <a:pt x="979804" y="235330"/>
                  </a:lnTo>
                  <a:lnTo>
                    <a:pt x="979804" y="240664"/>
                  </a:lnTo>
                  <a:lnTo>
                    <a:pt x="975487" y="244855"/>
                  </a:lnTo>
                  <a:lnTo>
                    <a:pt x="970152" y="244855"/>
                  </a:lnTo>
                  <a:lnTo>
                    <a:pt x="9651" y="244855"/>
                  </a:lnTo>
                  <a:lnTo>
                    <a:pt x="4318" y="244855"/>
                  </a:lnTo>
                  <a:lnTo>
                    <a:pt x="0" y="240664"/>
                  </a:lnTo>
                  <a:lnTo>
                    <a:pt x="0" y="235330"/>
                  </a:lnTo>
                  <a:lnTo>
                    <a:pt x="0" y="9525"/>
                  </a:lnTo>
                  <a:close/>
                </a:path>
              </a:pathLst>
            </a:custGeom>
            <a:ln w="12700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" name="object 149"/>
            <p:cNvSpPr/>
            <p:nvPr/>
          </p:nvSpPr>
          <p:spPr>
            <a:xfrm>
              <a:off x="11060175" y="4409821"/>
              <a:ext cx="979805" cy="245110"/>
            </a:xfrm>
            <a:custGeom>
              <a:avLst/>
              <a:gdLst/>
              <a:ahLst/>
              <a:cxnLst/>
              <a:rect l="l" t="t" r="r" b="b"/>
              <a:pathLst>
                <a:path w="979804" h="245110">
                  <a:moveTo>
                    <a:pt x="0" y="9525"/>
                  </a:moveTo>
                  <a:lnTo>
                    <a:pt x="0" y="4317"/>
                  </a:lnTo>
                  <a:lnTo>
                    <a:pt x="4318" y="0"/>
                  </a:lnTo>
                  <a:lnTo>
                    <a:pt x="9651" y="0"/>
                  </a:lnTo>
                  <a:lnTo>
                    <a:pt x="970152" y="0"/>
                  </a:lnTo>
                  <a:lnTo>
                    <a:pt x="975487" y="0"/>
                  </a:lnTo>
                  <a:lnTo>
                    <a:pt x="979804" y="4317"/>
                  </a:lnTo>
                  <a:lnTo>
                    <a:pt x="979804" y="9525"/>
                  </a:lnTo>
                  <a:lnTo>
                    <a:pt x="979804" y="235330"/>
                  </a:lnTo>
                  <a:lnTo>
                    <a:pt x="979804" y="240664"/>
                  </a:lnTo>
                  <a:lnTo>
                    <a:pt x="975487" y="244855"/>
                  </a:lnTo>
                  <a:lnTo>
                    <a:pt x="970152" y="244855"/>
                  </a:lnTo>
                  <a:lnTo>
                    <a:pt x="9651" y="244855"/>
                  </a:lnTo>
                  <a:lnTo>
                    <a:pt x="4318" y="244855"/>
                  </a:lnTo>
                  <a:lnTo>
                    <a:pt x="0" y="240664"/>
                  </a:lnTo>
                  <a:lnTo>
                    <a:pt x="0" y="235330"/>
                  </a:lnTo>
                  <a:lnTo>
                    <a:pt x="0" y="9525"/>
                  </a:lnTo>
                  <a:close/>
                </a:path>
              </a:pathLst>
            </a:custGeom>
            <a:ln w="12700">
              <a:solidFill>
                <a:srgbClr val="FF0000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0" name="object 150"/>
            <p:cNvSpPr/>
            <p:nvPr/>
          </p:nvSpPr>
          <p:spPr>
            <a:xfrm>
              <a:off x="11060175" y="4759325"/>
              <a:ext cx="979805" cy="245110"/>
            </a:xfrm>
            <a:custGeom>
              <a:avLst/>
              <a:gdLst/>
              <a:ahLst/>
              <a:cxnLst/>
              <a:rect l="l" t="t" r="r" b="b"/>
              <a:pathLst>
                <a:path w="979804" h="245110">
                  <a:moveTo>
                    <a:pt x="0" y="9525"/>
                  </a:moveTo>
                  <a:lnTo>
                    <a:pt x="0" y="4317"/>
                  </a:lnTo>
                  <a:lnTo>
                    <a:pt x="4318" y="0"/>
                  </a:lnTo>
                  <a:lnTo>
                    <a:pt x="9651" y="0"/>
                  </a:lnTo>
                  <a:lnTo>
                    <a:pt x="970152" y="0"/>
                  </a:lnTo>
                  <a:lnTo>
                    <a:pt x="975487" y="0"/>
                  </a:lnTo>
                  <a:lnTo>
                    <a:pt x="979804" y="4317"/>
                  </a:lnTo>
                  <a:lnTo>
                    <a:pt x="979804" y="9525"/>
                  </a:lnTo>
                  <a:lnTo>
                    <a:pt x="979804" y="235330"/>
                  </a:lnTo>
                  <a:lnTo>
                    <a:pt x="979804" y="240664"/>
                  </a:lnTo>
                  <a:lnTo>
                    <a:pt x="975487" y="244983"/>
                  </a:lnTo>
                  <a:lnTo>
                    <a:pt x="970152" y="244983"/>
                  </a:lnTo>
                  <a:lnTo>
                    <a:pt x="9651" y="244983"/>
                  </a:lnTo>
                  <a:lnTo>
                    <a:pt x="4318" y="244983"/>
                  </a:lnTo>
                  <a:lnTo>
                    <a:pt x="0" y="240664"/>
                  </a:lnTo>
                  <a:lnTo>
                    <a:pt x="0" y="235330"/>
                  </a:lnTo>
                  <a:lnTo>
                    <a:pt x="0" y="9525"/>
                  </a:lnTo>
                  <a:close/>
                </a:path>
              </a:pathLst>
            </a:custGeom>
            <a:ln w="12700">
              <a:solidFill>
                <a:srgbClr val="81CFE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1" name="object 151"/>
          <p:cNvSpPr txBox="1"/>
          <p:nvPr/>
        </p:nvSpPr>
        <p:spPr>
          <a:xfrm>
            <a:off x="2691764" y="1828292"/>
            <a:ext cx="11819255" cy="149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메인</a:t>
            </a:r>
            <a:r>
              <a:rPr sz="2450" b="1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17719D"/>
                </a:solidFill>
                <a:latin typeface="Malgun Gothic"/>
                <a:cs typeface="Malgun Gothic"/>
              </a:rPr>
              <a:t>시스템(Event-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Driven</a:t>
            </a:r>
            <a:r>
              <a:rPr sz="2450" b="1" spc="-3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MSA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도입)과</a:t>
            </a:r>
            <a:r>
              <a:rPr sz="2450" b="1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내부</a:t>
            </a:r>
            <a:r>
              <a:rPr sz="2450" b="1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시스템과의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450" b="1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인터페이스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를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위해</a:t>
            </a:r>
            <a:endParaRPr sz="2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450" spc="-9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Platform를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적용하였고,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Cluster간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복제를</a:t>
            </a:r>
            <a:r>
              <a:rPr sz="2450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위해</a:t>
            </a:r>
            <a:r>
              <a:rPr sz="2450" spc="-9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Replicator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도입</a:t>
            </a:r>
            <a:endParaRPr sz="2450">
              <a:latin typeface="Malgun Gothic"/>
              <a:cs typeface="Malgun Gothic"/>
            </a:endParaRPr>
          </a:p>
          <a:p>
            <a:pPr marR="2679700" algn="r">
              <a:lnSpc>
                <a:spcPct val="100000"/>
              </a:lnSpc>
              <a:spcBef>
                <a:spcPts val="3404"/>
              </a:spcBef>
            </a:pPr>
            <a:r>
              <a:rPr sz="1900" spc="-20" dirty="0">
                <a:solidFill>
                  <a:srgbClr val="221F1F"/>
                </a:solidFill>
                <a:latin typeface="Malgun Gothic"/>
                <a:cs typeface="Malgun Gothic"/>
              </a:rPr>
              <a:t>[범례]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55" name="object 15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152" name="object 152"/>
          <p:cNvSpPr txBox="1"/>
          <p:nvPr/>
        </p:nvSpPr>
        <p:spPr>
          <a:xfrm>
            <a:off x="12299695" y="4283455"/>
            <a:ext cx="5124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admin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2299695" y="3351682"/>
            <a:ext cx="3296285" cy="18491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51000"/>
              </a:lnSpc>
              <a:spcBef>
                <a:spcPts val="90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CDC/Connector에서</a:t>
            </a:r>
            <a:r>
              <a:rPr sz="135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Broker로</a:t>
            </a:r>
            <a:r>
              <a:rPr sz="1350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Publish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Replicator를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이용</a:t>
            </a:r>
            <a:r>
              <a:rPr sz="135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클러스터간</a:t>
            </a:r>
            <a:r>
              <a:rPr sz="1350" spc="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양방향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복제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Multi</a:t>
            </a:r>
            <a:r>
              <a:rPr sz="135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Region</a:t>
            </a:r>
            <a:r>
              <a:rPr sz="135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Cluster</a:t>
            </a:r>
            <a:r>
              <a:rPr sz="1350" spc="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구성,</a:t>
            </a:r>
            <a:r>
              <a:rPr sz="135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main</a:t>
            </a:r>
            <a:r>
              <a:rPr sz="135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50" dirty="0">
                <a:solidFill>
                  <a:srgbClr val="221F1F"/>
                </a:solidFill>
                <a:latin typeface="Malgun Gothic"/>
                <a:cs typeface="Malgun Gothic"/>
              </a:rPr>
              <a:t>+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main</a:t>
            </a:r>
            <a:r>
              <a:rPr sz="1350" spc="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rack: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주요업무</a:t>
            </a:r>
            <a:r>
              <a:rPr sz="1350" spc="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처리,</a:t>
            </a:r>
            <a:r>
              <a:rPr sz="1350" spc="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Active</a:t>
            </a:r>
            <a:endParaRPr sz="1350">
              <a:latin typeface="Malgun Gothic"/>
              <a:cs typeface="Malgun Gothic"/>
            </a:endParaRPr>
          </a:p>
          <a:p>
            <a:pPr marL="12700" marR="901065">
              <a:lnSpc>
                <a:spcPct val="100699"/>
              </a:lnSpc>
              <a:spcBef>
                <a:spcPts val="1120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admin</a:t>
            </a:r>
            <a:r>
              <a:rPr sz="1350" spc="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rack: 시스템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관리,</a:t>
            </a:r>
            <a:r>
              <a:rPr sz="135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감시,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Standby</a:t>
            </a:r>
            <a:endParaRPr sz="13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제조사</a:t>
            </a:r>
            <a:r>
              <a:rPr spc="20" dirty="0"/>
              <a:t> </a:t>
            </a:r>
            <a:r>
              <a:rPr dirty="0"/>
              <a:t>#1</a:t>
            </a:r>
            <a:r>
              <a:rPr spc="-5" dirty="0"/>
              <a:t> </a:t>
            </a:r>
            <a:r>
              <a:rPr dirty="0"/>
              <a:t>(생산</a:t>
            </a:r>
            <a:r>
              <a:rPr spc="20" dirty="0"/>
              <a:t> </a:t>
            </a:r>
            <a:r>
              <a:rPr dirty="0"/>
              <a:t>Line의</a:t>
            </a:r>
            <a:r>
              <a:rPr spc="15" dirty="0"/>
              <a:t> </a:t>
            </a:r>
            <a:r>
              <a:rPr dirty="0"/>
              <a:t>실시간</a:t>
            </a:r>
            <a:r>
              <a:rPr spc="25" dirty="0"/>
              <a:t> </a:t>
            </a:r>
            <a:r>
              <a:rPr dirty="0"/>
              <a:t>Sensor</a:t>
            </a:r>
            <a:r>
              <a:rPr spc="10" dirty="0"/>
              <a:t> </a:t>
            </a:r>
            <a:r>
              <a:rPr dirty="0"/>
              <a:t>Data </a:t>
            </a:r>
            <a:r>
              <a:rPr spc="-10" dirty="0"/>
              <a:t>분석활용)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5" name="object 5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021960" y="1994154"/>
            <a:ext cx="824357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700" spc="4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Platform</a:t>
            </a:r>
            <a:r>
              <a:rPr sz="2700" spc="3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BMT</a:t>
            </a:r>
            <a:r>
              <a:rPr sz="2700" spc="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–</a:t>
            </a:r>
            <a:r>
              <a:rPr sz="2700" spc="4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Baremetal+VM</a:t>
            </a:r>
            <a:r>
              <a:rPr sz="2700" spc="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H/W</a:t>
            </a:r>
            <a:r>
              <a:rPr sz="2700" spc="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5" dirty="0">
                <a:solidFill>
                  <a:srgbClr val="17719D"/>
                </a:solidFill>
                <a:latin typeface="Malgun Gothic"/>
                <a:cs typeface="Malgun Gothic"/>
              </a:rPr>
              <a:t>구성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56</a:t>
            </a:fld>
            <a:endParaRPr spc="-25" dirty="0"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525839" y="2974530"/>
          <a:ext cx="13226415" cy="65951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79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62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0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3279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2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컴포넌트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수량(ea)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CPU(core)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MEM(GB)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530"/>
                        </a:spcBef>
                      </a:pPr>
                      <a:r>
                        <a:rPr sz="2200" b="1" spc="-10" dirty="0">
                          <a:solidFill>
                            <a:srgbClr val="FFFFFF"/>
                          </a:solidFill>
                          <a:latin typeface="Malgun Gothic"/>
                          <a:cs typeface="Malgun Gothic"/>
                        </a:rPr>
                        <a:t>Disk(T)</a:t>
                      </a:r>
                      <a:endParaRPr sz="2200">
                        <a:latin typeface="Malgun Gothic"/>
                        <a:cs typeface="Malgun Gothic"/>
                      </a:endParaRPr>
                    </a:p>
                  </a:txBody>
                  <a:tcPr marL="0" marR="0" marT="19431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2D75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2790">
                <a:tc gridSpan="2"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Zookeeper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844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3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844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844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64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844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20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0.5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844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2790">
                <a:tc gridSpan="2"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Kafka</a:t>
                      </a:r>
                      <a:r>
                        <a:rPr sz="190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Broker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16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24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128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2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2790">
                <a:tc gridSpan="2"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Schema</a:t>
                      </a:r>
                      <a:r>
                        <a:rPr sz="1900" spc="-5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Registry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1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64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0.5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2790">
                <a:tc gridSpan="2"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Control</a:t>
                      </a:r>
                      <a:r>
                        <a:rPr sz="190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Center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1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64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0.5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2790">
                <a:tc gridSpan="2">
                  <a:txBody>
                    <a:bodyPr/>
                    <a:lstStyle/>
                    <a:p>
                      <a:pPr marL="629285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ksqlDB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6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24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128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-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2790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24460" marR="545465">
                        <a:lnSpc>
                          <a:spcPct val="101099"/>
                        </a:lnSpc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Connect Worker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15748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Highway</a:t>
                      </a:r>
                      <a:r>
                        <a:rPr sz="1900" spc="-7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dirty="0">
                          <a:latin typeface="Malgun Gothic"/>
                          <a:cs typeface="Malgun Gothic"/>
                        </a:rPr>
                        <a:t>connector</a:t>
                      </a:r>
                      <a:r>
                        <a:rPr sz="1900" spc="-8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dirty="0">
                          <a:latin typeface="Malgun Gothic"/>
                          <a:cs typeface="Malgun Gothic"/>
                        </a:rPr>
                        <a:t>(Bare</a:t>
                      </a:r>
                      <a:r>
                        <a:rPr sz="1900" spc="-9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metal)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10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48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384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-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27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748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Hdfs</a:t>
                      </a:r>
                      <a:r>
                        <a:rPr sz="1900" spc="-5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900" spc="-10" dirty="0">
                          <a:latin typeface="Malgun Gothic"/>
                          <a:cs typeface="Malgun Gothic"/>
                        </a:rPr>
                        <a:t>connector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FAE3D3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24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128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50" dirty="0">
                          <a:latin typeface="Malgun Gothic"/>
                          <a:cs typeface="Malgun Gothic"/>
                        </a:rPr>
                        <a:t>-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DD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32790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b="1" spc="-25" dirty="0">
                          <a:latin typeface="Malgun Gothic"/>
                          <a:cs typeface="Malgun Gothic"/>
                        </a:rPr>
                        <a:t>합계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25" dirty="0">
                          <a:latin typeface="Malgun Gothic"/>
                          <a:cs typeface="Malgun Gothic"/>
                        </a:rPr>
                        <a:t>51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spc="-10" dirty="0">
                          <a:latin typeface="Malgun Gothic"/>
                          <a:cs typeface="Malgun Gothic"/>
                        </a:rPr>
                        <a:t>1,384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725"/>
                        </a:spcBef>
                      </a:pPr>
                      <a:r>
                        <a:rPr sz="1900" dirty="0">
                          <a:latin typeface="Malgun Gothic"/>
                          <a:cs typeface="Malgun Gothic"/>
                        </a:rPr>
                        <a:t>약</a:t>
                      </a:r>
                      <a:r>
                        <a:rPr sz="1900" spc="-20" dirty="0">
                          <a:latin typeface="Malgun Gothic"/>
                          <a:cs typeface="Malgun Gothic"/>
                        </a:rPr>
                        <a:t> 8.7T</a:t>
                      </a:r>
                      <a:endParaRPr sz="1900">
                        <a:latin typeface="Malgun Gothic"/>
                        <a:cs typeface="Malgun Gothic"/>
                      </a:endParaRPr>
                    </a:p>
                  </a:txBody>
                  <a:tcPr marL="0" marR="0" marT="219075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221F1F"/>
                      </a:solidFill>
                      <a:prstDash val="sysDash"/>
                    </a:lnL>
                    <a:lnR w="9525">
                      <a:solidFill>
                        <a:srgbClr val="221F1F"/>
                      </a:solidFill>
                      <a:prstDash val="sysDash"/>
                    </a:lnR>
                    <a:lnT w="9525">
                      <a:solidFill>
                        <a:srgbClr val="221F1F"/>
                      </a:solidFill>
                      <a:prstDash val="sysDash"/>
                    </a:lnT>
                    <a:lnB w="9525">
                      <a:solidFill>
                        <a:srgbClr val="221F1F"/>
                      </a:solidFill>
                      <a:prstDash val="sysDash"/>
                    </a:lnB>
                    <a:solidFill>
                      <a:srgbClr val="BEBE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4" name="object 4"/>
            <p:cNvSpPr/>
            <p:nvPr/>
          </p:nvSpPr>
          <p:spPr>
            <a:xfrm>
              <a:off x="2600452" y="3607054"/>
              <a:ext cx="13100050" cy="6043930"/>
            </a:xfrm>
            <a:custGeom>
              <a:avLst/>
              <a:gdLst/>
              <a:ahLst/>
              <a:cxnLst/>
              <a:rect l="l" t="t" r="r" b="b"/>
              <a:pathLst>
                <a:path w="13100050" h="6043930">
                  <a:moveTo>
                    <a:pt x="0" y="0"/>
                  </a:moveTo>
                  <a:lnTo>
                    <a:pt x="1929257" y="0"/>
                  </a:lnTo>
                  <a:lnTo>
                    <a:pt x="1938147" y="0"/>
                  </a:lnTo>
                  <a:lnTo>
                    <a:pt x="13099923" y="0"/>
                  </a:lnTo>
                  <a:lnTo>
                    <a:pt x="13099923" y="4529455"/>
                  </a:lnTo>
                  <a:lnTo>
                    <a:pt x="13099923" y="4612767"/>
                  </a:lnTo>
                  <a:lnTo>
                    <a:pt x="13099923" y="6043828"/>
                  </a:lnTo>
                  <a:lnTo>
                    <a:pt x="5563743" y="6043828"/>
                  </a:lnTo>
                  <a:lnTo>
                    <a:pt x="5563743" y="4612767"/>
                  </a:lnTo>
                  <a:lnTo>
                    <a:pt x="1929257" y="4612767"/>
                  </a:lnTo>
                  <a:lnTo>
                    <a:pt x="1929257" y="1943608"/>
                  </a:lnTo>
                  <a:lnTo>
                    <a:pt x="0" y="194360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1CF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08986" y="8743962"/>
              <a:ext cx="1345564" cy="76939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9447" y="3954776"/>
              <a:ext cx="1484449" cy="46485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27248" y="3976116"/>
              <a:ext cx="687349" cy="48006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68219" y="3970553"/>
              <a:ext cx="1412112" cy="3918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68219" y="3970553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0" y="391896"/>
                  </a:moveTo>
                  <a:lnTo>
                    <a:pt x="1412112" y="391896"/>
                  </a:lnTo>
                  <a:lnTo>
                    <a:pt x="1412112" y="0"/>
                  </a:lnTo>
                  <a:lnTo>
                    <a:pt x="0" y="0"/>
                  </a:lnTo>
                  <a:lnTo>
                    <a:pt x="0" y="391896"/>
                  </a:lnTo>
                  <a:close/>
                </a:path>
              </a:pathLst>
            </a:custGeom>
            <a:ln w="9525">
              <a:solidFill>
                <a:srgbClr val="211D1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제조사</a:t>
            </a:r>
            <a:r>
              <a:rPr spc="20" dirty="0"/>
              <a:t> </a:t>
            </a:r>
            <a:r>
              <a:rPr dirty="0"/>
              <a:t>#1</a:t>
            </a:r>
            <a:r>
              <a:rPr spc="-5" dirty="0"/>
              <a:t> </a:t>
            </a:r>
            <a:r>
              <a:rPr dirty="0"/>
              <a:t>(생산</a:t>
            </a:r>
            <a:r>
              <a:rPr spc="20" dirty="0"/>
              <a:t> </a:t>
            </a:r>
            <a:r>
              <a:rPr dirty="0"/>
              <a:t>Line의</a:t>
            </a:r>
            <a:r>
              <a:rPr spc="15" dirty="0"/>
              <a:t> </a:t>
            </a:r>
            <a:r>
              <a:rPr dirty="0"/>
              <a:t>실시간</a:t>
            </a:r>
            <a:r>
              <a:rPr spc="25" dirty="0"/>
              <a:t> </a:t>
            </a:r>
            <a:r>
              <a:rPr dirty="0"/>
              <a:t>Sensor</a:t>
            </a:r>
            <a:r>
              <a:rPr spc="10" dirty="0"/>
              <a:t> </a:t>
            </a:r>
            <a:r>
              <a:rPr dirty="0"/>
              <a:t>Data </a:t>
            </a:r>
            <a:r>
              <a:rPr spc="-10" dirty="0"/>
              <a:t>분석활용)</a:t>
            </a:r>
          </a:p>
        </p:txBody>
      </p:sp>
      <p:grpSp>
        <p:nvGrpSpPr>
          <p:cNvPr id="12" name="object 12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13" name="object 13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285109" y="4037203"/>
            <a:ext cx="3911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MES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768219" y="4377359"/>
            <a:ext cx="1412240" cy="979805"/>
          </a:xfrm>
          <a:custGeom>
            <a:avLst/>
            <a:gdLst/>
            <a:ahLst/>
            <a:cxnLst/>
            <a:rect l="l" t="t" r="r" b="b"/>
            <a:pathLst>
              <a:path w="1412239" h="979804">
                <a:moveTo>
                  <a:pt x="0" y="979754"/>
                </a:moveTo>
                <a:lnTo>
                  <a:pt x="1412112" y="979754"/>
                </a:lnTo>
                <a:lnTo>
                  <a:pt x="1412112" y="0"/>
                </a:lnTo>
                <a:lnTo>
                  <a:pt x="0" y="0"/>
                </a:lnTo>
                <a:lnTo>
                  <a:pt x="0" y="979754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2909442" y="4459261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생산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909442" y="4754029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품질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09442" y="5054130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설비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761869" y="5991377"/>
            <a:ext cx="1424940" cy="405130"/>
            <a:chOff x="2761869" y="5991377"/>
            <a:chExt cx="1424940" cy="405130"/>
          </a:xfrm>
        </p:grpSpPr>
        <p:sp>
          <p:nvSpPr>
            <p:cNvPr id="21" name="object 21"/>
            <p:cNvSpPr/>
            <p:nvPr/>
          </p:nvSpPr>
          <p:spPr>
            <a:xfrm>
              <a:off x="2768219" y="5997727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1412112" y="0"/>
                  </a:moveTo>
                  <a:lnTo>
                    <a:pt x="0" y="0"/>
                  </a:lnTo>
                  <a:lnTo>
                    <a:pt x="0" y="391896"/>
                  </a:lnTo>
                  <a:lnTo>
                    <a:pt x="1412112" y="391896"/>
                  </a:lnTo>
                  <a:lnTo>
                    <a:pt x="141211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68219" y="5997727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0" y="391896"/>
                  </a:moveTo>
                  <a:lnTo>
                    <a:pt x="1412112" y="391896"/>
                  </a:lnTo>
                  <a:lnTo>
                    <a:pt x="1412112" y="0"/>
                  </a:lnTo>
                  <a:lnTo>
                    <a:pt x="0" y="0"/>
                  </a:lnTo>
                  <a:lnTo>
                    <a:pt x="0" y="391896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2981832" y="5961126"/>
            <a:ext cx="998855" cy="46100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01955" marR="5080" indent="-402590">
              <a:lnSpc>
                <a:spcPct val="102099"/>
              </a:lnSpc>
              <a:spcBef>
                <a:spcPts val="90"/>
              </a:spcBef>
            </a:pPr>
            <a:r>
              <a:rPr sz="1400" spc="-10" dirty="0">
                <a:solidFill>
                  <a:srgbClr val="FFFFFF"/>
                </a:solidFill>
                <a:latin typeface="Malgun Gothic"/>
                <a:cs typeface="Malgun Gothic"/>
              </a:rPr>
              <a:t>Infra/환경안 </a:t>
            </a:r>
            <a:r>
              <a:rPr sz="1400" spc="-50" dirty="0">
                <a:solidFill>
                  <a:srgbClr val="FFFFFF"/>
                </a:solidFill>
                <a:latin typeface="Malgun Gothic"/>
                <a:cs typeface="Malgun Gothic"/>
              </a:rPr>
              <a:t>전</a:t>
            </a:r>
            <a:endParaRPr sz="1400">
              <a:latin typeface="Malgun Gothic"/>
              <a:cs typeface="Malgun Gothic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68219" y="6404584"/>
            <a:ext cx="1412240" cy="468630"/>
          </a:xfrm>
          <a:custGeom>
            <a:avLst/>
            <a:gdLst/>
            <a:ahLst/>
            <a:cxnLst/>
            <a:rect l="l" t="t" r="r" b="b"/>
            <a:pathLst>
              <a:path w="1412239" h="468629">
                <a:moveTo>
                  <a:pt x="0" y="468020"/>
                </a:moveTo>
                <a:lnTo>
                  <a:pt x="1412112" y="468020"/>
                </a:lnTo>
                <a:lnTo>
                  <a:pt x="1412112" y="0"/>
                </a:lnTo>
                <a:lnTo>
                  <a:pt x="0" y="0"/>
                </a:lnTo>
                <a:lnTo>
                  <a:pt x="0" y="468020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2909442" y="6497993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설비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2761869" y="7000252"/>
            <a:ext cx="1424940" cy="405130"/>
            <a:chOff x="2761869" y="7000252"/>
            <a:chExt cx="1424940" cy="405130"/>
          </a:xfrm>
        </p:grpSpPr>
        <p:sp>
          <p:nvSpPr>
            <p:cNvPr id="27" name="object 27"/>
            <p:cNvSpPr/>
            <p:nvPr/>
          </p:nvSpPr>
          <p:spPr>
            <a:xfrm>
              <a:off x="2768219" y="7006602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1412112" y="0"/>
                  </a:moveTo>
                  <a:lnTo>
                    <a:pt x="0" y="0"/>
                  </a:lnTo>
                  <a:lnTo>
                    <a:pt x="0" y="391909"/>
                  </a:lnTo>
                  <a:lnTo>
                    <a:pt x="1412112" y="391909"/>
                  </a:lnTo>
                  <a:lnTo>
                    <a:pt x="141211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68219" y="7006602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0" y="391909"/>
                  </a:moveTo>
                  <a:lnTo>
                    <a:pt x="1412112" y="391909"/>
                  </a:lnTo>
                  <a:lnTo>
                    <a:pt x="1412112" y="0"/>
                  </a:lnTo>
                  <a:lnTo>
                    <a:pt x="0" y="0"/>
                  </a:lnTo>
                  <a:lnTo>
                    <a:pt x="0" y="391909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309492" y="7073900"/>
            <a:ext cx="3435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MIS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768219" y="7413535"/>
            <a:ext cx="1412240" cy="725805"/>
          </a:xfrm>
          <a:custGeom>
            <a:avLst/>
            <a:gdLst/>
            <a:ahLst/>
            <a:cxnLst/>
            <a:rect l="l" t="t" r="r" b="b"/>
            <a:pathLst>
              <a:path w="1412239" h="725804">
                <a:moveTo>
                  <a:pt x="0" y="725766"/>
                </a:moveTo>
                <a:lnTo>
                  <a:pt x="1412112" y="725766"/>
                </a:lnTo>
                <a:lnTo>
                  <a:pt x="1412112" y="0"/>
                </a:lnTo>
                <a:lnTo>
                  <a:pt x="0" y="0"/>
                </a:lnTo>
                <a:lnTo>
                  <a:pt x="0" y="725766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2893695" y="7495323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29539">
              <a:lnSpc>
                <a:spcPct val="100000"/>
              </a:lnSpc>
              <a:spcBef>
                <a:spcPts val="13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Smart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D&amp;E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93695" y="7790091"/>
            <a:ext cx="1129665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SCM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2761869" y="8270252"/>
            <a:ext cx="1424940" cy="405130"/>
            <a:chOff x="2761869" y="8270252"/>
            <a:chExt cx="1424940" cy="405130"/>
          </a:xfrm>
        </p:grpSpPr>
        <p:sp>
          <p:nvSpPr>
            <p:cNvPr id="34" name="object 34"/>
            <p:cNvSpPr/>
            <p:nvPr/>
          </p:nvSpPr>
          <p:spPr>
            <a:xfrm>
              <a:off x="2768219" y="8276602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1412112" y="0"/>
                  </a:moveTo>
                  <a:lnTo>
                    <a:pt x="0" y="0"/>
                  </a:lnTo>
                  <a:lnTo>
                    <a:pt x="0" y="391909"/>
                  </a:lnTo>
                  <a:lnTo>
                    <a:pt x="1412112" y="391909"/>
                  </a:lnTo>
                  <a:lnTo>
                    <a:pt x="141211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68219" y="8276602"/>
              <a:ext cx="1412240" cy="392430"/>
            </a:xfrm>
            <a:custGeom>
              <a:avLst/>
              <a:gdLst/>
              <a:ahLst/>
              <a:cxnLst/>
              <a:rect l="l" t="t" r="r" b="b"/>
              <a:pathLst>
                <a:path w="1412239" h="392429">
                  <a:moveTo>
                    <a:pt x="0" y="391909"/>
                  </a:moveTo>
                  <a:lnTo>
                    <a:pt x="1412112" y="391909"/>
                  </a:lnTo>
                  <a:lnTo>
                    <a:pt x="1412112" y="0"/>
                  </a:lnTo>
                  <a:lnTo>
                    <a:pt x="0" y="0"/>
                  </a:lnTo>
                  <a:lnTo>
                    <a:pt x="0" y="391909"/>
                  </a:lnTo>
                  <a:close/>
                </a:path>
              </a:pathLst>
            </a:custGeom>
            <a:ln w="12700">
              <a:solidFill>
                <a:srgbClr val="9587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189097" y="8344027"/>
            <a:ext cx="5842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베트남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768219" y="4548822"/>
            <a:ext cx="3308350" cy="5030470"/>
          </a:xfrm>
          <a:custGeom>
            <a:avLst/>
            <a:gdLst/>
            <a:ahLst/>
            <a:cxnLst/>
            <a:rect l="l" t="t" r="r" b="b"/>
            <a:pathLst>
              <a:path w="3308350" h="5030470">
                <a:moveTo>
                  <a:pt x="0" y="5030457"/>
                </a:moveTo>
                <a:lnTo>
                  <a:pt x="1412112" y="5030457"/>
                </a:lnTo>
                <a:lnTo>
                  <a:pt x="1412112" y="4134688"/>
                </a:lnTo>
                <a:lnTo>
                  <a:pt x="0" y="4134688"/>
                </a:lnTo>
                <a:lnTo>
                  <a:pt x="0" y="5030457"/>
                </a:lnTo>
                <a:close/>
              </a:path>
              <a:path w="3308350" h="5030470">
                <a:moveTo>
                  <a:pt x="1896109" y="636841"/>
                </a:moveTo>
                <a:lnTo>
                  <a:pt x="3308223" y="636841"/>
                </a:lnTo>
                <a:lnTo>
                  <a:pt x="3308223" y="0"/>
                </a:lnTo>
                <a:lnTo>
                  <a:pt x="1896109" y="0"/>
                </a:lnTo>
                <a:lnTo>
                  <a:pt x="1896109" y="636841"/>
                </a:lnTo>
                <a:close/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972558" y="4644897"/>
            <a:ext cx="809625" cy="439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제조</a:t>
            </a:r>
            <a:endParaRPr sz="1350">
              <a:latin typeface="Malgun Gothic"/>
              <a:cs typeface="Malgun Gothic"/>
            </a:endParaRPr>
          </a:p>
          <a:p>
            <a:pPr marR="5080" algn="ctr">
              <a:lnSpc>
                <a:spcPct val="100000"/>
              </a:lnSpc>
              <a:spcBef>
                <a:spcPts val="10"/>
              </a:spcBef>
            </a:pP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DM/MDW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180204" y="4841875"/>
            <a:ext cx="3745229" cy="2062480"/>
            <a:chOff x="4180204" y="4841875"/>
            <a:chExt cx="3745229" cy="2062480"/>
          </a:xfrm>
        </p:grpSpPr>
        <p:sp>
          <p:nvSpPr>
            <p:cNvPr id="40" name="object 40"/>
            <p:cNvSpPr/>
            <p:nvPr/>
          </p:nvSpPr>
          <p:spPr>
            <a:xfrm>
              <a:off x="4180204" y="4841875"/>
              <a:ext cx="484505" cy="50800"/>
            </a:xfrm>
            <a:custGeom>
              <a:avLst/>
              <a:gdLst/>
              <a:ahLst/>
              <a:cxnLst/>
              <a:rect l="l" t="t" r="r" b="b"/>
              <a:pathLst>
                <a:path w="484504" h="50800">
                  <a:moveTo>
                    <a:pt x="433450" y="0"/>
                  </a:moveTo>
                  <a:lnTo>
                    <a:pt x="433450" y="50800"/>
                  </a:lnTo>
                  <a:lnTo>
                    <a:pt x="471550" y="31750"/>
                  </a:lnTo>
                  <a:lnTo>
                    <a:pt x="446150" y="31750"/>
                  </a:lnTo>
                  <a:lnTo>
                    <a:pt x="446150" y="19050"/>
                  </a:lnTo>
                  <a:lnTo>
                    <a:pt x="471550" y="19050"/>
                  </a:lnTo>
                  <a:lnTo>
                    <a:pt x="433450" y="0"/>
                  </a:lnTo>
                  <a:close/>
                </a:path>
                <a:path w="484504" h="50800">
                  <a:moveTo>
                    <a:pt x="433450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433450" y="31750"/>
                  </a:lnTo>
                  <a:lnTo>
                    <a:pt x="433450" y="19050"/>
                  </a:lnTo>
                  <a:close/>
                </a:path>
                <a:path w="484504" h="50800">
                  <a:moveTo>
                    <a:pt x="471550" y="19050"/>
                  </a:moveTo>
                  <a:lnTo>
                    <a:pt x="446150" y="19050"/>
                  </a:lnTo>
                  <a:lnTo>
                    <a:pt x="446150" y="31750"/>
                  </a:lnTo>
                  <a:lnTo>
                    <a:pt x="471550" y="31750"/>
                  </a:lnTo>
                  <a:lnTo>
                    <a:pt x="484250" y="25400"/>
                  </a:lnTo>
                  <a:lnTo>
                    <a:pt x="471550" y="190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617673" y="5434565"/>
              <a:ext cx="1482944" cy="146917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655565" y="5572505"/>
              <a:ext cx="1410970" cy="1277620"/>
            </a:xfrm>
            <a:custGeom>
              <a:avLst/>
              <a:gdLst/>
              <a:ahLst/>
              <a:cxnLst/>
              <a:rect l="l" t="t" r="r" b="b"/>
              <a:pathLst>
                <a:path w="1410970" h="1277620">
                  <a:moveTo>
                    <a:pt x="1410843" y="0"/>
                  </a:moveTo>
                  <a:lnTo>
                    <a:pt x="1374878" y="37938"/>
                  </a:lnTo>
                  <a:lnTo>
                    <a:pt x="1314529" y="60578"/>
                  </a:lnTo>
                  <a:lnTo>
                    <a:pt x="1274735" y="70884"/>
                  </a:lnTo>
                  <a:lnTo>
                    <a:pt x="1229101" y="80415"/>
                  </a:lnTo>
                  <a:lnTo>
                    <a:pt x="1178059" y="89099"/>
                  </a:lnTo>
                  <a:lnTo>
                    <a:pt x="1122038" y="96862"/>
                  </a:lnTo>
                  <a:lnTo>
                    <a:pt x="1061470" y="103632"/>
                  </a:lnTo>
                  <a:lnTo>
                    <a:pt x="996785" y="109334"/>
                  </a:lnTo>
                  <a:lnTo>
                    <a:pt x="928413" y="113897"/>
                  </a:lnTo>
                  <a:lnTo>
                    <a:pt x="856785" y="117247"/>
                  </a:lnTo>
                  <a:lnTo>
                    <a:pt x="782332" y="119310"/>
                  </a:lnTo>
                  <a:lnTo>
                    <a:pt x="705485" y="120015"/>
                  </a:lnTo>
                  <a:lnTo>
                    <a:pt x="628613" y="119310"/>
                  </a:lnTo>
                  <a:lnTo>
                    <a:pt x="554139" y="117247"/>
                  </a:lnTo>
                  <a:lnTo>
                    <a:pt x="482494" y="113897"/>
                  </a:lnTo>
                  <a:lnTo>
                    <a:pt x="414107" y="109334"/>
                  </a:lnTo>
                  <a:lnTo>
                    <a:pt x="349409" y="103632"/>
                  </a:lnTo>
                  <a:lnTo>
                    <a:pt x="288831" y="96862"/>
                  </a:lnTo>
                  <a:lnTo>
                    <a:pt x="232802" y="89099"/>
                  </a:lnTo>
                  <a:lnTo>
                    <a:pt x="181754" y="80415"/>
                  </a:lnTo>
                  <a:lnTo>
                    <a:pt x="136115" y="70884"/>
                  </a:lnTo>
                  <a:lnTo>
                    <a:pt x="96317" y="60579"/>
                  </a:lnTo>
                  <a:lnTo>
                    <a:pt x="35965" y="37938"/>
                  </a:lnTo>
                  <a:lnTo>
                    <a:pt x="4139" y="13078"/>
                  </a:lnTo>
                  <a:lnTo>
                    <a:pt x="0" y="0"/>
                  </a:lnTo>
                  <a:lnTo>
                    <a:pt x="0" y="1157097"/>
                  </a:lnTo>
                  <a:lnTo>
                    <a:pt x="35965" y="1195035"/>
                  </a:lnTo>
                  <a:lnTo>
                    <a:pt x="96317" y="1217676"/>
                  </a:lnTo>
                  <a:lnTo>
                    <a:pt x="136115" y="1227981"/>
                  </a:lnTo>
                  <a:lnTo>
                    <a:pt x="181754" y="1237512"/>
                  </a:lnTo>
                  <a:lnTo>
                    <a:pt x="232802" y="1246196"/>
                  </a:lnTo>
                  <a:lnTo>
                    <a:pt x="288831" y="1253959"/>
                  </a:lnTo>
                  <a:lnTo>
                    <a:pt x="349409" y="1260728"/>
                  </a:lnTo>
                  <a:lnTo>
                    <a:pt x="414107" y="1266431"/>
                  </a:lnTo>
                  <a:lnTo>
                    <a:pt x="482494" y="1270994"/>
                  </a:lnTo>
                  <a:lnTo>
                    <a:pt x="554139" y="1274344"/>
                  </a:lnTo>
                  <a:lnTo>
                    <a:pt x="628613" y="1276407"/>
                  </a:lnTo>
                  <a:lnTo>
                    <a:pt x="705485" y="1277112"/>
                  </a:lnTo>
                  <a:lnTo>
                    <a:pt x="782332" y="1276407"/>
                  </a:lnTo>
                  <a:lnTo>
                    <a:pt x="856785" y="1274344"/>
                  </a:lnTo>
                  <a:lnTo>
                    <a:pt x="928413" y="1270994"/>
                  </a:lnTo>
                  <a:lnTo>
                    <a:pt x="996785" y="1266431"/>
                  </a:lnTo>
                  <a:lnTo>
                    <a:pt x="1061470" y="1260729"/>
                  </a:lnTo>
                  <a:lnTo>
                    <a:pt x="1122038" y="1253959"/>
                  </a:lnTo>
                  <a:lnTo>
                    <a:pt x="1178059" y="1246196"/>
                  </a:lnTo>
                  <a:lnTo>
                    <a:pt x="1229101" y="1237512"/>
                  </a:lnTo>
                  <a:lnTo>
                    <a:pt x="1274735" y="1227981"/>
                  </a:lnTo>
                  <a:lnTo>
                    <a:pt x="1314529" y="1217676"/>
                  </a:lnTo>
                  <a:lnTo>
                    <a:pt x="1374878" y="1195035"/>
                  </a:lnTo>
                  <a:lnTo>
                    <a:pt x="1406703" y="1170175"/>
                  </a:lnTo>
                  <a:lnTo>
                    <a:pt x="1410843" y="1157097"/>
                  </a:lnTo>
                  <a:lnTo>
                    <a:pt x="1410843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55565" y="5452491"/>
              <a:ext cx="1410970" cy="240029"/>
            </a:xfrm>
            <a:custGeom>
              <a:avLst/>
              <a:gdLst/>
              <a:ahLst/>
              <a:cxnLst/>
              <a:rect l="l" t="t" r="r" b="b"/>
              <a:pathLst>
                <a:path w="1410970" h="240029">
                  <a:moveTo>
                    <a:pt x="705485" y="0"/>
                  </a:moveTo>
                  <a:lnTo>
                    <a:pt x="628613" y="704"/>
                  </a:lnTo>
                  <a:lnTo>
                    <a:pt x="554139" y="2767"/>
                  </a:lnTo>
                  <a:lnTo>
                    <a:pt x="482494" y="6117"/>
                  </a:lnTo>
                  <a:lnTo>
                    <a:pt x="414107" y="10680"/>
                  </a:lnTo>
                  <a:lnTo>
                    <a:pt x="349409" y="16382"/>
                  </a:lnTo>
                  <a:lnTo>
                    <a:pt x="288831" y="23152"/>
                  </a:lnTo>
                  <a:lnTo>
                    <a:pt x="232802" y="30915"/>
                  </a:lnTo>
                  <a:lnTo>
                    <a:pt x="181754" y="39599"/>
                  </a:lnTo>
                  <a:lnTo>
                    <a:pt x="136115" y="49130"/>
                  </a:lnTo>
                  <a:lnTo>
                    <a:pt x="96317" y="59435"/>
                  </a:lnTo>
                  <a:lnTo>
                    <a:pt x="35965" y="82076"/>
                  </a:lnTo>
                  <a:lnTo>
                    <a:pt x="4139" y="106936"/>
                  </a:lnTo>
                  <a:lnTo>
                    <a:pt x="0" y="120014"/>
                  </a:lnTo>
                  <a:lnTo>
                    <a:pt x="4139" y="133093"/>
                  </a:lnTo>
                  <a:lnTo>
                    <a:pt x="35965" y="157953"/>
                  </a:lnTo>
                  <a:lnTo>
                    <a:pt x="96317" y="180593"/>
                  </a:lnTo>
                  <a:lnTo>
                    <a:pt x="136115" y="190899"/>
                  </a:lnTo>
                  <a:lnTo>
                    <a:pt x="181754" y="200430"/>
                  </a:lnTo>
                  <a:lnTo>
                    <a:pt x="232802" y="209114"/>
                  </a:lnTo>
                  <a:lnTo>
                    <a:pt x="288831" y="216877"/>
                  </a:lnTo>
                  <a:lnTo>
                    <a:pt x="349409" y="223647"/>
                  </a:lnTo>
                  <a:lnTo>
                    <a:pt x="414107" y="229349"/>
                  </a:lnTo>
                  <a:lnTo>
                    <a:pt x="482494" y="233912"/>
                  </a:lnTo>
                  <a:lnTo>
                    <a:pt x="554139" y="237262"/>
                  </a:lnTo>
                  <a:lnTo>
                    <a:pt x="628613" y="239325"/>
                  </a:lnTo>
                  <a:lnTo>
                    <a:pt x="705485" y="240030"/>
                  </a:lnTo>
                  <a:lnTo>
                    <a:pt x="782332" y="239325"/>
                  </a:lnTo>
                  <a:lnTo>
                    <a:pt x="856785" y="237262"/>
                  </a:lnTo>
                  <a:lnTo>
                    <a:pt x="928413" y="233912"/>
                  </a:lnTo>
                  <a:lnTo>
                    <a:pt x="996785" y="229349"/>
                  </a:lnTo>
                  <a:lnTo>
                    <a:pt x="1061470" y="223647"/>
                  </a:lnTo>
                  <a:lnTo>
                    <a:pt x="1122038" y="216877"/>
                  </a:lnTo>
                  <a:lnTo>
                    <a:pt x="1178059" y="209114"/>
                  </a:lnTo>
                  <a:lnTo>
                    <a:pt x="1229101" y="200430"/>
                  </a:lnTo>
                  <a:lnTo>
                    <a:pt x="1274735" y="190899"/>
                  </a:lnTo>
                  <a:lnTo>
                    <a:pt x="1314529" y="180594"/>
                  </a:lnTo>
                  <a:lnTo>
                    <a:pt x="1374878" y="157953"/>
                  </a:lnTo>
                  <a:lnTo>
                    <a:pt x="1406703" y="133093"/>
                  </a:lnTo>
                  <a:lnTo>
                    <a:pt x="1410843" y="120014"/>
                  </a:lnTo>
                  <a:lnTo>
                    <a:pt x="1406703" y="106936"/>
                  </a:lnTo>
                  <a:lnTo>
                    <a:pt x="1374878" y="82076"/>
                  </a:lnTo>
                  <a:lnTo>
                    <a:pt x="1314529" y="59436"/>
                  </a:lnTo>
                  <a:lnTo>
                    <a:pt x="1274735" y="49130"/>
                  </a:lnTo>
                  <a:lnTo>
                    <a:pt x="1229101" y="39599"/>
                  </a:lnTo>
                  <a:lnTo>
                    <a:pt x="1178059" y="30915"/>
                  </a:lnTo>
                  <a:lnTo>
                    <a:pt x="1122038" y="23152"/>
                  </a:lnTo>
                  <a:lnTo>
                    <a:pt x="1061470" y="16383"/>
                  </a:lnTo>
                  <a:lnTo>
                    <a:pt x="996785" y="10680"/>
                  </a:lnTo>
                  <a:lnTo>
                    <a:pt x="928413" y="6117"/>
                  </a:lnTo>
                  <a:lnTo>
                    <a:pt x="856785" y="2767"/>
                  </a:lnTo>
                  <a:lnTo>
                    <a:pt x="782332" y="704"/>
                  </a:lnTo>
                  <a:lnTo>
                    <a:pt x="705485" y="0"/>
                  </a:lnTo>
                  <a:close/>
                </a:path>
              </a:pathLst>
            </a:custGeom>
            <a:solidFill>
              <a:srgbClr val="E8E8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55565" y="5452491"/>
              <a:ext cx="1410970" cy="1397635"/>
            </a:xfrm>
            <a:custGeom>
              <a:avLst/>
              <a:gdLst/>
              <a:ahLst/>
              <a:cxnLst/>
              <a:rect l="l" t="t" r="r" b="b"/>
              <a:pathLst>
                <a:path w="1410970" h="1397634">
                  <a:moveTo>
                    <a:pt x="1410843" y="120014"/>
                  </a:moveTo>
                  <a:lnTo>
                    <a:pt x="1374878" y="157953"/>
                  </a:lnTo>
                  <a:lnTo>
                    <a:pt x="1314529" y="180594"/>
                  </a:lnTo>
                  <a:lnTo>
                    <a:pt x="1274735" y="190899"/>
                  </a:lnTo>
                  <a:lnTo>
                    <a:pt x="1229101" y="200430"/>
                  </a:lnTo>
                  <a:lnTo>
                    <a:pt x="1178059" y="209114"/>
                  </a:lnTo>
                  <a:lnTo>
                    <a:pt x="1122038" y="216877"/>
                  </a:lnTo>
                  <a:lnTo>
                    <a:pt x="1061470" y="223647"/>
                  </a:lnTo>
                  <a:lnTo>
                    <a:pt x="996785" y="229349"/>
                  </a:lnTo>
                  <a:lnTo>
                    <a:pt x="928413" y="233912"/>
                  </a:lnTo>
                  <a:lnTo>
                    <a:pt x="856785" y="237262"/>
                  </a:lnTo>
                  <a:lnTo>
                    <a:pt x="782332" y="239325"/>
                  </a:lnTo>
                  <a:lnTo>
                    <a:pt x="705485" y="240030"/>
                  </a:lnTo>
                  <a:lnTo>
                    <a:pt x="628613" y="239325"/>
                  </a:lnTo>
                  <a:lnTo>
                    <a:pt x="554139" y="237262"/>
                  </a:lnTo>
                  <a:lnTo>
                    <a:pt x="482494" y="233912"/>
                  </a:lnTo>
                  <a:lnTo>
                    <a:pt x="414107" y="229349"/>
                  </a:lnTo>
                  <a:lnTo>
                    <a:pt x="349409" y="223647"/>
                  </a:lnTo>
                  <a:lnTo>
                    <a:pt x="288831" y="216877"/>
                  </a:lnTo>
                  <a:lnTo>
                    <a:pt x="232802" y="209114"/>
                  </a:lnTo>
                  <a:lnTo>
                    <a:pt x="181754" y="200430"/>
                  </a:lnTo>
                  <a:lnTo>
                    <a:pt x="136115" y="190899"/>
                  </a:lnTo>
                  <a:lnTo>
                    <a:pt x="96317" y="180593"/>
                  </a:lnTo>
                  <a:lnTo>
                    <a:pt x="35965" y="157953"/>
                  </a:lnTo>
                  <a:lnTo>
                    <a:pt x="4139" y="133093"/>
                  </a:lnTo>
                  <a:lnTo>
                    <a:pt x="0" y="120014"/>
                  </a:lnTo>
                  <a:lnTo>
                    <a:pt x="4139" y="106936"/>
                  </a:lnTo>
                  <a:lnTo>
                    <a:pt x="35965" y="82076"/>
                  </a:lnTo>
                  <a:lnTo>
                    <a:pt x="96317" y="59435"/>
                  </a:lnTo>
                  <a:lnTo>
                    <a:pt x="136115" y="49130"/>
                  </a:lnTo>
                  <a:lnTo>
                    <a:pt x="181754" y="39599"/>
                  </a:lnTo>
                  <a:lnTo>
                    <a:pt x="232802" y="30915"/>
                  </a:lnTo>
                  <a:lnTo>
                    <a:pt x="288831" y="23152"/>
                  </a:lnTo>
                  <a:lnTo>
                    <a:pt x="349409" y="16382"/>
                  </a:lnTo>
                  <a:lnTo>
                    <a:pt x="414107" y="10680"/>
                  </a:lnTo>
                  <a:lnTo>
                    <a:pt x="482494" y="6117"/>
                  </a:lnTo>
                  <a:lnTo>
                    <a:pt x="554139" y="2767"/>
                  </a:lnTo>
                  <a:lnTo>
                    <a:pt x="628613" y="704"/>
                  </a:lnTo>
                  <a:lnTo>
                    <a:pt x="705485" y="0"/>
                  </a:lnTo>
                  <a:lnTo>
                    <a:pt x="782332" y="704"/>
                  </a:lnTo>
                  <a:lnTo>
                    <a:pt x="856785" y="2767"/>
                  </a:lnTo>
                  <a:lnTo>
                    <a:pt x="928413" y="6117"/>
                  </a:lnTo>
                  <a:lnTo>
                    <a:pt x="996785" y="10680"/>
                  </a:lnTo>
                  <a:lnTo>
                    <a:pt x="1061470" y="16383"/>
                  </a:lnTo>
                  <a:lnTo>
                    <a:pt x="1122038" y="23152"/>
                  </a:lnTo>
                  <a:lnTo>
                    <a:pt x="1178059" y="30915"/>
                  </a:lnTo>
                  <a:lnTo>
                    <a:pt x="1229101" y="39599"/>
                  </a:lnTo>
                  <a:lnTo>
                    <a:pt x="1274735" y="49130"/>
                  </a:lnTo>
                  <a:lnTo>
                    <a:pt x="1314529" y="59436"/>
                  </a:lnTo>
                  <a:lnTo>
                    <a:pt x="1374878" y="82076"/>
                  </a:lnTo>
                  <a:lnTo>
                    <a:pt x="1406703" y="106936"/>
                  </a:lnTo>
                  <a:lnTo>
                    <a:pt x="1410843" y="120014"/>
                  </a:lnTo>
                  <a:lnTo>
                    <a:pt x="1410843" y="1277112"/>
                  </a:lnTo>
                  <a:lnTo>
                    <a:pt x="1374878" y="1315050"/>
                  </a:lnTo>
                  <a:lnTo>
                    <a:pt x="1314529" y="1337691"/>
                  </a:lnTo>
                  <a:lnTo>
                    <a:pt x="1274735" y="1347996"/>
                  </a:lnTo>
                  <a:lnTo>
                    <a:pt x="1229101" y="1357527"/>
                  </a:lnTo>
                  <a:lnTo>
                    <a:pt x="1178059" y="1366211"/>
                  </a:lnTo>
                  <a:lnTo>
                    <a:pt x="1122038" y="1373974"/>
                  </a:lnTo>
                  <a:lnTo>
                    <a:pt x="1061470" y="1380744"/>
                  </a:lnTo>
                  <a:lnTo>
                    <a:pt x="996785" y="1386446"/>
                  </a:lnTo>
                  <a:lnTo>
                    <a:pt x="928413" y="1391009"/>
                  </a:lnTo>
                  <a:lnTo>
                    <a:pt x="856785" y="1394359"/>
                  </a:lnTo>
                  <a:lnTo>
                    <a:pt x="782332" y="1396422"/>
                  </a:lnTo>
                  <a:lnTo>
                    <a:pt x="705485" y="1397127"/>
                  </a:lnTo>
                  <a:lnTo>
                    <a:pt x="628613" y="1396422"/>
                  </a:lnTo>
                  <a:lnTo>
                    <a:pt x="554139" y="1394359"/>
                  </a:lnTo>
                  <a:lnTo>
                    <a:pt x="482494" y="1391009"/>
                  </a:lnTo>
                  <a:lnTo>
                    <a:pt x="414107" y="1386446"/>
                  </a:lnTo>
                  <a:lnTo>
                    <a:pt x="349409" y="1380743"/>
                  </a:lnTo>
                  <a:lnTo>
                    <a:pt x="288831" y="1373974"/>
                  </a:lnTo>
                  <a:lnTo>
                    <a:pt x="232802" y="1366211"/>
                  </a:lnTo>
                  <a:lnTo>
                    <a:pt x="181754" y="1357527"/>
                  </a:lnTo>
                  <a:lnTo>
                    <a:pt x="136115" y="1347996"/>
                  </a:lnTo>
                  <a:lnTo>
                    <a:pt x="96317" y="1337690"/>
                  </a:lnTo>
                  <a:lnTo>
                    <a:pt x="35965" y="1315050"/>
                  </a:lnTo>
                  <a:lnTo>
                    <a:pt x="4139" y="1290190"/>
                  </a:lnTo>
                  <a:lnTo>
                    <a:pt x="0" y="1277112"/>
                  </a:lnTo>
                  <a:lnTo>
                    <a:pt x="0" y="120014"/>
                  </a:lnTo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55717" y="5775782"/>
              <a:ext cx="1051560" cy="13708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978018" y="5968746"/>
              <a:ext cx="807542" cy="351281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004815" y="6375527"/>
              <a:ext cx="753948" cy="39166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12955" y="5073371"/>
              <a:ext cx="1511880" cy="737677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583679" y="5140426"/>
              <a:ext cx="1170444" cy="650773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6465442" y="5105717"/>
              <a:ext cx="1412240" cy="636905"/>
            </a:xfrm>
            <a:custGeom>
              <a:avLst/>
              <a:gdLst/>
              <a:ahLst/>
              <a:cxnLst/>
              <a:rect l="l" t="t" r="r" b="b"/>
              <a:pathLst>
                <a:path w="1412240" h="636904">
                  <a:moveTo>
                    <a:pt x="1412113" y="0"/>
                  </a:moveTo>
                  <a:lnTo>
                    <a:pt x="0" y="0"/>
                  </a:lnTo>
                  <a:lnTo>
                    <a:pt x="0" y="636841"/>
                  </a:lnTo>
                  <a:lnTo>
                    <a:pt x="1412113" y="636841"/>
                  </a:lnTo>
                  <a:lnTo>
                    <a:pt x="1412113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465442" y="5105717"/>
              <a:ext cx="1412240" cy="636905"/>
            </a:xfrm>
            <a:custGeom>
              <a:avLst/>
              <a:gdLst/>
              <a:ahLst/>
              <a:cxnLst/>
              <a:rect l="l" t="t" r="r" b="b"/>
              <a:pathLst>
                <a:path w="1412240" h="636904">
                  <a:moveTo>
                    <a:pt x="0" y="636841"/>
                  </a:moveTo>
                  <a:lnTo>
                    <a:pt x="1412113" y="636841"/>
                  </a:lnTo>
                  <a:lnTo>
                    <a:pt x="1412113" y="0"/>
                  </a:lnTo>
                  <a:lnTo>
                    <a:pt x="0" y="0"/>
                  </a:lnTo>
                  <a:lnTo>
                    <a:pt x="0" y="636841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731254" y="5201792"/>
            <a:ext cx="894080" cy="439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4445" algn="ctr">
              <a:lnSpc>
                <a:spcPct val="100000"/>
              </a:lnSpc>
              <a:spcBef>
                <a:spcPts val="105"/>
              </a:spcBef>
            </a:pPr>
            <a:r>
              <a:rPr sz="1350" spc="-25" dirty="0">
                <a:solidFill>
                  <a:srgbClr val="1E4E79"/>
                </a:solidFill>
                <a:latin typeface="Malgun Gothic"/>
                <a:cs typeface="Malgun Gothic"/>
              </a:rPr>
              <a:t>CDC</a:t>
            </a:r>
            <a:endParaRPr sz="1350">
              <a:latin typeface="Malgun Gothic"/>
              <a:cs typeface="Malgun Gothic"/>
            </a:endParaRPr>
          </a:p>
          <a:p>
            <a:pPr marR="5080" algn="ctr">
              <a:lnSpc>
                <a:spcPct val="100000"/>
              </a:lnSpc>
              <a:spcBef>
                <a:spcPts val="10"/>
              </a:spcBef>
            </a:pPr>
            <a:r>
              <a:rPr sz="1350" spc="-10" dirty="0">
                <a:solidFill>
                  <a:srgbClr val="1E4E79"/>
                </a:solidFill>
                <a:latin typeface="Malgun Gothic"/>
                <a:cs typeface="Malgun Gothic"/>
              </a:rPr>
              <a:t>Connectors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611596" y="5185664"/>
            <a:ext cx="1854200" cy="2667635"/>
            <a:chOff x="4611596" y="5185664"/>
            <a:chExt cx="1854200" cy="2667635"/>
          </a:xfrm>
        </p:grpSpPr>
        <p:sp>
          <p:nvSpPr>
            <p:cNvPr id="54" name="object 54"/>
            <p:cNvSpPr/>
            <p:nvPr/>
          </p:nvSpPr>
          <p:spPr>
            <a:xfrm>
              <a:off x="5344922" y="5185663"/>
              <a:ext cx="1120775" cy="969010"/>
            </a:xfrm>
            <a:custGeom>
              <a:avLst/>
              <a:gdLst/>
              <a:ahLst/>
              <a:cxnLst/>
              <a:rect l="l" t="t" r="r" b="b"/>
              <a:pathLst>
                <a:path w="1120775" h="969010">
                  <a:moveTo>
                    <a:pt x="50800" y="342265"/>
                  </a:moveTo>
                  <a:lnTo>
                    <a:pt x="31750" y="342265"/>
                  </a:lnTo>
                  <a:lnTo>
                    <a:pt x="31750" y="0"/>
                  </a:lnTo>
                  <a:lnTo>
                    <a:pt x="19050" y="0"/>
                  </a:lnTo>
                  <a:lnTo>
                    <a:pt x="19050" y="342265"/>
                  </a:lnTo>
                  <a:lnTo>
                    <a:pt x="0" y="342265"/>
                  </a:lnTo>
                  <a:lnTo>
                    <a:pt x="25400" y="393065"/>
                  </a:lnTo>
                  <a:lnTo>
                    <a:pt x="44450" y="354965"/>
                  </a:lnTo>
                  <a:lnTo>
                    <a:pt x="50800" y="342265"/>
                  </a:lnTo>
                  <a:close/>
                </a:path>
                <a:path w="1120775" h="969010">
                  <a:moveTo>
                    <a:pt x="1120521" y="238506"/>
                  </a:moveTo>
                  <a:lnTo>
                    <a:pt x="1073785" y="270764"/>
                  </a:lnTo>
                  <a:lnTo>
                    <a:pt x="1090536" y="279984"/>
                  </a:lnTo>
                  <a:lnTo>
                    <a:pt x="715899" y="962279"/>
                  </a:lnTo>
                  <a:lnTo>
                    <a:pt x="727075" y="968502"/>
                  </a:lnTo>
                  <a:lnTo>
                    <a:pt x="1101598" y="286067"/>
                  </a:lnTo>
                  <a:lnTo>
                    <a:pt x="1118362" y="295275"/>
                  </a:lnTo>
                  <a:lnTo>
                    <a:pt x="1119289" y="270764"/>
                  </a:lnTo>
                  <a:lnTo>
                    <a:pt x="1119365" y="268859"/>
                  </a:lnTo>
                  <a:lnTo>
                    <a:pt x="1120521" y="238506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11596" y="7115531"/>
              <a:ext cx="1513386" cy="73767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847844" y="7184110"/>
              <a:ext cx="1042441" cy="650773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4664328" y="7148766"/>
            <a:ext cx="1412240" cy="636905"/>
          </a:xfrm>
          <a:prstGeom prst="rect">
            <a:avLst/>
          </a:prstGeom>
          <a:solidFill>
            <a:srgbClr val="81CFE1"/>
          </a:solidFill>
          <a:ln w="38100">
            <a:solidFill>
              <a:srgbClr val="FFFFFF"/>
            </a:solidFill>
          </a:ln>
        </p:spPr>
        <p:txBody>
          <a:bodyPr vert="horz" wrap="square" lIns="0" tIns="10922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860"/>
              </a:spcBef>
            </a:pP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FDC</a:t>
            </a:r>
            <a:endParaRPr sz="1350">
              <a:latin typeface="Malgun Gothic"/>
              <a:cs typeface="Malgun Gothic"/>
            </a:endParaRPr>
          </a:p>
          <a:p>
            <a:pPr marL="635" algn="ctr">
              <a:lnSpc>
                <a:spcPct val="100000"/>
              </a:lnSpc>
              <a:spcBef>
                <a:spcPts val="1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AP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 Server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412955" y="6918960"/>
            <a:ext cx="1511935" cy="1132840"/>
            <a:chOff x="6412955" y="6918960"/>
            <a:chExt cx="1511935" cy="1132840"/>
          </a:xfrm>
        </p:grpSpPr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12955" y="6918960"/>
              <a:ext cx="1511880" cy="1132343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47104" y="6976884"/>
              <a:ext cx="1243596" cy="1066787"/>
            </a:xfrm>
            <a:prstGeom prst="rect">
              <a:avLst/>
            </a:prstGeom>
          </p:spPr>
        </p:pic>
      </p:grpSp>
      <p:sp>
        <p:nvSpPr>
          <p:cNvPr id="61" name="object 61"/>
          <p:cNvSpPr txBox="1"/>
          <p:nvPr/>
        </p:nvSpPr>
        <p:spPr>
          <a:xfrm>
            <a:off x="6465442" y="6951179"/>
            <a:ext cx="1412240" cy="1031875"/>
          </a:xfrm>
          <a:prstGeom prst="rect">
            <a:avLst/>
          </a:prstGeom>
          <a:solidFill>
            <a:srgbClr val="B4E0E3"/>
          </a:solidFill>
          <a:ln w="38100">
            <a:solidFill>
              <a:srgbClr val="FFFFFF"/>
            </a:solidFill>
          </a:ln>
        </p:spPr>
        <p:txBody>
          <a:bodyPr vert="horz" wrap="square" lIns="0" tIns="97790" rIns="0" bIns="0" rtlCol="0">
            <a:spAutoFit/>
          </a:bodyPr>
          <a:lstStyle/>
          <a:p>
            <a:pPr marL="229235" marR="219710" algn="ctr">
              <a:lnSpc>
                <a:spcPct val="101000"/>
              </a:lnSpc>
              <a:spcBef>
                <a:spcPts val="770"/>
              </a:spcBef>
            </a:pPr>
            <a:r>
              <a:rPr sz="1350" spc="-10" dirty="0">
                <a:solidFill>
                  <a:srgbClr val="1E4E79"/>
                </a:solidFill>
                <a:latin typeface="Malgun Gothic"/>
                <a:cs typeface="Malgun Gothic"/>
              </a:rPr>
              <a:t>Highway101 Source Connector (자체개발)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026146" y="3988295"/>
            <a:ext cx="8550275" cy="5570855"/>
            <a:chOff x="5026146" y="3988295"/>
            <a:chExt cx="8550275" cy="5570855"/>
          </a:xfrm>
        </p:grpSpPr>
        <p:sp>
          <p:nvSpPr>
            <p:cNvPr id="63" name="object 63"/>
            <p:cNvSpPr/>
            <p:nvPr/>
          </p:nvSpPr>
          <p:spPr>
            <a:xfrm>
              <a:off x="6076315" y="7441692"/>
              <a:ext cx="389255" cy="50800"/>
            </a:xfrm>
            <a:custGeom>
              <a:avLst/>
              <a:gdLst/>
              <a:ahLst/>
              <a:cxnLst/>
              <a:rect l="l" t="t" r="r" b="b"/>
              <a:pathLst>
                <a:path w="389254" h="50800">
                  <a:moveTo>
                    <a:pt x="338327" y="0"/>
                  </a:moveTo>
                  <a:lnTo>
                    <a:pt x="338327" y="50799"/>
                  </a:lnTo>
                  <a:lnTo>
                    <a:pt x="376427" y="31749"/>
                  </a:lnTo>
                  <a:lnTo>
                    <a:pt x="351027" y="31749"/>
                  </a:lnTo>
                  <a:lnTo>
                    <a:pt x="351027" y="19049"/>
                  </a:lnTo>
                  <a:lnTo>
                    <a:pt x="376427" y="19049"/>
                  </a:lnTo>
                  <a:lnTo>
                    <a:pt x="338327" y="0"/>
                  </a:lnTo>
                  <a:close/>
                </a:path>
                <a:path w="389254" h="50800">
                  <a:moveTo>
                    <a:pt x="338327" y="19049"/>
                  </a:moveTo>
                  <a:lnTo>
                    <a:pt x="0" y="19049"/>
                  </a:lnTo>
                  <a:lnTo>
                    <a:pt x="0" y="31749"/>
                  </a:lnTo>
                  <a:lnTo>
                    <a:pt x="338327" y="31749"/>
                  </a:lnTo>
                  <a:lnTo>
                    <a:pt x="338327" y="19049"/>
                  </a:lnTo>
                  <a:close/>
                </a:path>
                <a:path w="389254" h="50800">
                  <a:moveTo>
                    <a:pt x="376427" y="19049"/>
                  </a:moveTo>
                  <a:lnTo>
                    <a:pt x="351027" y="19049"/>
                  </a:lnTo>
                  <a:lnTo>
                    <a:pt x="351027" y="31749"/>
                  </a:lnTo>
                  <a:lnTo>
                    <a:pt x="376427" y="31749"/>
                  </a:lnTo>
                  <a:lnTo>
                    <a:pt x="389127" y="25399"/>
                  </a:lnTo>
                  <a:lnTo>
                    <a:pt x="376427" y="19049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26146" y="8272484"/>
              <a:ext cx="606702" cy="625087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186917" y="3988295"/>
              <a:ext cx="5388884" cy="5570244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246364" y="4197096"/>
              <a:ext cx="5269991" cy="1304543"/>
            </a:xfrm>
            <a:prstGeom prst="rect">
              <a:avLst/>
            </a:prstGeom>
          </p:spPr>
        </p:pic>
        <p:sp>
          <p:nvSpPr>
            <p:cNvPr id="67" name="object 67"/>
            <p:cNvSpPr/>
            <p:nvPr/>
          </p:nvSpPr>
          <p:spPr>
            <a:xfrm>
              <a:off x="8220710" y="3998468"/>
              <a:ext cx="5327015" cy="5508625"/>
            </a:xfrm>
            <a:custGeom>
              <a:avLst/>
              <a:gdLst/>
              <a:ahLst/>
              <a:cxnLst/>
              <a:rect l="l" t="t" r="r" b="b"/>
              <a:pathLst>
                <a:path w="5327015" h="5508625">
                  <a:moveTo>
                    <a:pt x="5181092" y="0"/>
                  </a:moveTo>
                  <a:lnTo>
                    <a:pt x="145542" y="0"/>
                  </a:lnTo>
                  <a:lnTo>
                    <a:pt x="99535" y="7418"/>
                  </a:lnTo>
                  <a:lnTo>
                    <a:pt x="59582" y="28078"/>
                  </a:lnTo>
                  <a:lnTo>
                    <a:pt x="28078" y="59582"/>
                  </a:lnTo>
                  <a:lnTo>
                    <a:pt x="7418" y="99535"/>
                  </a:lnTo>
                  <a:lnTo>
                    <a:pt x="0" y="145542"/>
                  </a:lnTo>
                  <a:lnTo>
                    <a:pt x="0" y="5362943"/>
                  </a:lnTo>
                  <a:lnTo>
                    <a:pt x="7418" y="5408937"/>
                  </a:lnTo>
                  <a:lnTo>
                    <a:pt x="28078" y="5448883"/>
                  </a:lnTo>
                  <a:lnTo>
                    <a:pt x="59582" y="5480383"/>
                  </a:lnTo>
                  <a:lnTo>
                    <a:pt x="99535" y="5501041"/>
                  </a:lnTo>
                  <a:lnTo>
                    <a:pt x="145542" y="5508459"/>
                  </a:lnTo>
                  <a:lnTo>
                    <a:pt x="5181092" y="5508459"/>
                  </a:lnTo>
                  <a:lnTo>
                    <a:pt x="5227098" y="5501041"/>
                  </a:lnTo>
                  <a:lnTo>
                    <a:pt x="5267051" y="5480383"/>
                  </a:lnTo>
                  <a:lnTo>
                    <a:pt x="5298555" y="5448883"/>
                  </a:lnTo>
                  <a:lnTo>
                    <a:pt x="5319215" y="5408937"/>
                  </a:lnTo>
                  <a:lnTo>
                    <a:pt x="5326634" y="5362943"/>
                  </a:lnTo>
                  <a:lnTo>
                    <a:pt x="5326634" y="145542"/>
                  </a:lnTo>
                  <a:lnTo>
                    <a:pt x="5319215" y="99535"/>
                  </a:lnTo>
                  <a:lnTo>
                    <a:pt x="5298555" y="59582"/>
                  </a:lnTo>
                  <a:lnTo>
                    <a:pt x="5267051" y="28078"/>
                  </a:lnTo>
                  <a:lnTo>
                    <a:pt x="5227098" y="7418"/>
                  </a:lnTo>
                  <a:lnTo>
                    <a:pt x="5181092" y="0"/>
                  </a:lnTo>
                  <a:close/>
                </a:path>
              </a:pathLst>
            </a:custGeom>
            <a:solidFill>
              <a:srgbClr val="38B3D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8497569" y="4218279"/>
            <a:ext cx="4787265" cy="1022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95020" marR="5080" indent="-795655">
              <a:lnSpc>
                <a:spcPct val="121100"/>
              </a:lnSpc>
              <a:spcBef>
                <a:spcPts val="95"/>
              </a:spcBef>
            </a:pPr>
            <a:r>
              <a:rPr sz="2700" dirty="0">
                <a:solidFill>
                  <a:srgbClr val="221F1F"/>
                </a:solidFill>
                <a:latin typeface="Malgun Gothic"/>
                <a:cs typeface="Malgun Gothic"/>
              </a:rPr>
              <a:t>실시간 Pipeline</a:t>
            </a:r>
            <a:r>
              <a:rPr sz="2700" spc="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221F1F"/>
                </a:solidFill>
                <a:latin typeface="Malgun Gothic"/>
                <a:cs typeface="Malgun Gothic"/>
              </a:rPr>
              <a:t>&amp;</a:t>
            </a:r>
            <a:r>
              <a:rPr sz="270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221F1F"/>
                </a:solidFill>
                <a:latin typeface="Malgun Gothic"/>
                <a:cs typeface="Malgun Gothic"/>
              </a:rPr>
              <a:t>실시간 </a:t>
            </a:r>
            <a:r>
              <a:rPr sz="2700" spc="-25" dirty="0">
                <a:solidFill>
                  <a:srgbClr val="221F1F"/>
                </a:solidFill>
                <a:latin typeface="Malgun Gothic"/>
                <a:cs typeface="Malgun Gothic"/>
              </a:rPr>
              <a:t>HUB </a:t>
            </a:r>
            <a:r>
              <a:rPr sz="2700" dirty="0">
                <a:solidFill>
                  <a:srgbClr val="221F1F"/>
                </a:solidFill>
                <a:latin typeface="Malgun Gothic"/>
                <a:cs typeface="Malgun Gothic"/>
              </a:rPr>
              <a:t>(Confluent</a:t>
            </a:r>
            <a:r>
              <a:rPr sz="27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700" spc="-10" dirty="0">
                <a:solidFill>
                  <a:srgbClr val="221F1F"/>
                </a:solidFill>
                <a:latin typeface="Malgun Gothic"/>
                <a:cs typeface="Malgun Gothic"/>
              </a:rPr>
              <a:t>Platform)</a:t>
            </a:r>
            <a:endParaRPr sz="2700">
              <a:latin typeface="Malgun Gothic"/>
              <a:cs typeface="Malgun Gothic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5651246" y="5398770"/>
            <a:ext cx="7798434" cy="3989070"/>
            <a:chOff x="5651246" y="5398770"/>
            <a:chExt cx="7798434" cy="3989070"/>
          </a:xfrm>
        </p:grpSpPr>
        <p:pic>
          <p:nvPicPr>
            <p:cNvPr id="70" name="object 7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314055" y="5795899"/>
              <a:ext cx="5135372" cy="2824226"/>
            </a:xfrm>
            <a:prstGeom prst="rect">
              <a:avLst/>
            </a:prstGeom>
          </p:spPr>
        </p:pic>
        <p:sp>
          <p:nvSpPr>
            <p:cNvPr id="71" name="object 71"/>
            <p:cNvSpPr/>
            <p:nvPr/>
          </p:nvSpPr>
          <p:spPr>
            <a:xfrm>
              <a:off x="5651246" y="5398769"/>
              <a:ext cx="2588260" cy="3209925"/>
            </a:xfrm>
            <a:custGeom>
              <a:avLst/>
              <a:gdLst/>
              <a:ahLst/>
              <a:cxnLst/>
              <a:rect l="l" t="t" r="r" b="b"/>
              <a:pathLst>
                <a:path w="2588259" h="3209925">
                  <a:moveTo>
                    <a:pt x="2563241" y="3184017"/>
                  </a:moveTo>
                  <a:lnTo>
                    <a:pt x="2550541" y="3177667"/>
                  </a:lnTo>
                  <a:lnTo>
                    <a:pt x="2512441" y="3158617"/>
                  </a:lnTo>
                  <a:lnTo>
                    <a:pt x="2512441" y="3177667"/>
                  </a:lnTo>
                  <a:lnTo>
                    <a:pt x="0" y="3177667"/>
                  </a:lnTo>
                  <a:lnTo>
                    <a:pt x="0" y="3190367"/>
                  </a:lnTo>
                  <a:lnTo>
                    <a:pt x="2512441" y="3190367"/>
                  </a:lnTo>
                  <a:lnTo>
                    <a:pt x="2512441" y="3209417"/>
                  </a:lnTo>
                  <a:lnTo>
                    <a:pt x="2550541" y="3190367"/>
                  </a:lnTo>
                  <a:lnTo>
                    <a:pt x="2563241" y="3184017"/>
                  </a:lnTo>
                  <a:close/>
                </a:path>
                <a:path w="2588259" h="3209925">
                  <a:moveTo>
                    <a:pt x="2569464" y="2068322"/>
                  </a:moveTo>
                  <a:lnTo>
                    <a:pt x="2556764" y="2061972"/>
                  </a:lnTo>
                  <a:lnTo>
                    <a:pt x="2518664" y="2042922"/>
                  </a:lnTo>
                  <a:lnTo>
                    <a:pt x="2518664" y="2061972"/>
                  </a:lnTo>
                  <a:lnTo>
                    <a:pt x="2226310" y="2061972"/>
                  </a:lnTo>
                  <a:lnTo>
                    <a:pt x="2226310" y="2074672"/>
                  </a:lnTo>
                  <a:lnTo>
                    <a:pt x="2518664" y="2074672"/>
                  </a:lnTo>
                  <a:lnTo>
                    <a:pt x="2518664" y="2093722"/>
                  </a:lnTo>
                  <a:lnTo>
                    <a:pt x="2556764" y="2074672"/>
                  </a:lnTo>
                  <a:lnTo>
                    <a:pt x="2569464" y="2068322"/>
                  </a:lnTo>
                  <a:close/>
                </a:path>
                <a:path w="2588259" h="3209925">
                  <a:moveTo>
                    <a:pt x="2588133" y="25400"/>
                  </a:moveTo>
                  <a:lnTo>
                    <a:pt x="2575433" y="19050"/>
                  </a:lnTo>
                  <a:lnTo>
                    <a:pt x="2537333" y="0"/>
                  </a:lnTo>
                  <a:lnTo>
                    <a:pt x="2537333" y="19050"/>
                  </a:lnTo>
                  <a:lnTo>
                    <a:pt x="2226310" y="19050"/>
                  </a:lnTo>
                  <a:lnTo>
                    <a:pt x="2226310" y="31750"/>
                  </a:lnTo>
                  <a:lnTo>
                    <a:pt x="2537333" y="31750"/>
                  </a:lnTo>
                  <a:lnTo>
                    <a:pt x="2537333" y="50800"/>
                  </a:lnTo>
                  <a:lnTo>
                    <a:pt x="2575433" y="31750"/>
                  </a:lnTo>
                  <a:lnTo>
                    <a:pt x="2588133" y="254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650480" y="8929116"/>
              <a:ext cx="1202435" cy="425195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17536" y="8944355"/>
              <a:ext cx="1068311" cy="443484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7712710" y="8970937"/>
              <a:ext cx="1083310" cy="306070"/>
            </a:xfrm>
            <a:custGeom>
              <a:avLst/>
              <a:gdLst/>
              <a:ahLst/>
              <a:cxnLst/>
              <a:rect l="l" t="t" r="r" b="b"/>
              <a:pathLst>
                <a:path w="1083309" h="306070">
                  <a:moveTo>
                    <a:pt x="1083221" y="0"/>
                  </a:moveTo>
                  <a:lnTo>
                    <a:pt x="0" y="0"/>
                  </a:lnTo>
                  <a:lnTo>
                    <a:pt x="0" y="305955"/>
                  </a:lnTo>
                  <a:lnTo>
                    <a:pt x="1083221" y="305955"/>
                  </a:lnTo>
                  <a:lnTo>
                    <a:pt x="1083221" y="0"/>
                  </a:lnTo>
                  <a:close/>
                </a:path>
              </a:pathLst>
            </a:custGeom>
            <a:solidFill>
              <a:srgbClr val="0074A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7712710" y="8970937"/>
              <a:ext cx="1083310" cy="306070"/>
            </a:xfrm>
            <a:custGeom>
              <a:avLst/>
              <a:gdLst/>
              <a:ahLst/>
              <a:cxnLst/>
              <a:rect l="l" t="t" r="r" b="b"/>
              <a:pathLst>
                <a:path w="1083309" h="306070">
                  <a:moveTo>
                    <a:pt x="0" y="305955"/>
                  </a:moveTo>
                  <a:lnTo>
                    <a:pt x="1083221" y="305955"/>
                  </a:lnTo>
                  <a:lnTo>
                    <a:pt x="1083221" y="0"/>
                  </a:lnTo>
                  <a:lnTo>
                    <a:pt x="0" y="0"/>
                  </a:lnTo>
                  <a:lnTo>
                    <a:pt x="0" y="305955"/>
                  </a:lnTo>
                  <a:close/>
                </a:path>
              </a:pathLst>
            </a:custGeom>
            <a:ln w="380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5994527" y="8619235"/>
            <a:ext cx="2661920" cy="619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SFTP/FTPS</a:t>
            </a:r>
            <a:r>
              <a:rPr sz="1350" spc="-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Connector</a:t>
            </a:r>
            <a:endParaRPr sz="1350">
              <a:latin typeface="Malgun Gothic"/>
              <a:cs typeface="Malgun Gothic"/>
            </a:endParaRPr>
          </a:p>
          <a:p>
            <a:pPr marR="5080" algn="r">
              <a:lnSpc>
                <a:spcPct val="100000"/>
              </a:lnSpc>
              <a:spcBef>
                <a:spcPts val="1425"/>
              </a:spcBef>
            </a:pPr>
            <a:r>
              <a:rPr sz="1350" spc="-10" dirty="0">
                <a:solidFill>
                  <a:srgbClr val="FFFFFF"/>
                </a:solidFill>
                <a:latin typeface="Malgun Gothic"/>
                <a:cs typeface="Malgun Gothic"/>
              </a:rPr>
              <a:t>Replicator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4180204" y="5012315"/>
            <a:ext cx="11372850" cy="4137660"/>
            <a:chOff x="4180204" y="5012315"/>
            <a:chExt cx="11372850" cy="4137660"/>
          </a:xfrm>
        </p:grpSpPr>
        <p:sp>
          <p:nvSpPr>
            <p:cNvPr id="78" name="object 78"/>
            <p:cNvSpPr/>
            <p:nvPr/>
          </p:nvSpPr>
          <p:spPr>
            <a:xfrm>
              <a:off x="4180204" y="9098597"/>
              <a:ext cx="3532504" cy="50800"/>
            </a:xfrm>
            <a:custGeom>
              <a:avLst/>
              <a:gdLst/>
              <a:ahLst/>
              <a:cxnLst/>
              <a:rect l="l" t="t" r="r" b="b"/>
              <a:pathLst>
                <a:path w="3532504" h="50800">
                  <a:moveTo>
                    <a:pt x="3481704" y="0"/>
                  </a:moveTo>
                  <a:lnTo>
                    <a:pt x="3481831" y="50800"/>
                  </a:lnTo>
                  <a:lnTo>
                    <a:pt x="3519663" y="31751"/>
                  </a:lnTo>
                  <a:lnTo>
                    <a:pt x="3494404" y="31751"/>
                  </a:lnTo>
                  <a:lnTo>
                    <a:pt x="3494404" y="19051"/>
                  </a:lnTo>
                  <a:lnTo>
                    <a:pt x="3519980" y="19051"/>
                  </a:lnTo>
                  <a:lnTo>
                    <a:pt x="3481704" y="0"/>
                  </a:lnTo>
                  <a:close/>
                </a:path>
                <a:path w="3532504" h="50800">
                  <a:moveTo>
                    <a:pt x="3481752" y="19051"/>
                  </a:moveTo>
                  <a:lnTo>
                    <a:pt x="0" y="26441"/>
                  </a:lnTo>
                  <a:lnTo>
                    <a:pt x="0" y="39141"/>
                  </a:lnTo>
                  <a:lnTo>
                    <a:pt x="3481784" y="31751"/>
                  </a:lnTo>
                  <a:lnTo>
                    <a:pt x="3481752" y="19051"/>
                  </a:lnTo>
                  <a:close/>
                </a:path>
                <a:path w="3532504" h="50800">
                  <a:moveTo>
                    <a:pt x="3519980" y="19051"/>
                  </a:moveTo>
                  <a:lnTo>
                    <a:pt x="3494404" y="19051"/>
                  </a:lnTo>
                  <a:lnTo>
                    <a:pt x="3494404" y="31751"/>
                  </a:lnTo>
                  <a:lnTo>
                    <a:pt x="3519663" y="31751"/>
                  </a:lnTo>
                  <a:lnTo>
                    <a:pt x="3532504" y="25285"/>
                  </a:lnTo>
                  <a:lnTo>
                    <a:pt x="3519980" y="19051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7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3822640" y="5012315"/>
              <a:ext cx="1729819" cy="850607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13875258" y="5044287"/>
              <a:ext cx="1629410" cy="751205"/>
            </a:xfrm>
            <a:custGeom>
              <a:avLst/>
              <a:gdLst/>
              <a:ahLst/>
              <a:cxnLst/>
              <a:rect l="l" t="t" r="r" b="b"/>
              <a:pathLst>
                <a:path w="1629409" h="751204">
                  <a:moveTo>
                    <a:pt x="1629409" y="0"/>
                  </a:moveTo>
                  <a:lnTo>
                    <a:pt x="0" y="0"/>
                  </a:lnTo>
                  <a:lnTo>
                    <a:pt x="0" y="750976"/>
                  </a:lnTo>
                  <a:lnTo>
                    <a:pt x="1629409" y="750976"/>
                  </a:lnTo>
                  <a:lnTo>
                    <a:pt x="1629409" y="0"/>
                  </a:lnTo>
                  <a:close/>
                </a:path>
              </a:pathLst>
            </a:custGeom>
            <a:solidFill>
              <a:srgbClr val="B4E0E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3875258" y="5044287"/>
              <a:ext cx="1629410" cy="751205"/>
            </a:xfrm>
            <a:custGeom>
              <a:avLst/>
              <a:gdLst/>
              <a:ahLst/>
              <a:cxnLst/>
              <a:rect l="l" t="t" r="r" b="b"/>
              <a:pathLst>
                <a:path w="1629409" h="751204">
                  <a:moveTo>
                    <a:pt x="0" y="750976"/>
                  </a:moveTo>
                  <a:lnTo>
                    <a:pt x="1629409" y="750976"/>
                  </a:lnTo>
                  <a:lnTo>
                    <a:pt x="1629409" y="0"/>
                  </a:lnTo>
                  <a:lnTo>
                    <a:pt x="0" y="0"/>
                  </a:lnTo>
                  <a:lnTo>
                    <a:pt x="0" y="750976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14285087" y="5196916"/>
            <a:ext cx="824865" cy="4400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1E4E79"/>
                </a:solidFill>
                <a:latin typeface="Malgun Gothic"/>
                <a:cs typeface="Malgun Gothic"/>
              </a:rPr>
              <a:t>HDFS</a:t>
            </a:r>
            <a:r>
              <a:rPr sz="1350" spc="-10" dirty="0">
                <a:solidFill>
                  <a:srgbClr val="1E4E79"/>
                </a:solidFill>
                <a:latin typeface="Malgun Gothic"/>
                <a:cs typeface="Malgun Gothic"/>
              </a:rPr>
              <a:t> </a:t>
            </a:r>
            <a:r>
              <a:rPr sz="1350" spc="-20" dirty="0">
                <a:solidFill>
                  <a:srgbClr val="1E4E79"/>
                </a:solidFill>
                <a:latin typeface="Malgun Gothic"/>
                <a:cs typeface="Malgun Gothic"/>
              </a:rPr>
              <a:t>Sink</a:t>
            </a:r>
            <a:endParaRPr sz="1350">
              <a:latin typeface="Malgun Gothic"/>
              <a:cs typeface="Malgun Gothic"/>
            </a:endParaRPr>
          </a:p>
          <a:p>
            <a:pPr marL="1270">
              <a:lnSpc>
                <a:spcPct val="100000"/>
              </a:lnSpc>
              <a:spcBef>
                <a:spcPts val="15"/>
              </a:spcBef>
            </a:pPr>
            <a:r>
              <a:rPr sz="1350" spc="-10" dirty="0">
                <a:solidFill>
                  <a:srgbClr val="1E4E79"/>
                </a:solidFill>
                <a:latin typeface="Malgun Gothic"/>
                <a:cs typeface="Malgun Gothic"/>
              </a:rPr>
              <a:t>Connector</a:t>
            </a:r>
            <a:endParaRPr sz="1350">
              <a:latin typeface="Malgun Gothic"/>
              <a:cs typeface="Malgun Gothic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3542898" y="5394325"/>
            <a:ext cx="1968500" cy="3084830"/>
            <a:chOff x="13542898" y="5394325"/>
            <a:chExt cx="1968500" cy="3084830"/>
          </a:xfrm>
        </p:grpSpPr>
        <p:sp>
          <p:nvSpPr>
            <p:cNvPr id="84" name="object 84"/>
            <p:cNvSpPr/>
            <p:nvPr/>
          </p:nvSpPr>
          <p:spPr>
            <a:xfrm>
              <a:off x="13542898" y="5394325"/>
              <a:ext cx="332740" cy="50800"/>
            </a:xfrm>
            <a:custGeom>
              <a:avLst/>
              <a:gdLst/>
              <a:ahLst/>
              <a:cxnLst/>
              <a:rect l="l" t="t" r="r" b="b"/>
              <a:pathLst>
                <a:path w="332740" h="50800">
                  <a:moveTo>
                    <a:pt x="281559" y="0"/>
                  </a:moveTo>
                  <a:lnTo>
                    <a:pt x="281559" y="50800"/>
                  </a:lnTo>
                  <a:lnTo>
                    <a:pt x="319659" y="31750"/>
                  </a:lnTo>
                  <a:lnTo>
                    <a:pt x="294259" y="31750"/>
                  </a:lnTo>
                  <a:lnTo>
                    <a:pt x="294259" y="19050"/>
                  </a:lnTo>
                  <a:lnTo>
                    <a:pt x="319659" y="19050"/>
                  </a:lnTo>
                  <a:lnTo>
                    <a:pt x="281559" y="0"/>
                  </a:lnTo>
                  <a:close/>
                </a:path>
                <a:path w="332740" h="50800">
                  <a:moveTo>
                    <a:pt x="281559" y="19050"/>
                  </a:moveTo>
                  <a:lnTo>
                    <a:pt x="0" y="19050"/>
                  </a:lnTo>
                  <a:lnTo>
                    <a:pt x="0" y="31750"/>
                  </a:lnTo>
                  <a:lnTo>
                    <a:pt x="281559" y="31750"/>
                  </a:lnTo>
                  <a:lnTo>
                    <a:pt x="281559" y="19050"/>
                  </a:lnTo>
                  <a:close/>
                </a:path>
                <a:path w="332740" h="50800">
                  <a:moveTo>
                    <a:pt x="319659" y="19050"/>
                  </a:moveTo>
                  <a:lnTo>
                    <a:pt x="294259" y="19050"/>
                  </a:lnTo>
                  <a:lnTo>
                    <a:pt x="294259" y="31750"/>
                  </a:lnTo>
                  <a:lnTo>
                    <a:pt x="319659" y="31750"/>
                  </a:lnTo>
                  <a:lnTo>
                    <a:pt x="332359" y="25400"/>
                  </a:lnTo>
                  <a:lnTo>
                    <a:pt x="319659" y="1905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3875257" y="6302502"/>
              <a:ext cx="1629410" cy="2169795"/>
            </a:xfrm>
            <a:custGeom>
              <a:avLst/>
              <a:gdLst/>
              <a:ahLst/>
              <a:cxnLst/>
              <a:rect l="l" t="t" r="r" b="b"/>
              <a:pathLst>
                <a:path w="1629409" h="2169795">
                  <a:moveTo>
                    <a:pt x="0" y="2169795"/>
                  </a:moveTo>
                  <a:lnTo>
                    <a:pt x="1629409" y="2169795"/>
                  </a:lnTo>
                  <a:lnTo>
                    <a:pt x="1629409" y="0"/>
                  </a:lnTo>
                  <a:lnTo>
                    <a:pt x="0" y="0"/>
                  </a:lnTo>
                  <a:lnTo>
                    <a:pt x="0" y="2169795"/>
                  </a:lnTo>
                  <a:close/>
                </a:path>
              </a:pathLst>
            </a:custGeom>
            <a:ln w="12700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4040865" y="6434709"/>
            <a:ext cx="131381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분석영역</a:t>
            </a:r>
            <a:r>
              <a:rPr sz="1350" spc="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(GPDB)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13978509" y="6862191"/>
            <a:ext cx="1410970" cy="1397635"/>
          </a:xfrm>
          <a:custGeom>
            <a:avLst/>
            <a:gdLst/>
            <a:ahLst/>
            <a:cxnLst/>
            <a:rect l="l" t="t" r="r" b="b"/>
            <a:pathLst>
              <a:path w="1410969" h="1397634">
                <a:moveTo>
                  <a:pt x="1410842" y="120015"/>
                </a:moveTo>
                <a:lnTo>
                  <a:pt x="1374877" y="157953"/>
                </a:lnTo>
                <a:lnTo>
                  <a:pt x="1314525" y="180594"/>
                </a:lnTo>
                <a:lnTo>
                  <a:pt x="1274727" y="190899"/>
                </a:lnTo>
                <a:lnTo>
                  <a:pt x="1229088" y="200430"/>
                </a:lnTo>
                <a:lnTo>
                  <a:pt x="1178040" y="209114"/>
                </a:lnTo>
                <a:lnTo>
                  <a:pt x="1122011" y="216877"/>
                </a:lnTo>
                <a:lnTo>
                  <a:pt x="1061433" y="223647"/>
                </a:lnTo>
                <a:lnTo>
                  <a:pt x="996735" y="229349"/>
                </a:lnTo>
                <a:lnTo>
                  <a:pt x="928348" y="233912"/>
                </a:lnTo>
                <a:lnTo>
                  <a:pt x="856703" y="237262"/>
                </a:lnTo>
                <a:lnTo>
                  <a:pt x="782229" y="239325"/>
                </a:lnTo>
                <a:lnTo>
                  <a:pt x="705357" y="240030"/>
                </a:lnTo>
                <a:lnTo>
                  <a:pt x="628487" y="239325"/>
                </a:lnTo>
                <a:lnTo>
                  <a:pt x="554018" y="237262"/>
                </a:lnTo>
                <a:lnTo>
                  <a:pt x="482380" y="233912"/>
                </a:lnTo>
                <a:lnTo>
                  <a:pt x="414002" y="229349"/>
                </a:lnTo>
                <a:lnTo>
                  <a:pt x="349315" y="223647"/>
                </a:lnTo>
                <a:lnTo>
                  <a:pt x="288749" y="216877"/>
                </a:lnTo>
                <a:lnTo>
                  <a:pt x="232732" y="209114"/>
                </a:lnTo>
                <a:lnTo>
                  <a:pt x="181696" y="200430"/>
                </a:lnTo>
                <a:lnTo>
                  <a:pt x="136070" y="190899"/>
                </a:lnTo>
                <a:lnTo>
                  <a:pt x="96284" y="180594"/>
                </a:lnTo>
                <a:lnTo>
                  <a:pt x="35952" y="157953"/>
                </a:lnTo>
                <a:lnTo>
                  <a:pt x="4137" y="133093"/>
                </a:lnTo>
                <a:lnTo>
                  <a:pt x="0" y="120015"/>
                </a:lnTo>
                <a:lnTo>
                  <a:pt x="4137" y="106936"/>
                </a:lnTo>
                <a:lnTo>
                  <a:pt x="35952" y="82076"/>
                </a:lnTo>
                <a:lnTo>
                  <a:pt x="96284" y="59436"/>
                </a:lnTo>
                <a:lnTo>
                  <a:pt x="136070" y="49130"/>
                </a:lnTo>
                <a:lnTo>
                  <a:pt x="181696" y="39599"/>
                </a:lnTo>
                <a:lnTo>
                  <a:pt x="232732" y="30915"/>
                </a:lnTo>
                <a:lnTo>
                  <a:pt x="288749" y="23152"/>
                </a:lnTo>
                <a:lnTo>
                  <a:pt x="349315" y="16382"/>
                </a:lnTo>
                <a:lnTo>
                  <a:pt x="414002" y="10680"/>
                </a:lnTo>
                <a:lnTo>
                  <a:pt x="482380" y="6117"/>
                </a:lnTo>
                <a:lnTo>
                  <a:pt x="554018" y="2767"/>
                </a:lnTo>
                <a:lnTo>
                  <a:pt x="628487" y="704"/>
                </a:lnTo>
                <a:lnTo>
                  <a:pt x="705357" y="0"/>
                </a:lnTo>
                <a:lnTo>
                  <a:pt x="782229" y="704"/>
                </a:lnTo>
                <a:lnTo>
                  <a:pt x="856703" y="2767"/>
                </a:lnTo>
                <a:lnTo>
                  <a:pt x="928348" y="6117"/>
                </a:lnTo>
                <a:lnTo>
                  <a:pt x="996735" y="10680"/>
                </a:lnTo>
                <a:lnTo>
                  <a:pt x="1061433" y="16383"/>
                </a:lnTo>
                <a:lnTo>
                  <a:pt x="1122011" y="23152"/>
                </a:lnTo>
                <a:lnTo>
                  <a:pt x="1178040" y="30915"/>
                </a:lnTo>
                <a:lnTo>
                  <a:pt x="1229088" y="39599"/>
                </a:lnTo>
                <a:lnTo>
                  <a:pt x="1274727" y="49130"/>
                </a:lnTo>
                <a:lnTo>
                  <a:pt x="1314525" y="59436"/>
                </a:lnTo>
                <a:lnTo>
                  <a:pt x="1374877" y="82076"/>
                </a:lnTo>
                <a:lnTo>
                  <a:pt x="1406703" y="106936"/>
                </a:lnTo>
                <a:lnTo>
                  <a:pt x="1410842" y="120015"/>
                </a:lnTo>
                <a:lnTo>
                  <a:pt x="1410842" y="1277112"/>
                </a:lnTo>
                <a:lnTo>
                  <a:pt x="1374877" y="1315050"/>
                </a:lnTo>
                <a:lnTo>
                  <a:pt x="1314525" y="1337691"/>
                </a:lnTo>
                <a:lnTo>
                  <a:pt x="1274727" y="1347996"/>
                </a:lnTo>
                <a:lnTo>
                  <a:pt x="1229088" y="1357527"/>
                </a:lnTo>
                <a:lnTo>
                  <a:pt x="1178040" y="1366211"/>
                </a:lnTo>
                <a:lnTo>
                  <a:pt x="1122011" y="1373974"/>
                </a:lnTo>
                <a:lnTo>
                  <a:pt x="1061433" y="1380744"/>
                </a:lnTo>
                <a:lnTo>
                  <a:pt x="996735" y="1386446"/>
                </a:lnTo>
                <a:lnTo>
                  <a:pt x="928348" y="1391009"/>
                </a:lnTo>
                <a:lnTo>
                  <a:pt x="856703" y="1394359"/>
                </a:lnTo>
                <a:lnTo>
                  <a:pt x="782229" y="1396422"/>
                </a:lnTo>
                <a:lnTo>
                  <a:pt x="705357" y="1397127"/>
                </a:lnTo>
                <a:lnTo>
                  <a:pt x="628487" y="1396422"/>
                </a:lnTo>
                <a:lnTo>
                  <a:pt x="554018" y="1394359"/>
                </a:lnTo>
                <a:lnTo>
                  <a:pt x="482380" y="1391009"/>
                </a:lnTo>
                <a:lnTo>
                  <a:pt x="414002" y="1386446"/>
                </a:lnTo>
                <a:lnTo>
                  <a:pt x="349315" y="1380744"/>
                </a:lnTo>
                <a:lnTo>
                  <a:pt x="288749" y="1373974"/>
                </a:lnTo>
                <a:lnTo>
                  <a:pt x="232732" y="1366211"/>
                </a:lnTo>
                <a:lnTo>
                  <a:pt x="181696" y="1357527"/>
                </a:lnTo>
                <a:lnTo>
                  <a:pt x="136070" y="1347996"/>
                </a:lnTo>
                <a:lnTo>
                  <a:pt x="96284" y="1337691"/>
                </a:lnTo>
                <a:lnTo>
                  <a:pt x="35952" y="1315050"/>
                </a:lnTo>
                <a:lnTo>
                  <a:pt x="4137" y="1290190"/>
                </a:lnTo>
                <a:lnTo>
                  <a:pt x="0" y="1277112"/>
                </a:lnTo>
                <a:lnTo>
                  <a:pt x="0" y="120015"/>
                </a:lnTo>
              </a:path>
            </a:pathLst>
          </a:custGeom>
          <a:ln w="12700">
            <a:solidFill>
              <a:srgbClr val="221F1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 txBox="1"/>
          <p:nvPr/>
        </p:nvSpPr>
        <p:spPr>
          <a:xfrm>
            <a:off x="14046962" y="7239165"/>
            <a:ext cx="1273810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17145" rIns="0" bIns="0" rtlCol="0">
            <a:spAutoFit/>
          </a:bodyPr>
          <a:lstStyle/>
          <a:p>
            <a:pPr marL="180975">
              <a:lnSpc>
                <a:spcPct val="100000"/>
              </a:lnSpc>
              <a:spcBef>
                <a:spcPts val="13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FDC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T-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SUM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046962" y="7542821"/>
            <a:ext cx="1273810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40970">
              <a:lnSpc>
                <a:spcPct val="100000"/>
              </a:lnSpc>
              <a:spcBef>
                <a:spcPts val="235"/>
              </a:spcBef>
            </a:pPr>
            <a:r>
              <a:rPr sz="1200" spc="-10" dirty="0">
                <a:solidFill>
                  <a:srgbClr val="221F1F"/>
                </a:solidFill>
                <a:latin typeface="Malgun Gothic"/>
                <a:cs typeface="Malgun Gothic"/>
              </a:rPr>
              <a:t>검사/생산이력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4046962" y="7846479"/>
            <a:ext cx="1273810" cy="245110"/>
          </a:xfrm>
          <a:prstGeom prst="rect">
            <a:avLst/>
          </a:prstGeom>
          <a:ln w="12700">
            <a:solidFill>
              <a:srgbClr val="221F1F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235"/>
              </a:spcBef>
            </a:pPr>
            <a:r>
              <a:rPr sz="1200" spc="-10" dirty="0">
                <a:solidFill>
                  <a:srgbClr val="221F1F"/>
                </a:solidFill>
                <a:latin typeface="Malgun Gothic"/>
                <a:cs typeface="Malgun Gothic"/>
              </a:rPr>
              <a:t>Infra설비Data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12278232" y="2969132"/>
            <a:ext cx="2437130" cy="3333750"/>
            <a:chOff x="12278232" y="2969132"/>
            <a:chExt cx="2437130" cy="3333750"/>
          </a:xfrm>
        </p:grpSpPr>
        <p:sp>
          <p:nvSpPr>
            <p:cNvPr id="92" name="object 92"/>
            <p:cNvSpPr/>
            <p:nvPr/>
          </p:nvSpPr>
          <p:spPr>
            <a:xfrm>
              <a:off x="14664562" y="5795263"/>
              <a:ext cx="50800" cy="507365"/>
            </a:xfrm>
            <a:custGeom>
              <a:avLst/>
              <a:gdLst/>
              <a:ahLst/>
              <a:cxnLst/>
              <a:rect l="l" t="t" r="r" b="b"/>
              <a:pathLst>
                <a:path w="50800" h="507364">
                  <a:moveTo>
                    <a:pt x="19050" y="456438"/>
                  </a:moveTo>
                  <a:lnTo>
                    <a:pt x="0" y="456438"/>
                  </a:lnTo>
                  <a:lnTo>
                    <a:pt x="25400" y="507238"/>
                  </a:lnTo>
                  <a:lnTo>
                    <a:pt x="44450" y="469138"/>
                  </a:lnTo>
                  <a:lnTo>
                    <a:pt x="19050" y="469138"/>
                  </a:lnTo>
                  <a:lnTo>
                    <a:pt x="19050" y="456438"/>
                  </a:lnTo>
                  <a:close/>
                </a:path>
                <a:path w="50800" h="507364">
                  <a:moveTo>
                    <a:pt x="31750" y="0"/>
                  </a:moveTo>
                  <a:lnTo>
                    <a:pt x="19050" y="0"/>
                  </a:lnTo>
                  <a:lnTo>
                    <a:pt x="19050" y="469138"/>
                  </a:lnTo>
                  <a:lnTo>
                    <a:pt x="31750" y="469138"/>
                  </a:lnTo>
                  <a:lnTo>
                    <a:pt x="31750" y="0"/>
                  </a:lnTo>
                  <a:close/>
                </a:path>
                <a:path w="50800" h="507364">
                  <a:moveTo>
                    <a:pt x="50800" y="456438"/>
                  </a:moveTo>
                  <a:lnTo>
                    <a:pt x="31750" y="456438"/>
                  </a:lnTo>
                  <a:lnTo>
                    <a:pt x="31750" y="469138"/>
                  </a:lnTo>
                  <a:lnTo>
                    <a:pt x="44450" y="469138"/>
                  </a:lnTo>
                  <a:lnTo>
                    <a:pt x="50800" y="456438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2290932" y="2981832"/>
              <a:ext cx="1100455" cy="511175"/>
            </a:xfrm>
            <a:custGeom>
              <a:avLst/>
              <a:gdLst/>
              <a:ahLst/>
              <a:cxnLst/>
              <a:rect l="l" t="t" r="r" b="b"/>
              <a:pathLst>
                <a:path w="1100455" h="511175">
                  <a:moveTo>
                    <a:pt x="0" y="0"/>
                  </a:moveTo>
                  <a:lnTo>
                    <a:pt x="162051" y="0"/>
                  </a:lnTo>
                  <a:lnTo>
                    <a:pt x="162814" y="0"/>
                  </a:lnTo>
                  <a:lnTo>
                    <a:pt x="1100201" y="0"/>
                  </a:lnTo>
                  <a:lnTo>
                    <a:pt x="1100201" y="382777"/>
                  </a:lnTo>
                  <a:lnTo>
                    <a:pt x="1100201" y="389890"/>
                  </a:lnTo>
                  <a:lnTo>
                    <a:pt x="1100201" y="510794"/>
                  </a:lnTo>
                  <a:lnTo>
                    <a:pt x="467233" y="510794"/>
                  </a:lnTo>
                  <a:lnTo>
                    <a:pt x="467233" y="389890"/>
                  </a:lnTo>
                  <a:lnTo>
                    <a:pt x="162051" y="389890"/>
                  </a:lnTo>
                  <a:lnTo>
                    <a:pt x="162051" y="164338"/>
                  </a:lnTo>
                  <a:lnTo>
                    <a:pt x="0" y="164338"/>
                  </a:lnTo>
                  <a:lnTo>
                    <a:pt x="0" y="0"/>
                  </a:lnTo>
                  <a:close/>
                </a:path>
              </a:pathLst>
            </a:custGeom>
            <a:ln w="25400">
              <a:solidFill>
                <a:srgbClr val="81CFE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2691764" y="1828292"/>
            <a:ext cx="12920980" cy="16059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2385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디스플레이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생산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공정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Line에서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생성되는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다양한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Sensor</a:t>
            </a:r>
            <a:r>
              <a:rPr sz="2450" b="1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Data를</a:t>
            </a:r>
            <a:r>
              <a:rPr sz="2450" b="1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실시간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수집/분석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을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하여,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Line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상태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및</a:t>
            </a:r>
            <a:r>
              <a:rPr sz="2450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제품</a:t>
            </a:r>
            <a:r>
              <a:rPr sz="2450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생산</a:t>
            </a:r>
            <a:r>
              <a:rPr sz="2450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상황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정보의</a:t>
            </a:r>
            <a:r>
              <a:rPr sz="2450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실시간</a:t>
            </a:r>
            <a:r>
              <a:rPr sz="2450" spc="-4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모니터링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통해</a:t>
            </a:r>
            <a:r>
              <a:rPr sz="2450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제품의</a:t>
            </a:r>
            <a:r>
              <a:rPr sz="2450" b="1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불량률을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20" dirty="0">
                <a:solidFill>
                  <a:srgbClr val="17719D"/>
                </a:solidFill>
                <a:latin typeface="Malgun Gothic"/>
                <a:cs typeface="Malgun Gothic"/>
              </a:rPr>
              <a:t>최소화</a:t>
            </a:r>
            <a:r>
              <a:rPr sz="2450" spc="-20" dirty="0">
                <a:solidFill>
                  <a:srgbClr val="17719D"/>
                </a:solidFill>
                <a:latin typeface="Malgun Gothic"/>
                <a:cs typeface="Malgun Gothic"/>
              </a:rPr>
              <a:t>.</a:t>
            </a:r>
            <a:endParaRPr sz="2450">
              <a:latin typeface="Malgun Gothic"/>
              <a:cs typeface="Malgun Gothic"/>
            </a:endParaRPr>
          </a:p>
          <a:p>
            <a:pPr marR="5080" algn="r">
              <a:lnSpc>
                <a:spcPct val="100000"/>
              </a:lnSpc>
              <a:spcBef>
                <a:spcPts val="3625"/>
              </a:spcBef>
            </a:pPr>
            <a:r>
              <a:rPr sz="2450" dirty="0">
                <a:solidFill>
                  <a:srgbClr val="221F1F"/>
                </a:solidFill>
                <a:latin typeface="Malgun Gothic"/>
                <a:cs typeface="Malgun Gothic"/>
              </a:rPr>
              <a:t>BMT</a:t>
            </a:r>
            <a:r>
              <a:rPr sz="2450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221F1F"/>
                </a:solidFill>
                <a:latin typeface="Malgun Gothic"/>
                <a:cs typeface="Malgun Gothic"/>
              </a:rPr>
              <a:t>수행</a:t>
            </a:r>
            <a:r>
              <a:rPr sz="245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450" spc="-35" dirty="0">
                <a:solidFill>
                  <a:srgbClr val="221F1F"/>
                </a:solidFill>
                <a:latin typeface="Malgun Gothic"/>
                <a:cs typeface="Malgun Gothic"/>
              </a:rPr>
              <a:t>범위</a:t>
            </a:r>
            <a:endParaRPr sz="2450">
              <a:latin typeface="Malgun Gothic"/>
              <a:cs typeface="Malgun Gothic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97" name="object 9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57</a:t>
            </a:fld>
            <a:endParaRPr spc="-25" dirty="0"/>
          </a:p>
        </p:txBody>
      </p:sp>
      <p:sp>
        <p:nvSpPr>
          <p:cNvPr id="95" name="object 95"/>
          <p:cNvSpPr txBox="1"/>
          <p:nvPr/>
        </p:nvSpPr>
        <p:spPr>
          <a:xfrm>
            <a:off x="9856851" y="5832678"/>
            <a:ext cx="2112645" cy="318770"/>
          </a:xfrm>
          <a:prstGeom prst="rect">
            <a:avLst/>
          </a:prstGeom>
          <a:solidFill>
            <a:srgbClr val="B4E0E3"/>
          </a:solidFill>
          <a:ln w="25400">
            <a:solidFill>
              <a:srgbClr val="83A3A6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285"/>
              </a:spcBef>
            </a:pPr>
            <a:r>
              <a:rPr sz="1600" dirty="0">
                <a:solidFill>
                  <a:srgbClr val="FFFFFF"/>
                </a:solidFill>
                <a:latin typeface="Malgun Gothic"/>
                <a:cs typeface="Malgun Gothic"/>
              </a:rPr>
              <a:t>Grafana</a:t>
            </a:r>
            <a:r>
              <a:rPr sz="1600" spc="7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Malgun Gothic"/>
                <a:cs typeface="Malgun Gothic"/>
              </a:rPr>
              <a:t>모니터링</a:t>
            </a:r>
            <a:endParaRPr sz="16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제조사</a:t>
            </a:r>
            <a:r>
              <a:rPr spc="20" dirty="0"/>
              <a:t> </a:t>
            </a:r>
            <a:r>
              <a:rPr dirty="0"/>
              <a:t>#1</a:t>
            </a:r>
            <a:r>
              <a:rPr spc="-5" dirty="0"/>
              <a:t> </a:t>
            </a:r>
            <a:r>
              <a:rPr dirty="0"/>
              <a:t>(생산</a:t>
            </a:r>
            <a:r>
              <a:rPr spc="20" dirty="0"/>
              <a:t> </a:t>
            </a:r>
            <a:r>
              <a:rPr dirty="0"/>
              <a:t>Line의</a:t>
            </a:r>
            <a:r>
              <a:rPr spc="15" dirty="0"/>
              <a:t> </a:t>
            </a:r>
            <a:r>
              <a:rPr dirty="0"/>
              <a:t>실시간</a:t>
            </a:r>
            <a:r>
              <a:rPr spc="25" dirty="0"/>
              <a:t> </a:t>
            </a:r>
            <a:r>
              <a:rPr dirty="0"/>
              <a:t>Sensor</a:t>
            </a:r>
            <a:r>
              <a:rPr spc="10" dirty="0"/>
              <a:t> </a:t>
            </a:r>
            <a:r>
              <a:rPr dirty="0"/>
              <a:t>Data </a:t>
            </a:r>
            <a:r>
              <a:rPr spc="-10" dirty="0"/>
              <a:t>분석활용)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5" name="object 5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238113" y="1994154"/>
            <a:ext cx="5812155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700" spc="4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Platform</a:t>
            </a:r>
            <a:r>
              <a:rPr sz="2700" spc="3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BMT</a:t>
            </a:r>
            <a:r>
              <a:rPr sz="2700" spc="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–</a:t>
            </a:r>
            <a:r>
              <a:rPr sz="2700" spc="4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Data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0" dirty="0">
                <a:solidFill>
                  <a:srgbClr val="17719D"/>
                </a:solidFill>
                <a:latin typeface="Malgun Gothic"/>
                <a:cs typeface="Malgun Gothic"/>
              </a:rPr>
              <a:t>Flow</a:t>
            </a:r>
            <a:endParaRPr sz="270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21140" y="2938970"/>
            <a:ext cx="13246100" cy="6779895"/>
            <a:chOff x="2521140" y="2938970"/>
            <a:chExt cx="13246100" cy="6779895"/>
          </a:xfrm>
        </p:grpSpPr>
        <p:sp>
          <p:nvSpPr>
            <p:cNvPr id="9" name="object 9"/>
            <p:cNvSpPr/>
            <p:nvPr/>
          </p:nvSpPr>
          <p:spPr>
            <a:xfrm>
              <a:off x="2525902" y="2943732"/>
              <a:ext cx="13236575" cy="6770370"/>
            </a:xfrm>
            <a:custGeom>
              <a:avLst/>
              <a:gdLst/>
              <a:ahLst/>
              <a:cxnLst/>
              <a:rect l="l" t="t" r="r" b="b"/>
              <a:pathLst>
                <a:path w="13236575" h="6770370">
                  <a:moveTo>
                    <a:pt x="2209165" y="1126744"/>
                  </a:moveTo>
                  <a:lnTo>
                    <a:pt x="2209165" y="6769887"/>
                  </a:lnTo>
                </a:path>
                <a:path w="13236575" h="6770370">
                  <a:moveTo>
                    <a:pt x="4413631" y="1126744"/>
                  </a:moveTo>
                  <a:lnTo>
                    <a:pt x="4413631" y="6769887"/>
                  </a:lnTo>
                </a:path>
                <a:path w="13236575" h="6770370">
                  <a:moveTo>
                    <a:pt x="6618097" y="1126744"/>
                  </a:moveTo>
                  <a:lnTo>
                    <a:pt x="6618097" y="6769887"/>
                  </a:lnTo>
                </a:path>
                <a:path w="13236575" h="6770370">
                  <a:moveTo>
                    <a:pt x="8822563" y="1126744"/>
                  </a:moveTo>
                  <a:lnTo>
                    <a:pt x="8822563" y="6769887"/>
                  </a:lnTo>
                </a:path>
                <a:path w="13236575" h="6770370">
                  <a:moveTo>
                    <a:pt x="11027029" y="1126744"/>
                  </a:moveTo>
                  <a:lnTo>
                    <a:pt x="11027029" y="6769887"/>
                  </a:lnTo>
                </a:path>
                <a:path w="13236575" h="6770370">
                  <a:moveTo>
                    <a:pt x="0" y="1131570"/>
                  </a:moveTo>
                  <a:lnTo>
                    <a:pt x="13236193" y="1131570"/>
                  </a:lnTo>
                </a:path>
                <a:path w="13236575" h="6770370">
                  <a:moveTo>
                    <a:pt x="4699" y="0"/>
                  </a:moveTo>
                  <a:lnTo>
                    <a:pt x="4699" y="6769887"/>
                  </a:lnTo>
                </a:path>
                <a:path w="13236575" h="6770370">
                  <a:moveTo>
                    <a:pt x="13231494" y="0"/>
                  </a:moveTo>
                  <a:lnTo>
                    <a:pt x="13231494" y="6769887"/>
                  </a:lnTo>
                </a:path>
                <a:path w="13236575" h="6770370">
                  <a:moveTo>
                    <a:pt x="0" y="4825"/>
                  </a:moveTo>
                  <a:lnTo>
                    <a:pt x="13236193" y="4825"/>
                  </a:lnTo>
                </a:path>
                <a:path w="13236575" h="6770370">
                  <a:moveTo>
                    <a:pt x="0" y="6765124"/>
                  </a:moveTo>
                  <a:lnTo>
                    <a:pt x="13236193" y="6765124"/>
                  </a:lnTo>
                </a:path>
              </a:pathLst>
            </a:custGeom>
            <a:ln w="9525">
              <a:solidFill>
                <a:srgbClr val="221F1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911093" y="4868417"/>
              <a:ext cx="1648460" cy="3925570"/>
            </a:xfrm>
            <a:custGeom>
              <a:avLst/>
              <a:gdLst/>
              <a:ahLst/>
              <a:cxnLst/>
              <a:rect l="l" t="t" r="r" b="b"/>
              <a:pathLst>
                <a:path w="1648460" h="3925570">
                  <a:moveTo>
                    <a:pt x="1647952" y="0"/>
                  </a:moveTo>
                  <a:lnTo>
                    <a:pt x="0" y="0"/>
                  </a:lnTo>
                  <a:lnTo>
                    <a:pt x="0" y="3925570"/>
                  </a:lnTo>
                  <a:lnTo>
                    <a:pt x="1647952" y="3925570"/>
                  </a:lnTo>
                  <a:lnTo>
                    <a:pt x="1647952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911093" y="4868417"/>
              <a:ext cx="1648460" cy="3925570"/>
            </a:xfrm>
            <a:custGeom>
              <a:avLst/>
              <a:gdLst/>
              <a:ahLst/>
              <a:cxnLst/>
              <a:rect l="l" t="t" r="r" b="b"/>
              <a:pathLst>
                <a:path w="1648460" h="3925570">
                  <a:moveTo>
                    <a:pt x="0" y="3925570"/>
                  </a:moveTo>
                  <a:lnTo>
                    <a:pt x="1647952" y="3925570"/>
                  </a:lnTo>
                  <a:lnTo>
                    <a:pt x="1647952" y="0"/>
                  </a:lnTo>
                  <a:lnTo>
                    <a:pt x="0" y="0"/>
                  </a:lnTo>
                  <a:lnTo>
                    <a:pt x="0" y="3925570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83204" y="4945633"/>
              <a:ext cx="1648460" cy="3925570"/>
            </a:xfrm>
            <a:custGeom>
              <a:avLst/>
              <a:gdLst/>
              <a:ahLst/>
              <a:cxnLst/>
              <a:rect l="l" t="t" r="r" b="b"/>
              <a:pathLst>
                <a:path w="1648460" h="3925570">
                  <a:moveTo>
                    <a:pt x="1647951" y="0"/>
                  </a:moveTo>
                  <a:lnTo>
                    <a:pt x="0" y="0"/>
                  </a:lnTo>
                  <a:lnTo>
                    <a:pt x="0" y="3925570"/>
                  </a:lnTo>
                  <a:lnTo>
                    <a:pt x="1647951" y="3925570"/>
                  </a:lnTo>
                  <a:lnTo>
                    <a:pt x="1647951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83204" y="4945633"/>
              <a:ext cx="1648460" cy="3925570"/>
            </a:xfrm>
            <a:custGeom>
              <a:avLst/>
              <a:gdLst/>
              <a:ahLst/>
              <a:cxnLst/>
              <a:rect l="l" t="t" r="r" b="b"/>
              <a:pathLst>
                <a:path w="1648460" h="3925570">
                  <a:moveTo>
                    <a:pt x="0" y="3925570"/>
                  </a:moveTo>
                  <a:lnTo>
                    <a:pt x="1647951" y="3925570"/>
                  </a:lnTo>
                  <a:lnTo>
                    <a:pt x="1647951" y="0"/>
                  </a:lnTo>
                  <a:lnTo>
                    <a:pt x="0" y="0"/>
                  </a:lnTo>
                  <a:lnTo>
                    <a:pt x="0" y="3925570"/>
                  </a:lnTo>
                  <a:close/>
                </a:path>
              </a:pathLst>
            </a:custGeom>
            <a:ln w="12700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69158" y="5036692"/>
            <a:ext cx="1648460" cy="3925570"/>
          </a:xfrm>
          <a:prstGeom prst="rect">
            <a:avLst/>
          </a:prstGeom>
          <a:solidFill>
            <a:srgbClr val="F8F8F8"/>
          </a:solidFill>
          <a:ln w="12700">
            <a:solidFill>
              <a:srgbClr val="BEBEBE"/>
            </a:solidFill>
          </a:ln>
        </p:spPr>
        <p:txBody>
          <a:bodyPr vert="horz" wrap="square" lIns="0" tIns="419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30"/>
              </a:spcBef>
            </a:pPr>
            <a:endParaRPr sz="800">
              <a:latin typeface="Times New Roman"/>
              <a:cs typeface="Times New Roman"/>
            </a:endParaRPr>
          </a:p>
          <a:p>
            <a:pPr marL="124460" marR="133350">
              <a:lnSpc>
                <a:spcPct val="102000"/>
              </a:lnSpc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TRACE_DATA_REPORT </a:t>
            </a:r>
            <a:r>
              <a:rPr sz="800" dirty="0">
                <a:solidFill>
                  <a:srgbClr val="221F1F"/>
                </a:solidFill>
                <a:latin typeface="Malgun Gothic"/>
                <a:cs typeface="Malgun Gothic"/>
              </a:rPr>
              <a:t>HDR=(EAP,EES,DCP)</a:t>
            </a:r>
            <a:r>
              <a:rPr sz="800" spc="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LINE=A3 EQPID=EQP001_A01 EQP_INDEX=47 </a:t>
            </a:r>
            <a:r>
              <a:rPr sz="800" spc="-10" dirty="0">
                <a:solidFill>
                  <a:srgbClr val="FF0000"/>
                </a:solidFill>
                <a:latin typeface="Malgun Gothic"/>
                <a:cs typeface="Malgun Gothic"/>
              </a:rPr>
              <a:t>SENSOR_VALUES=(436117=1 1.0,436118=0.0,436119=0.91</a:t>
            </a:r>
            <a:endParaRPr sz="800">
              <a:latin typeface="Malgun Gothic"/>
              <a:cs typeface="Malgun Gothic"/>
            </a:endParaRPr>
          </a:p>
          <a:p>
            <a:pPr marL="124460" marR="652145">
              <a:lnSpc>
                <a:spcPts val="980"/>
              </a:lnSpc>
              <a:spcBef>
                <a:spcPts val="25"/>
              </a:spcBef>
            </a:pPr>
            <a:r>
              <a:rPr sz="800" spc="-25" dirty="0">
                <a:solidFill>
                  <a:srgbClr val="FF0000"/>
                </a:solidFill>
                <a:latin typeface="Malgun Gothic"/>
                <a:cs typeface="Malgun Gothic"/>
              </a:rPr>
              <a:t>3,) </a:t>
            </a: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CHAMBER_DATA=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ts val="940"/>
              </a:lnSpc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{UNITIDX=126619^STATUS=t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ct val="100000"/>
              </a:lnSpc>
              <a:spcBef>
                <a:spcPts val="30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rue^LOTID=LOT1^BATCHID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ct val="100000"/>
              </a:lnSpc>
              <a:spcBef>
                <a:spcPts val="20"/>
              </a:spcBef>
            </a:pPr>
            <a:r>
              <a:rPr sz="800" spc="-25" dirty="0">
                <a:solidFill>
                  <a:srgbClr val="221F1F"/>
                </a:solidFill>
                <a:latin typeface="Malgun Gothic"/>
                <a:cs typeface="Malgun Gothic"/>
              </a:rPr>
              <a:t>=-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ct val="100000"/>
              </a:lnSpc>
              <a:spcBef>
                <a:spcPts val="15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^PPID=PPID01^RECIPEID=RE</a:t>
            </a:r>
            <a:endParaRPr sz="800">
              <a:latin typeface="Malgun Gothic"/>
              <a:cs typeface="Malgun Gothic"/>
            </a:endParaRPr>
          </a:p>
          <a:p>
            <a:pPr marL="124460" marR="121285">
              <a:lnSpc>
                <a:spcPct val="101299"/>
              </a:lnSpc>
              <a:spcBef>
                <a:spcPts val="10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CIPEID01^CHSTEP=5^STEPSE Q=3000^PARTID=PARTID01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^LOTTYPE=A^PROCID=-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ct val="100000"/>
              </a:lnSpc>
              <a:spcBef>
                <a:spcPts val="25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^SLOTNO=12^SUBSTRATEID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ct val="100000"/>
              </a:lnSpc>
              <a:spcBef>
                <a:spcPts val="10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=GLASS1}</a:t>
            </a:r>
            <a:endParaRPr sz="800">
              <a:latin typeface="Malgun Gothic"/>
              <a:cs typeface="Malgun Gothic"/>
            </a:endParaRPr>
          </a:p>
          <a:p>
            <a:pPr marL="124460" marR="122555" algn="just">
              <a:lnSpc>
                <a:spcPct val="101899"/>
              </a:lnSpc>
              <a:spcBef>
                <a:spcPts val="5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{UNITIDX=68595^STATUS=tr ue^LOTID=LOT2,LOT2,LOT2^ BATCHID=-</a:t>
            </a:r>
            <a:endParaRPr sz="800">
              <a:latin typeface="Malgun Gothic"/>
              <a:cs typeface="Malgun Gothic"/>
            </a:endParaRPr>
          </a:p>
          <a:p>
            <a:pPr marL="124460" marR="128270">
              <a:lnSpc>
                <a:spcPts val="980"/>
              </a:lnSpc>
              <a:spcBef>
                <a:spcPts val="30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^PPID=PPID02,PPID02^RECI PEID=RECIPEID01,RECIPEID01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ts val="950"/>
              </a:lnSpc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,RECIPEID01^CHSTEP=-</a:t>
            </a:r>
            <a:endParaRPr sz="800">
              <a:latin typeface="Malgun Gothic"/>
              <a:cs typeface="Malgun Gothic"/>
            </a:endParaRPr>
          </a:p>
          <a:p>
            <a:pPr marL="124460" marR="151130">
              <a:lnSpc>
                <a:spcPts val="980"/>
              </a:lnSpc>
              <a:spcBef>
                <a:spcPts val="30"/>
              </a:spcBef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^STEPSEQ=2020,2020,2020^ PARTID=PARTID01^LOTTYPE</a:t>
            </a:r>
            <a:endParaRPr sz="800">
              <a:latin typeface="Malgun Gothic"/>
              <a:cs typeface="Malgun Gothic"/>
            </a:endParaRPr>
          </a:p>
          <a:p>
            <a:pPr marL="124460">
              <a:lnSpc>
                <a:spcPts val="940"/>
              </a:lnSpc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=A,A,A^PROCID=-</a:t>
            </a:r>
            <a:endParaRPr sz="800">
              <a:latin typeface="Malgun Gothic"/>
              <a:cs typeface="Malgun Gothic"/>
            </a:endParaRPr>
          </a:p>
          <a:p>
            <a:pPr marL="124460" marR="144780" algn="just">
              <a:lnSpc>
                <a:spcPct val="102000"/>
              </a:lnSpc>
            </a:pPr>
            <a:r>
              <a:rPr sz="800" spc="-10" dirty="0">
                <a:solidFill>
                  <a:srgbClr val="221F1F"/>
                </a:solidFill>
                <a:latin typeface="Malgun Gothic"/>
                <a:cs typeface="Malgun Gothic"/>
              </a:rPr>
              <a:t>^SLOTNO=20,21,22^SUBSTR ATEID=GLASS2,GLAS3,GLASS </a:t>
            </a:r>
            <a:r>
              <a:rPr sz="800" spc="-25" dirty="0">
                <a:solidFill>
                  <a:srgbClr val="221F1F"/>
                </a:solidFill>
                <a:latin typeface="Malgun Gothic"/>
                <a:cs typeface="Malgun Gothic"/>
              </a:rPr>
              <a:t>4}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37328" y="3167252"/>
            <a:ext cx="10570210" cy="5688965"/>
            <a:chOff x="4537328" y="3167252"/>
            <a:chExt cx="10570210" cy="568896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97855" y="5524703"/>
              <a:ext cx="1469644" cy="56024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39765" y="8028952"/>
              <a:ext cx="1469136" cy="23862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54728" y="5804915"/>
              <a:ext cx="643255" cy="2322830"/>
            </a:xfrm>
            <a:custGeom>
              <a:avLst/>
              <a:gdLst/>
              <a:ahLst/>
              <a:cxnLst/>
              <a:rect l="l" t="t" r="r" b="b"/>
              <a:pathLst>
                <a:path w="643254" h="2322829">
                  <a:moveTo>
                    <a:pt x="643001" y="0"/>
                  </a:moveTo>
                  <a:lnTo>
                    <a:pt x="570357" y="44450"/>
                  </a:lnTo>
                  <a:lnTo>
                    <a:pt x="598690" y="62103"/>
                  </a:lnTo>
                  <a:lnTo>
                    <a:pt x="254" y="1023747"/>
                  </a:lnTo>
                  <a:lnTo>
                    <a:pt x="4318" y="1026223"/>
                  </a:lnTo>
                  <a:lnTo>
                    <a:pt x="0" y="1028192"/>
                  </a:lnTo>
                  <a:lnTo>
                    <a:pt x="567956" y="2255736"/>
                  </a:lnTo>
                  <a:lnTo>
                    <a:pt x="537718" y="2269744"/>
                  </a:lnTo>
                  <a:lnTo>
                    <a:pt x="604266" y="2322830"/>
                  </a:lnTo>
                  <a:lnTo>
                    <a:pt x="605840" y="2269744"/>
                  </a:lnTo>
                  <a:lnTo>
                    <a:pt x="605917" y="2267204"/>
                  </a:lnTo>
                  <a:lnTo>
                    <a:pt x="606806" y="2237740"/>
                  </a:lnTo>
                  <a:lnTo>
                    <a:pt x="576580" y="2251748"/>
                  </a:lnTo>
                  <a:lnTo>
                    <a:pt x="9702" y="1026579"/>
                  </a:lnTo>
                  <a:lnTo>
                    <a:pt x="606729" y="67119"/>
                  </a:lnTo>
                  <a:lnTo>
                    <a:pt x="635000" y="84709"/>
                  </a:lnTo>
                  <a:lnTo>
                    <a:pt x="638149" y="51308"/>
                  </a:lnTo>
                  <a:lnTo>
                    <a:pt x="643001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43678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188849" y="0"/>
                  </a:moveTo>
                  <a:lnTo>
                    <a:pt x="0" y="0"/>
                  </a:lnTo>
                  <a:lnTo>
                    <a:pt x="188849" y="329819"/>
                  </a:lnTo>
                  <a:lnTo>
                    <a:pt x="0" y="659511"/>
                  </a:lnTo>
                  <a:lnTo>
                    <a:pt x="188849" y="659511"/>
                  </a:lnTo>
                  <a:lnTo>
                    <a:pt x="377571" y="329819"/>
                  </a:lnTo>
                  <a:lnTo>
                    <a:pt x="18884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543678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0" y="0"/>
                  </a:moveTo>
                  <a:lnTo>
                    <a:pt x="188849" y="0"/>
                  </a:lnTo>
                  <a:lnTo>
                    <a:pt x="377571" y="329819"/>
                  </a:lnTo>
                  <a:lnTo>
                    <a:pt x="188849" y="659511"/>
                  </a:lnTo>
                  <a:lnTo>
                    <a:pt x="0" y="659511"/>
                  </a:lnTo>
                  <a:lnTo>
                    <a:pt x="188849" y="32981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794626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188722" y="0"/>
                  </a:moveTo>
                  <a:lnTo>
                    <a:pt x="0" y="0"/>
                  </a:lnTo>
                  <a:lnTo>
                    <a:pt x="188722" y="329819"/>
                  </a:lnTo>
                  <a:lnTo>
                    <a:pt x="0" y="659511"/>
                  </a:lnTo>
                  <a:lnTo>
                    <a:pt x="188722" y="659511"/>
                  </a:lnTo>
                  <a:lnTo>
                    <a:pt x="377444" y="329819"/>
                  </a:lnTo>
                  <a:lnTo>
                    <a:pt x="18872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94626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0" y="0"/>
                  </a:moveTo>
                  <a:lnTo>
                    <a:pt x="188722" y="0"/>
                  </a:lnTo>
                  <a:lnTo>
                    <a:pt x="377444" y="329819"/>
                  </a:lnTo>
                  <a:lnTo>
                    <a:pt x="188722" y="659511"/>
                  </a:lnTo>
                  <a:lnTo>
                    <a:pt x="0" y="659511"/>
                  </a:lnTo>
                  <a:lnTo>
                    <a:pt x="188722" y="329819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4382" y="5378024"/>
              <a:ext cx="895383" cy="89251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64382" y="7700981"/>
              <a:ext cx="895383" cy="892511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6667500" y="5766688"/>
              <a:ext cx="819150" cy="2399665"/>
            </a:xfrm>
            <a:custGeom>
              <a:avLst/>
              <a:gdLst/>
              <a:ahLst/>
              <a:cxnLst/>
              <a:rect l="l" t="t" r="r" b="b"/>
              <a:pathLst>
                <a:path w="819150" h="2399665">
                  <a:moveTo>
                    <a:pt x="818896" y="2361184"/>
                  </a:moveTo>
                  <a:lnTo>
                    <a:pt x="809244" y="2356358"/>
                  </a:lnTo>
                  <a:lnTo>
                    <a:pt x="742696" y="2323084"/>
                  </a:lnTo>
                  <a:lnTo>
                    <a:pt x="742696" y="2356358"/>
                  </a:lnTo>
                  <a:lnTo>
                    <a:pt x="127127" y="2356358"/>
                  </a:lnTo>
                  <a:lnTo>
                    <a:pt x="127127" y="2365883"/>
                  </a:lnTo>
                  <a:lnTo>
                    <a:pt x="742696" y="2365883"/>
                  </a:lnTo>
                  <a:lnTo>
                    <a:pt x="742696" y="2399284"/>
                  </a:lnTo>
                  <a:lnTo>
                    <a:pt x="809498" y="2365883"/>
                  </a:lnTo>
                  <a:lnTo>
                    <a:pt x="818896" y="2361184"/>
                  </a:lnTo>
                  <a:close/>
                </a:path>
                <a:path w="819150" h="2399665">
                  <a:moveTo>
                    <a:pt x="818896" y="38100"/>
                  </a:moveTo>
                  <a:lnTo>
                    <a:pt x="809498" y="33401"/>
                  </a:lnTo>
                  <a:lnTo>
                    <a:pt x="742696" y="0"/>
                  </a:lnTo>
                  <a:lnTo>
                    <a:pt x="742696" y="33401"/>
                  </a:lnTo>
                  <a:lnTo>
                    <a:pt x="0" y="33401"/>
                  </a:lnTo>
                  <a:lnTo>
                    <a:pt x="0" y="42926"/>
                  </a:lnTo>
                  <a:lnTo>
                    <a:pt x="742696" y="42926"/>
                  </a:lnTo>
                  <a:lnTo>
                    <a:pt x="742696" y="76200"/>
                  </a:lnTo>
                  <a:lnTo>
                    <a:pt x="809244" y="42926"/>
                  </a:lnTo>
                  <a:lnTo>
                    <a:pt x="818896" y="381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5770" y="5312663"/>
              <a:ext cx="452056" cy="73456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5770" y="6557010"/>
              <a:ext cx="452056" cy="734567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105770" y="7801229"/>
              <a:ext cx="452056" cy="73456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975597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188849" y="0"/>
                  </a:moveTo>
                  <a:lnTo>
                    <a:pt x="0" y="0"/>
                  </a:lnTo>
                  <a:lnTo>
                    <a:pt x="188849" y="329819"/>
                  </a:lnTo>
                  <a:lnTo>
                    <a:pt x="0" y="659511"/>
                  </a:lnTo>
                  <a:lnTo>
                    <a:pt x="188849" y="659511"/>
                  </a:lnTo>
                  <a:lnTo>
                    <a:pt x="377571" y="329819"/>
                  </a:lnTo>
                  <a:lnTo>
                    <a:pt x="18884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975597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0" y="0"/>
                  </a:moveTo>
                  <a:lnTo>
                    <a:pt x="188849" y="0"/>
                  </a:lnTo>
                  <a:lnTo>
                    <a:pt x="377571" y="329819"/>
                  </a:lnTo>
                  <a:lnTo>
                    <a:pt x="188849" y="659511"/>
                  </a:lnTo>
                  <a:lnTo>
                    <a:pt x="0" y="659511"/>
                  </a:lnTo>
                  <a:lnTo>
                    <a:pt x="188849" y="32981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1240515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188722" y="0"/>
                  </a:moveTo>
                  <a:lnTo>
                    <a:pt x="0" y="0"/>
                  </a:lnTo>
                  <a:lnTo>
                    <a:pt x="188722" y="329819"/>
                  </a:lnTo>
                  <a:lnTo>
                    <a:pt x="0" y="659511"/>
                  </a:lnTo>
                  <a:lnTo>
                    <a:pt x="188722" y="659511"/>
                  </a:lnTo>
                  <a:lnTo>
                    <a:pt x="377443" y="329819"/>
                  </a:lnTo>
                  <a:lnTo>
                    <a:pt x="188722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1240515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0" y="0"/>
                  </a:moveTo>
                  <a:lnTo>
                    <a:pt x="188722" y="0"/>
                  </a:lnTo>
                  <a:lnTo>
                    <a:pt x="377443" y="329819"/>
                  </a:lnTo>
                  <a:lnTo>
                    <a:pt x="188722" y="659511"/>
                  </a:lnTo>
                  <a:lnTo>
                    <a:pt x="0" y="659511"/>
                  </a:lnTo>
                  <a:lnTo>
                    <a:pt x="188722" y="32981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3421486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188849" y="0"/>
                  </a:moveTo>
                  <a:lnTo>
                    <a:pt x="0" y="0"/>
                  </a:lnTo>
                  <a:lnTo>
                    <a:pt x="188849" y="329819"/>
                  </a:lnTo>
                  <a:lnTo>
                    <a:pt x="0" y="659511"/>
                  </a:lnTo>
                  <a:lnTo>
                    <a:pt x="188849" y="659511"/>
                  </a:lnTo>
                  <a:lnTo>
                    <a:pt x="377571" y="329819"/>
                  </a:lnTo>
                  <a:lnTo>
                    <a:pt x="188849" y="0"/>
                  </a:lnTo>
                  <a:close/>
                </a:path>
              </a:pathLst>
            </a:custGeom>
            <a:solidFill>
              <a:srgbClr val="58585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3421486" y="3173602"/>
              <a:ext cx="377825" cy="659765"/>
            </a:xfrm>
            <a:custGeom>
              <a:avLst/>
              <a:gdLst/>
              <a:ahLst/>
              <a:cxnLst/>
              <a:rect l="l" t="t" r="r" b="b"/>
              <a:pathLst>
                <a:path w="377825" h="659764">
                  <a:moveTo>
                    <a:pt x="0" y="0"/>
                  </a:moveTo>
                  <a:lnTo>
                    <a:pt x="188849" y="0"/>
                  </a:lnTo>
                  <a:lnTo>
                    <a:pt x="377571" y="329819"/>
                  </a:lnTo>
                  <a:lnTo>
                    <a:pt x="188849" y="659511"/>
                  </a:lnTo>
                  <a:lnTo>
                    <a:pt x="0" y="659511"/>
                  </a:lnTo>
                  <a:lnTo>
                    <a:pt x="188849" y="329819"/>
                  </a:lnTo>
                  <a:lnTo>
                    <a:pt x="0" y="0"/>
                  </a:lnTo>
                  <a:close/>
                </a:path>
              </a:pathLst>
            </a:custGeom>
            <a:ln w="12699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9800463" y="5102986"/>
              <a:ext cx="1062990" cy="3747135"/>
            </a:xfrm>
            <a:custGeom>
              <a:avLst/>
              <a:gdLst/>
              <a:ahLst/>
              <a:cxnLst/>
              <a:rect l="l" t="t" r="r" b="b"/>
              <a:pathLst>
                <a:path w="1062990" h="3747134">
                  <a:moveTo>
                    <a:pt x="0" y="3746880"/>
                  </a:moveTo>
                  <a:lnTo>
                    <a:pt x="1062545" y="3746880"/>
                  </a:lnTo>
                  <a:lnTo>
                    <a:pt x="1062545" y="0"/>
                  </a:lnTo>
                  <a:lnTo>
                    <a:pt x="0" y="0"/>
                  </a:lnTo>
                  <a:lnTo>
                    <a:pt x="0" y="3746880"/>
                  </a:lnTo>
                  <a:close/>
                </a:path>
              </a:pathLst>
            </a:custGeom>
            <a:ln w="12700">
              <a:solidFill>
                <a:srgbClr val="006E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8534400" y="5801359"/>
              <a:ext cx="1266190" cy="2330450"/>
            </a:xfrm>
            <a:custGeom>
              <a:avLst/>
              <a:gdLst/>
              <a:ahLst/>
              <a:cxnLst/>
              <a:rect l="l" t="t" r="r" b="b"/>
              <a:pathLst>
                <a:path w="1266190" h="2330450">
                  <a:moveTo>
                    <a:pt x="1266190" y="1175131"/>
                  </a:moveTo>
                  <a:lnTo>
                    <a:pt x="1184275" y="1198245"/>
                  </a:lnTo>
                  <a:lnTo>
                    <a:pt x="1206715" y="1222857"/>
                  </a:lnTo>
                  <a:lnTo>
                    <a:pt x="0" y="2322957"/>
                  </a:lnTo>
                  <a:lnTo>
                    <a:pt x="6477" y="2329942"/>
                  </a:lnTo>
                  <a:lnTo>
                    <a:pt x="1213129" y="1229906"/>
                  </a:lnTo>
                  <a:lnTo>
                    <a:pt x="1235583" y="1254506"/>
                  </a:lnTo>
                  <a:lnTo>
                    <a:pt x="1251051" y="1214386"/>
                  </a:lnTo>
                  <a:lnTo>
                    <a:pt x="1266190" y="1175131"/>
                  </a:lnTo>
                  <a:close/>
                </a:path>
                <a:path w="1266190" h="2330450">
                  <a:moveTo>
                    <a:pt x="1266190" y="1175004"/>
                  </a:moveTo>
                  <a:lnTo>
                    <a:pt x="1251242" y="1135253"/>
                  </a:lnTo>
                  <a:lnTo>
                    <a:pt x="1236218" y="1095248"/>
                  </a:lnTo>
                  <a:lnTo>
                    <a:pt x="1213586" y="1119657"/>
                  </a:lnTo>
                  <a:lnTo>
                    <a:pt x="6477" y="0"/>
                  </a:lnTo>
                  <a:lnTo>
                    <a:pt x="0" y="6985"/>
                  </a:lnTo>
                  <a:lnTo>
                    <a:pt x="1207109" y="1126642"/>
                  </a:lnTo>
                  <a:lnTo>
                    <a:pt x="1184402" y="1151128"/>
                  </a:lnTo>
                  <a:lnTo>
                    <a:pt x="1266190" y="117500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52181" y="5378024"/>
              <a:ext cx="895383" cy="892511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052181" y="7700981"/>
              <a:ext cx="895383" cy="89251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10859643" y="5804915"/>
              <a:ext cx="1115060" cy="2323465"/>
            </a:xfrm>
            <a:custGeom>
              <a:avLst/>
              <a:gdLst/>
              <a:ahLst/>
              <a:cxnLst/>
              <a:rect l="l" t="t" r="r" b="b"/>
              <a:pathLst>
                <a:path w="1115059" h="2323465">
                  <a:moveTo>
                    <a:pt x="1114552" y="0"/>
                  </a:moveTo>
                  <a:lnTo>
                    <a:pt x="1034542" y="29083"/>
                  </a:lnTo>
                  <a:lnTo>
                    <a:pt x="1058684" y="52019"/>
                  </a:lnTo>
                  <a:lnTo>
                    <a:pt x="0" y="1168273"/>
                  </a:lnTo>
                  <a:lnTo>
                    <a:pt x="3390" y="1171486"/>
                  </a:lnTo>
                  <a:lnTo>
                    <a:pt x="0" y="1174750"/>
                  </a:lnTo>
                  <a:lnTo>
                    <a:pt x="1058227" y="2271407"/>
                  </a:lnTo>
                  <a:lnTo>
                    <a:pt x="1034288" y="2294509"/>
                  </a:lnTo>
                  <a:lnTo>
                    <a:pt x="1114552" y="2322957"/>
                  </a:lnTo>
                  <a:lnTo>
                    <a:pt x="1101305" y="2280539"/>
                  </a:lnTo>
                  <a:lnTo>
                    <a:pt x="1089152" y="2241550"/>
                  </a:lnTo>
                  <a:lnTo>
                    <a:pt x="1065072" y="2264791"/>
                  </a:lnTo>
                  <a:lnTo>
                    <a:pt x="10007" y="1171422"/>
                  </a:lnTo>
                  <a:lnTo>
                    <a:pt x="1065657" y="58635"/>
                  </a:lnTo>
                  <a:lnTo>
                    <a:pt x="1089787" y="81534"/>
                  </a:lnTo>
                  <a:lnTo>
                    <a:pt x="1101547" y="42799"/>
                  </a:lnTo>
                  <a:lnTo>
                    <a:pt x="1114552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217093" y="5268137"/>
              <a:ext cx="890189" cy="107373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3025500" y="5766688"/>
              <a:ext cx="1099820" cy="76200"/>
            </a:xfrm>
            <a:custGeom>
              <a:avLst/>
              <a:gdLst/>
              <a:ahLst/>
              <a:cxnLst/>
              <a:rect l="l" t="t" r="r" b="b"/>
              <a:pathLst>
                <a:path w="1099819" h="76200">
                  <a:moveTo>
                    <a:pt x="1023492" y="0"/>
                  </a:moveTo>
                  <a:lnTo>
                    <a:pt x="1023492" y="76200"/>
                  </a:lnTo>
                  <a:lnTo>
                    <a:pt x="1090040" y="42925"/>
                  </a:lnTo>
                  <a:lnTo>
                    <a:pt x="1036192" y="42925"/>
                  </a:lnTo>
                  <a:lnTo>
                    <a:pt x="1036192" y="33400"/>
                  </a:lnTo>
                  <a:lnTo>
                    <a:pt x="1090294" y="33400"/>
                  </a:lnTo>
                  <a:lnTo>
                    <a:pt x="1023492" y="0"/>
                  </a:lnTo>
                  <a:close/>
                </a:path>
                <a:path w="1099819" h="76200">
                  <a:moveTo>
                    <a:pt x="1023492" y="33400"/>
                  </a:moveTo>
                  <a:lnTo>
                    <a:pt x="0" y="33400"/>
                  </a:lnTo>
                  <a:lnTo>
                    <a:pt x="0" y="42925"/>
                  </a:lnTo>
                  <a:lnTo>
                    <a:pt x="1023492" y="42925"/>
                  </a:lnTo>
                  <a:lnTo>
                    <a:pt x="1023492" y="33400"/>
                  </a:lnTo>
                  <a:close/>
                </a:path>
                <a:path w="1099819" h="76200">
                  <a:moveTo>
                    <a:pt x="1090294" y="33400"/>
                  </a:moveTo>
                  <a:lnTo>
                    <a:pt x="1036192" y="33400"/>
                  </a:lnTo>
                  <a:lnTo>
                    <a:pt x="1036192" y="42925"/>
                  </a:lnTo>
                  <a:lnTo>
                    <a:pt x="1090040" y="42925"/>
                  </a:lnTo>
                  <a:lnTo>
                    <a:pt x="1099692" y="38100"/>
                  </a:lnTo>
                  <a:lnTo>
                    <a:pt x="1090294" y="3340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895600" y="3163062"/>
            <a:ext cx="1456690" cy="688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solidFill>
                  <a:srgbClr val="221F1F"/>
                </a:solidFill>
                <a:latin typeface="Malgun Gothic"/>
                <a:cs typeface="Malgun Gothic"/>
              </a:rPr>
              <a:t>Line</a:t>
            </a:r>
            <a:r>
              <a:rPr sz="21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150" spc="-10" dirty="0">
                <a:solidFill>
                  <a:srgbClr val="221F1F"/>
                </a:solidFill>
                <a:latin typeface="Malgun Gothic"/>
                <a:cs typeface="Malgun Gothic"/>
              </a:rPr>
              <a:t>Sensor</a:t>
            </a:r>
            <a:endParaRPr sz="2150">
              <a:latin typeface="Malgun Gothic"/>
              <a:cs typeface="Malgun Gothic"/>
            </a:endParaRPr>
          </a:p>
          <a:p>
            <a:pPr marR="3175" algn="ctr">
              <a:lnSpc>
                <a:spcPct val="100000"/>
              </a:lnSpc>
              <a:spcBef>
                <a:spcPts val="35"/>
              </a:spcBef>
            </a:pPr>
            <a:r>
              <a:rPr sz="2150" spc="-20" dirty="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406516" y="3163062"/>
            <a:ext cx="1012190" cy="688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16839">
              <a:lnSpc>
                <a:spcPct val="100000"/>
              </a:lnSpc>
              <a:spcBef>
                <a:spcPts val="120"/>
              </a:spcBef>
            </a:pPr>
            <a:r>
              <a:rPr sz="2150" spc="-10" dirty="0">
                <a:solidFill>
                  <a:srgbClr val="221F1F"/>
                </a:solidFill>
                <a:latin typeface="Malgun Gothic"/>
                <a:cs typeface="Malgun Gothic"/>
              </a:rPr>
              <a:t>Store/</a:t>
            </a:r>
            <a:endParaRPr sz="2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2150" spc="-10" dirty="0">
                <a:solidFill>
                  <a:srgbClr val="221F1F"/>
                </a:solidFill>
                <a:latin typeface="Malgun Gothic"/>
                <a:cs typeface="Malgun Gothic"/>
              </a:rPr>
              <a:t>Transfer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00442" y="3163062"/>
            <a:ext cx="996950" cy="688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20"/>
              </a:spcBef>
            </a:pPr>
            <a:r>
              <a:rPr sz="2150" spc="-20" dirty="0">
                <a:solidFill>
                  <a:srgbClr val="FF0000"/>
                </a:solidFill>
                <a:latin typeface="Malgun Gothic"/>
                <a:cs typeface="Malgun Gothic"/>
              </a:rPr>
              <a:t>Data</a:t>
            </a:r>
            <a:endParaRPr sz="2150">
              <a:latin typeface="Malgun Gothic"/>
              <a:cs typeface="Malgun Gothic"/>
            </a:endParaRPr>
          </a:p>
          <a:p>
            <a:pPr marR="5080" algn="ctr">
              <a:lnSpc>
                <a:spcPct val="100000"/>
              </a:lnSpc>
              <a:spcBef>
                <a:spcPts val="35"/>
              </a:spcBef>
            </a:pPr>
            <a:r>
              <a:rPr sz="2150" spc="-10" dirty="0">
                <a:solidFill>
                  <a:srgbClr val="FF0000"/>
                </a:solidFill>
                <a:latin typeface="Malgun Gothic"/>
                <a:cs typeface="Malgun Gothic"/>
              </a:rPr>
              <a:t>Pipeline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988295" y="3163062"/>
            <a:ext cx="593090" cy="688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150" spc="-20" dirty="0">
                <a:solidFill>
                  <a:srgbClr val="FF0000"/>
                </a:solidFill>
                <a:latin typeface="Malgun Gothic"/>
                <a:cs typeface="Malgun Gothic"/>
              </a:rPr>
              <a:t>Data</a:t>
            </a:r>
            <a:endParaRPr sz="2150">
              <a:latin typeface="Malgun Gothic"/>
              <a:cs typeface="Malgun Gothic"/>
            </a:endParaRPr>
          </a:p>
          <a:p>
            <a:pPr marL="25400">
              <a:lnSpc>
                <a:spcPct val="100000"/>
              </a:lnSpc>
              <a:spcBef>
                <a:spcPts val="35"/>
              </a:spcBef>
            </a:pPr>
            <a:r>
              <a:rPr sz="2150" spc="-25" dirty="0">
                <a:solidFill>
                  <a:srgbClr val="FF0000"/>
                </a:solidFill>
                <a:latin typeface="Malgun Gothic"/>
                <a:cs typeface="Malgun Gothic"/>
              </a:rPr>
              <a:t>Hub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2018898" y="3163062"/>
            <a:ext cx="996315" cy="688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3175" algn="ctr">
              <a:lnSpc>
                <a:spcPct val="100000"/>
              </a:lnSpc>
              <a:spcBef>
                <a:spcPts val="120"/>
              </a:spcBef>
            </a:pPr>
            <a:r>
              <a:rPr sz="2150" spc="-20" dirty="0">
                <a:solidFill>
                  <a:srgbClr val="FF0000"/>
                </a:solidFill>
                <a:latin typeface="Malgun Gothic"/>
                <a:cs typeface="Malgun Gothic"/>
              </a:rPr>
              <a:t>Data</a:t>
            </a:r>
            <a:endParaRPr sz="2150">
              <a:latin typeface="Malgun Gothic"/>
              <a:cs typeface="Malgun Gothic"/>
            </a:endParaRPr>
          </a:p>
          <a:p>
            <a:pPr marR="5080" algn="ctr">
              <a:lnSpc>
                <a:spcPct val="100000"/>
              </a:lnSpc>
              <a:spcBef>
                <a:spcPts val="35"/>
              </a:spcBef>
            </a:pPr>
            <a:r>
              <a:rPr sz="2150" spc="-10" dirty="0">
                <a:solidFill>
                  <a:srgbClr val="FF0000"/>
                </a:solidFill>
                <a:latin typeface="Malgun Gothic"/>
                <a:cs typeface="Malgun Gothic"/>
              </a:rPr>
              <a:t>Pipeline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279244" y="3163062"/>
            <a:ext cx="977265" cy="6889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0160">
              <a:lnSpc>
                <a:spcPct val="100000"/>
              </a:lnSpc>
              <a:spcBef>
                <a:spcPts val="120"/>
              </a:spcBef>
            </a:pPr>
            <a:r>
              <a:rPr sz="2150" spc="-10" dirty="0">
                <a:solidFill>
                  <a:srgbClr val="221F1F"/>
                </a:solidFill>
                <a:latin typeface="Malgun Gothic"/>
                <a:cs typeface="Malgun Gothic"/>
              </a:rPr>
              <a:t>Bigdata</a:t>
            </a:r>
            <a:endParaRPr sz="215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r>
              <a:rPr sz="2150" spc="-10" dirty="0">
                <a:solidFill>
                  <a:srgbClr val="221F1F"/>
                </a:solidFill>
                <a:latin typeface="Malgun Gothic"/>
                <a:cs typeface="Malgun Gothic"/>
              </a:rPr>
              <a:t>Analyze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4078458" y="4883022"/>
            <a:ext cx="1170940" cy="3568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0"/>
              </a:spcBef>
            </a:pPr>
            <a:r>
              <a:rPr sz="2150" dirty="0">
                <a:solidFill>
                  <a:srgbClr val="221F1F"/>
                </a:solidFill>
                <a:latin typeface="Malgun Gothic"/>
                <a:cs typeface="Malgun Gothic"/>
              </a:rPr>
              <a:t>AWS</a:t>
            </a:r>
            <a:r>
              <a:rPr sz="2150" spc="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150" dirty="0">
                <a:solidFill>
                  <a:srgbClr val="221F1F"/>
                </a:solidFill>
                <a:latin typeface="Malgun Gothic"/>
                <a:cs typeface="Malgun Gothic"/>
              </a:rPr>
              <a:t>|</a:t>
            </a:r>
            <a:r>
              <a:rPr sz="2150" spc="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2150" spc="-25" dirty="0">
                <a:solidFill>
                  <a:srgbClr val="221F1F"/>
                </a:solidFill>
                <a:latin typeface="Malgun Gothic"/>
                <a:cs typeface="Malgun Gothic"/>
              </a:rPr>
              <a:t>S3</a:t>
            </a:r>
            <a:endParaRPr sz="2150">
              <a:latin typeface="Malgun Gothic"/>
              <a:cs typeface="Malgun Gothic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3021310" y="6819772"/>
            <a:ext cx="730885" cy="1310640"/>
          </a:xfrm>
          <a:custGeom>
            <a:avLst/>
            <a:gdLst/>
            <a:ahLst/>
            <a:cxnLst/>
            <a:rect l="l" t="t" r="r" b="b"/>
            <a:pathLst>
              <a:path w="730884" h="1310640">
                <a:moveTo>
                  <a:pt x="689276" y="64335"/>
                </a:moveTo>
                <a:lnTo>
                  <a:pt x="0" y="1305814"/>
                </a:lnTo>
                <a:lnTo>
                  <a:pt x="8255" y="1310385"/>
                </a:lnTo>
                <a:lnTo>
                  <a:pt x="697673" y="69005"/>
                </a:lnTo>
                <a:lnTo>
                  <a:pt x="689276" y="64335"/>
                </a:lnTo>
                <a:close/>
              </a:path>
              <a:path w="730884" h="1310640">
                <a:moveTo>
                  <a:pt x="728156" y="53212"/>
                </a:moveTo>
                <a:lnTo>
                  <a:pt x="695451" y="53212"/>
                </a:lnTo>
                <a:lnTo>
                  <a:pt x="703834" y="57912"/>
                </a:lnTo>
                <a:lnTo>
                  <a:pt x="697673" y="69005"/>
                </a:lnTo>
                <a:lnTo>
                  <a:pt x="726821" y="85216"/>
                </a:lnTo>
                <a:lnTo>
                  <a:pt x="728156" y="53212"/>
                </a:lnTo>
                <a:close/>
              </a:path>
              <a:path w="730884" h="1310640">
                <a:moveTo>
                  <a:pt x="695451" y="53212"/>
                </a:moveTo>
                <a:lnTo>
                  <a:pt x="689276" y="64335"/>
                </a:lnTo>
                <a:lnTo>
                  <a:pt x="697673" y="69005"/>
                </a:lnTo>
                <a:lnTo>
                  <a:pt x="703834" y="57912"/>
                </a:lnTo>
                <a:lnTo>
                  <a:pt x="695451" y="53212"/>
                </a:lnTo>
                <a:close/>
              </a:path>
              <a:path w="730884" h="1310640">
                <a:moveTo>
                  <a:pt x="730376" y="0"/>
                </a:moveTo>
                <a:lnTo>
                  <a:pt x="660146" y="48132"/>
                </a:lnTo>
                <a:lnTo>
                  <a:pt x="689276" y="64335"/>
                </a:lnTo>
                <a:lnTo>
                  <a:pt x="695451" y="53212"/>
                </a:lnTo>
                <a:lnTo>
                  <a:pt x="728156" y="53212"/>
                </a:lnTo>
                <a:lnTo>
                  <a:pt x="730376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13714730" y="7349159"/>
            <a:ext cx="1864360" cy="6229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>
              <a:lnSpc>
                <a:spcPct val="122500"/>
              </a:lnSpc>
              <a:spcBef>
                <a:spcPts val="90"/>
              </a:spcBef>
            </a:pP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생산</a:t>
            </a:r>
            <a:r>
              <a:rPr sz="1600" b="1" spc="8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Line의</a:t>
            </a:r>
            <a:r>
              <a:rPr sz="1600" b="1" spc="7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221F1F"/>
                </a:solidFill>
                <a:latin typeface="Malgun Gothic"/>
                <a:cs typeface="Malgun Gothic"/>
              </a:rPr>
              <a:t>Sensor </a:t>
            </a: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Data를</a:t>
            </a:r>
            <a:r>
              <a:rPr sz="1600" b="1" spc="9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실시간</a:t>
            </a:r>
            <a:r>
              <a:rPr sz="1600" b="1" spc="1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221F1F"/>
                </a:solidFill>
                <a:latin typeface="Malgun Gothic"/>
                <a:cs typeface="Malgun Gothic"/>
              </a:rPr>
              <a:t>분석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5082359" y="6551686"/>
            <a:ext cx="10346690" cy="3146425"/>
            <a:chOff x="5082359" y="6551686"/>
            <a:chExt cx="10346690" cy="3146425"/>
          </a:xfrm>
        </p:grpSpPr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65787" y="6551686"/>
              <a:ext cx="1562764" cy="37358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087121" y="8797186"/>
              <a:ext cx="3622040" cy="896619"/>
            </a:xfrm>
            <a:custGeom>
              <a:avLst/>
              <a:gdLst/>
              <a:ahLst/>
              <a:cxnLst/>
              <a:rect l="l" t="t" r="r" b="b"/>
              <a:pathLst>
                <a:path w="3622040" h="896620">
                  <a:moveTo>
                    <a:pt x="21453" y="16613"/>
                  </a:moveTo>
                  <a:lnTo>
                    <a:pt x="68530" y="13858"/>
                  </a:lnTo>
                  <a:lnTo>
                    <a:pt x="115651" y="11380"/>
                  </a:lnTo>
                  <a:lnTo>
                    <a:pt x="162818" y="9172"/>
                  </a:lnTo>
                  <a:lnTo>
                    <a:pt x="210033" y="7225"/>
                  </a:lnTo>
                  <a:lnTo>
                    <a:pt x="257300" y="5530"/>
                  </a:lnTo>
                  <a:lnTo>
                    <a:pt x="304621" y="4079"/>
                  </a:lnTo>
                  <a:lnTo>
                    <a:pt x="351998" y="2863"/>
                  </a:lnTo>
                  <a:lnTo>
                    <a:pt x="399434" y="1872"/>
                  </a:lnTo>
                  <a:lnTo>
                    <a:pt x="446932" y="1099"/>
                  </a:lnTo>
                  <a:lnTo>
                    <a:pt x="494493" y="536"/>
                  </a:lnTo>
                  <a:lnTo>
                    <a:pt x="542121" y="172"/>
                  </a:lnTo>
                  <a:lnTo>
                    <a:pt x="589818" y="0"/>
                  </a:lnTo>
                  <a:lnTo>
                    <a:pt x="637587" y="10"/>
                  </a:lnTo>
                  <a:lnTo>
                    <a:pt x="685429" y="195"/>
                  </a:lnTo>
                  <a:lnTo>
                    <a:pt x="733349" y="545"/>
                  </a:lnTo>
                  <a:lnTo>
                    <a:pt x="781347" y="1052"/>
                  </a:lnTo>
                  <a:lnTo>
                    <a:pt x="829427" y="1707"/>
                  </a:lnTo>
                  <a:lnTo>
                    <a:pt x="877592" y="2501"/>
                  </a:lnTo>
                  <a:lnTo>
                    <a:pt x="925843" y="3427"/>
                  </a:lnTo>
                  <a:lnTo>
                    <a:pt x="974183" y="4474"/>
                  </a:lnTo>
                  <a:lnTo>
                    <a:pt x="1022616" y="5635"/>
                  </a:lnTo>
                  <a:lnTo>
                    <a:pt x="1071143" y="6901"/>
                  </a:lnTo>
                  <a:lnTo>
                    <a:pt x="1119766" y="8262"/>
                  </a:lnTo>
                  <a:lnTo>
                    <a:pt x="1168490" y="9711"/>
                  </a:lnTo>
                  <a:lnTo>
                    <a:pt x="1217315" y="11239"/>
                  </a:lnTo>
                  <a:lnTo>
                    <a:pt x="1266245" y="12837"/>
                  </a:lnTo>
                  <a:lnTo>
                    <a:pt x="1315282" y="14496"/>
                  </a:lnTo>
                  <a:lnTo>
                    <a:pt x="1364428" y="16208"/>
                  </a:lnTo>
                  <a:lnTo>
                    <a:pt x="1413687" y="17965"/>
                  </a:lnTo>
                  <a:lnTo>
                    <a:pt x="1463060" y="19756"/>
                  </a:lnTo>
                  <a:lnTo>
                    <a:pt x="1512551" y="21574"/>
                  </a:lnTo>
                  <a:lnTo>
                    <a:pt x="1562162" y="23410"/>
                  </a:lnTo>
                  <a:lnTo>
                    <a:pt x="1611894" y="25256"/>
                  </a:lnTo>
                  <a:lnTo>
                    <a:pt x="1661752" y="27102"/>
                  </a:lnTo>
                  <a:lnTo>
                    <a:pt x="1711737" y="28940"/>
                  </a:lnTo>
                  <a:lnTo>
                    <a:pt x="1761852" y="30761"/>
                  </a:lnTo>
                  <a:lnTo>
                    <a:pt x="1812100" y="32557"/>
                  </a:lnTo>
                  <a:lnTo>
                    <a:pt x="1862482" y="34320"/>
                  </a:lnTo>
                  <a:lnTo>
                    <a:pt x="1913002" y="36039"/>
                  </a:lnTo>
                  <a:lnTo>
                    <a:pt x="1963662" y="37707"/>
                  </a:lnTo>
                  <a:lnTo>
                    <a:pt x="2014465" y="39315"/>
                  </a:lnTo>
                  <a:lnTo>
                    <a:pt x="2065413" y="40854"/>
                  </a:lnTo>
                  <a:lnTo>
                    <a:pt x="2116509" y="42316"/>
                  </a:lnTo>
                  <a:lnTo>
                    <a:pt x="2167755" y="43692"/>
                  </a:lnTo>
                  <a:lnTo>
                    <a:pt x="2219153" y="44973"/>
                  </a:lnTo>
                  <a:lnTo>
                    <a:pt x="2270707" y="46151"/>
                  </a:lnTo>
                  <a:lnTo>
                    <a:pt x="2322419" y="47216"/>
                  </a:lnTo>
                  <a:lnTo>
                    <a:pt x="2374291" y="48161"/>
                  </a:lnTo>
                  <a:lnTo>
                    <a:pt x="2426327" y="48976"/>
                  </a:lnTo>
                  <a:lnTo>
                    <a:pt x="2478527" y="49654"/>
                  </a:lnTo>
                  <a:lnTo>
                    <a:pt x="2530896" y="50184"/>
                  </a:lnTo>
                  <a:lnTo>
                    <a:pt x="2583435" y="50559"/>
                  </a:lnTo>
                  <a:lnTo>
                    <a:pt x="2636147" y="50770"/>
                  </a:lnTo>
                  <a:lnTo>
                    <a:pt x="2689035" y="50808"/>
                  </a:lnTo>
                  <a:lnTo>
                    <a:pt x="2742101" y="50665"/>
                  </a:lnTo>
                  <a:lnTo>
                    <a:pt x="2795348" y="50332"/>
                  </a:lnTo>
                  <a:lnTo>
                    <a:pt x="2848778" y="49799"/>
                  </a:lnTo>
                  <a:lnTo>
                    <a:pt x="2902394" y="49059"/>
                  </a:lnTo>
                  <a:lnTo>
                    <a:pt x="2956198" y="48103"/>
                  </a:lnTo>
                  <a:lnTo>
                    <a:pt x="3010192" y="46923"/>
                  </a:lnTo>
                  <a:lnTo>
                    <a:pt x="3064381" y="45508"/>
                  </a:lnTo>
                  <a:lnTo>
                    <a:pt x="3118765" y="43852"/>
                  </a:lnTo>
                  <a:lnTo>
                    <a:pt x="3173348" y="41944"/>
                  </a:lnTo>
                  <a:lnTo>
                    <a:pt x="3228131" y="39777"/>
                  </a:lnTo>
                  <a:lnTo>
                    <a:pt x="3283118" y="37342"/>
                  </a:lnTo>
                  <a:lnTo>
                    <a:pt x="3338312" y="34630"/>
                  </a:lnTo>
                  <a:lnTo>
                    <a:pt x="3393713" y="31633"/>
                  </a:lnTo>
                  <a:lnTo>
                    <a:pt x="3449326" y="28341"/>
                  </a:lnTo>
                  <a:lnTo>
                    <a:pt x="3505153" y="24746"/>
                  </a:lnTo>
                  <a:lnTo>
                    <a:pt x="3561196" y="20840"/>
                  </a:lnTo>
                  <a:lnTo>
                    <a:pt x="3617458" y="16613"/>
                  </a:lnTo>
                  <a:lnTo>
                    <a:pt x="3614574" y="57850"/>
                  </a:lnTo>
                  <a:lnTo>
                    <a:pt x="3612695" y="104924"/>
                  </a:lnTo>
                  <a:lnTo>
                    <a:pt x="3611693" y="156929"/>
                  </a:lnTo>
                  <a:lnTo>
                    <a:pt x="3611437" y="212962"/>
                  </a:lnTo>
                  <a:lnTo>
                    <a:pt x="3611800" y="272116"/>
                  </a:lnTo>
                  <a:lnTo>
                    <a:pt x="3612652" y="333487"/>
                  </a:lnTo>
                  <a:lnTo>
                    <a:pt x="3613864" y="396171"/>
                  </a:lnTo>
                  <a:lnTo>
                    <a:pt x="3615308" y="459262"/>
                  </a:lnTo>
                  <a:lnTo>
                    <a:pt x="3616855" y="521856"/>
                  </a:lnTo>
                  <a:lnTo>
                    <a:pt x="3618375" y="583047"/>
                  </a:lnTo>
                  <a:lnTo>
                    <a:pt x="3619740" y="641931"/>
                  </a:lnTo>
                  <a:lnTo>
                    <a:pt x="3620822" y="697603"/>
                  </a:lnTo>
                  <a:lnTo>
                    <a:pt x="3621490" y="749159"/>
                  </a:lnTo>
                  <a:lnTo>
                    <a:pt x="3621617" y="795692"/>
                  </a:lnTo>
                  <a:lnTo>
                    <a:pt x="3621073" y="836299"/>
                  </a:lnTo>
                  <a:lnTo>
                    <a:pt x="3619730" y="870075"/>
                  </a:lnTo>
                  <a:lnTo>
                    <a:pt x="3617458" y="896114"/>
                  </a:lnTo>
                  <a:lnTo>
                    <a:pt x="3564672" y="888814"/>
                  </a:lnTo>
                  <a:lnTo>
                    <a:pt x="3511828" y="881840"/>
                  </a:lnTo>
                  <a:lnTo>
                    <a:pt x="3458930" y="875187"/>
                  </a:lnTo>
                  <a:lnTo>
                    <a:pt x="3405985" y="868850"/>
                  </a:lnTo>
                  <a:lnTo>
                    <a:pt x="3352997" y="862823"/>
                  </a:lnTo>
                  <a:lnTo>
                    <a:pt x="3299971" y="857102"/>
                  </a:lnTo>
                  <a:lnTo>
                    <a:pt x="3246913" y="851682"/>
                  </a:lnTo>
                  <a:lnTo>
                    <a:pt x="3193828" y="846556"/>
                  </a:lnTo>
                  <a:lnTo>
                    <a:pt x="3140721" y="841721"/>
                  </a:lnTo>
                  <a:lnTo>
                    <a:pt x="3087598" y="837171"/>
                  </a:lnTo>
                  <a:lnTo>
                    <a:pt x="3034462" y="832901"/>
                  </a:lnTo>
                  <a:lnTo>
                    <a:pt x="2981321" y="828906"/>
                  </a:lnTo>
                  <a:lnTo>
                    <a:pt x="2928178" y="825180"/>
                  </a:lnTo>
                  <a:lnTo>
                    <a:pt x="2875039" y="821720"/>
                  </a:lnTo>
                  <a:lnTo>
                    <a:pt x="2821909" y="818518"/>
                  </a:lnTo>
                  <a:lnTo>
                    <a:pt x="2768793" y="815572"/>
                  </a:lnTo>
                  <a:lnTo>
                    <a:pt x="2715698" y="812875"/>
                  </a:lnTo>
                  <a:lnTo>
                    <a:pt x="2662626" y="810422"/>
                  </a:lnTo>
                  <a:lnTo>
                    <a:pt x="2609585" y="808208"/>
                  </a:lnTo>
                  <a:lnTo>
                    <a:pt x="2556579" y="806228"/>
                  </a:lnTo>
                  <a:lnTo>
                    <a:pt x="2503614" y="804477"/>
                  </a:lnTo>
                  <a:lnTo>
                    <a:pt x="2450693" y="802950"/>
                  </a:lnTo>
                  <a:lnTo>
                    <a:pt x="2397824" y="801642"/>
                  </a:lnTo>
                  <a:lnTo>
                    <a:pt x="2345010" y="800548"/>
                  </a:lnTo>
                  <a:lnTo>
                    <a:pt x="2292258" y="799662"/>
                  </a:lnTo>
                  <a:lnTo>
                    <a:pt x="2239572" y="798980"/>
                  </a:lnTo>
                  <a:lnTo>
                    <a:pt x="2186957" y="798496"/>
                  </a:lnTo>
                  <a:lnTo>
                    <a:pt x="2134419" y="798205"/>
                  </a:lnTo>
                  <a:lnTo>
                    <a:pt x="2081963" y="798102"/>
                  </a:lnTo>
                  <a:lnTo>
                    <a:pt x="2029593" y="798183"/>
                  </a:lnTo>
                  <a:lnTo>
                    <a:pt x="1977316" y="798441"/>
                  </a:lnTo>
                  <a:lnTo>
                    <a:pt x="1925137" y="798872"/>
                  </a:lnTo>
                  <a:lnTo>
                    <a:pt x="1873060" y="799471"/>
                  </a:lnTo>
                  <a:lnTo>
                    <a:pt x="1821091" y="800233"/>
                  </a:lnTo>
                  <a:lnTo>
                    <a:pt x="1769235" y="801152"/>
                  </a:lnTo>
                  <a:lnTo>
                    <a:pt x="1717497" y="802223"/>
                  </a:lnTo>
                  <a:lnTo>
                    <a:pt x="1665882" y="803442"/>
                  </a:lnTo>
                  <a:lnTo>
                    <a:pt x="1614396" y="804803"/>
                  </a:lnTo>
                  <a:lnTo>
                    <a:pt x="1563044" y="806301"/>
                  </a:lnTo>
                  <a:lnTo>
                    <a:pt x="1511830" y="807932"/>
                  </a:lnTo>
                  <a:lnTo>
                    <a:pt x="1460761" y="809689"/>
                  </a:lnTo>
                  <a:lnTo>
                    <a:pt x="1409841" y="811568"/>
                  </a:lnTo>
                  <a:lnTo>
                    <a:pt x="1359076" y="813564"/>
                  </a:lnTo>
                  <a:lnTo>
                    <a:pt x="1308470" y="815671"/>
                  </a:lnTo>
                  <a:lnTo>
                    <a:pt x="1258029" y="817885"/>
                  </a:lnTo>
                  <a:lnTo>
                    <a:pt x="1207759" y="820200"/>
                  </a:lnTo>
                  <a:lnTo>
                    <a:pt x="1157663" y="822612"/>
                  </a:lnTo>
                  <a:lnTo>
                    <a:pt x="1107748" y="825114"/>
                  </a:lnTo>
                  <a:lnTo>
                    <a:pt x="1058019" y="827703"/>
                  </a:lnTo>
                  <a:lnTo>
                    <a:pt x="1008481" y="830373"/>
                  </a:lnTo>
                  <a:lnTo>
                    <a:pt x="959138" y="833119"/>
                  </a:lnTo>
                  <a:lnTo>
                    <a:pt x="909997" y="835935"/>
                  </a:lnTo>
                  <a:lnTo>
                    <a:pt x="861063" y="838818"/>
                  </a:lnTo>
                  <a:lnTo>
                    <a:pt x="812339" y="841760"/>
                  </a:lnTo>
                  <a:lnTo>
                    <a:pt x="763833" y="844759"/>
                  </a:lnTo>
                  <a:lnTo>
                    <a:pt x="715549" y="847807"/>
                  </a:lnTo>
                  <a:lnTo>
                    <a:pt x="667492" y="850901"/>
                  </a:lnTo>
                  <a:lnTo>
                    <a:pt x="619667" y="854036"/>
                  </a:lnTo>
                  <a:lnTo>
                    <a:pt x="572080" y="857205"/>
                  </a:lnTo>
                  <a:lnTo>
                    <a:pt x="524735" y="860404"/>
                  </a:lnTo>
                  <a:lnTo>
                    <a:pt x="477639" y="863628"/>
                  </a:lnTo>
                  <a:lnTo>
                    <a:pt x="430795" y="866872"/>
                  </a:lnTo>
                  <a:lnTo>
                    <a:pt x="384210" y="870130"/>
                  </a:lnTo>
                  <a:lnTo>
                    <a:pt x="337889" y="873398"/>
                  </a:lnTo>
                  <a:lnTo>
                    <a:pt x="291836" y="876671"/>
                  </a:lnTo>
                  <a:lnTo>
                    <a:pt x="246057" y="879943"/>
                  </a:lnTo>
                  <a:lnTo>
                    <a:pt x="200557" y="883209"/>
                  </a:lnTo>
                  <a:lnTo>
                    <a:pt x="155342" y="886464"/>
                  </a:lnTo>
                  <a:lnTo>
                    <a:pt x="110416" y="889704"/>
                  </a:lnTo>
                  <a:lnTo>
                    <a:pt x="65784" y="892922"/>
                  </a:lnTo>
                  <a:lnTo>
                    <a:pt x="21453" y="896114"/>
                  </a:lnTo>
                  <a:lnTo>
                    <a:pt x="15328" y="851331"/>
                  </a:lnTo>
                  <a:lnTo>
                    <a:pt x="10351" y="806272"/>
                  </a:lnTo>
                  <a:lnTo>
                    <a:pt x="6444" y="760818"/>
                  </a:lnTo>
                  <a:lnTo>
                    <a:pt x="3532" y="714851"/>
                  </a:lnTo>
                  <a:lnTo>
                    <a:pt x="1538" y="668252"/>
                  </a:lnTo>
                  <a:lnTo>
                    <a:pt x="386" y="620903"/>
                  </a:lnTo>
                  <a:lnTo>
                    <a:pt x="0" y="572685"/>
                  </a:lnTo>
                  <a:lnTo>
                    <a:pt x="302" y="523479"/>
                  </a:lnTo>
                  <a:lnTo>
                    <a:pt x="1218" y="473167"/>
                  </a:lnTo>
                  <a:lnTo>
                    <a:pt x="2670" y="421630"/>
                  </a:lnTo>
                  <a:lnTo>
                    <a:pt x="4583" y="368750"/>
                  </a:lnTo>
                  <a:lnTo>
                    <a:pt x="6880" y="314408"/>
                  </a:lnTo>
                  <a:lnTo>
                    <a:pt x="9484" y="258484"/>
                  </a:lnTo>
                  <a:lnTo>
                    <a:pt x="12320" y="200862"/>
                  </a:lnTo>
                  <a:lnTo>
                    <a:pt x="15311" y="141422"/>
                  </a:lnTo>
                  <a:lnTo>
                    <a:pt x="18381" y="80045"/>
                  </a:lnTo>
                  <a:lnTo>
                    <a:pt x="21453" y="16613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5220715" y="8923731"/>
            <a:ext cx="3238500" cy="64833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85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Miracom</a:t>
            </a:r>
            <a:r>
              <a:rPr sz="1350" spc="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Highway101</a:t>
            </a:r>
            <a:r>
              <a:rPr sz="1350" spc="5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솔루션의</a:t>
            </a:r>
            <a:r>
              <a:rPr sz="1350" spc="1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데이터를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적재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할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수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있는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별도의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Custom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Source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Connector</a:t>
            </a:r>
            <a:r>
              <a:rPr sz="135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개발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868541" y="8123681"/>
            <a:ext cx="303530" cy="728345"/>
          </a:xfrm>
          <a:custGeom>
            <a:avLst/>
            <a:gdLst/>
            <a:ahLst/>
            <a:cxnLst/>
            <a:rect l="l" t="t" r="r" b="b"/>
            <a:pathLst>
              <a:path w="303529" h="728345">
                <a:moveTo>
                  <a:pt x="34282" y="652960"/>
                </a:moveTo>
                <a:lnTo>
                  <a:pt x="23842" y="654873"/>
                </a:lnTo>
                <a:lnTo>
                  <a:pt x="11604" y="662828"/>
                </a:lnTo>
                <a:lnTo>
                  <a:pt x="3248" y="674808"/>
                </a:lnTo>
                <a:lnTo>
                  <a:pt x="0" y="689610"/>
                </a:lnTo>
                <a:lnTo>
                  <a:pt x="2801" y="704500"/>
                </a:lnTo>
                <a:lnTo>
                  <a:pt x="10794" y="716724"/>
                </a:lnTo>
                <a:lnTo>
                  <a:pt x="22788" y="725043"/>
                </a:lnTo>
                <a:lnTo>
                  <a:pt x="37591" y="728218"/>
                </a:lnTo>
                <a:lnTo>
                  <a:pt x="52429" y="725489"/>
                </a:lnTo>
                <a:lnTo>
                  <a:pt x="64658" y="717534"/>
                </a:lnTo>
                <a:lnTo>
                  <a:pt x="73007" y="705554"/>
                </a:lnTo>
                <a:lnTo>
                  <a:pt x="76200" y="690753"/>
                </a:lnTo>
                <a:lnTo>
                  <a:pt x="76106" y="690245"/>
                </a:lnTo>
                <a:lnTo>
                  <a:pt x="42925" y="690245"/>
                </a:lnTo>
                <a:lnTo>
                  <a:pt x="33400" y="690118"/>
                </a:lnTo>
                <a:lnTo>
                  <a:pt x="34225" y="655337"/>
                </a:lnTo>
                <a:lnTo>
                  <a:pt x="34282" y="652960"/>
                </a:lnTo>
                <a:close/>
              </a:path>
              <a:path w="303529" h="728345">
                <a:moveTo>
                  <a:pt x="38734" y="652145"/>
                </a:moveTo>
                <a:lnTo>
                  <a:pt x="34282" y="652960"/>
                </a:lnTo>
                <a:lnTo>
                  <a:pt x="33413" y="689610"/>
                </a:lnTo>
                <a:lnTo>
                  <a:pt x="33400" y="690118"/>
                </a:lnTo>
                <a:lnTo>
                  <a:pt x="42925" y="690245"/>
                </a:lnTo>
                <a:lnTo>
                  <a:pt x="43755" y="655337"/>
                </a:lnTo>
                <a:lnTo>
                  <a:pt x="43805" y="653238"/>
                </a:lnTo>
                <a:lnTo>
                  <a:pt x="38734" y="652145"/>
                </a:lnTo>
                <a:close/>
              </a:path>
              <a:path w="303529" h="728345">
                <a:moveTo>
                  <a:pt x="43805" y="653238"/>
                </a:moveTo>
                <a:lnTo>
                  <a:pt x="42941" y="689610"/>
                </a:lnTo>
                <a:lnTo>
                  <a:pt x="42925" y="690245"/>
                </a:lnTo>
                <a:lnTo>
                  <a:pt x="76106" y="690245"/>
                </a:lnTo>
                <a:lnTo>
                  <a:pt x="73471" y="675915"/>
                </a:lnTo>
                <a:lnTo>
                  <a:pt x="65516" y="663686"/>
                </a:lnTo>
                <a:lnTo>
                  <a:pt x="53536" y="655337"/>
                </a:lnTo>
                <a:lnTo>
                  <a:pt x="43805" y="653238"/>
                </a:lnTo>
                <a:close/>
              </a:path>
              <a:path w="303529" h="728345">
                <a:moveTo>
                  <a:pt x="43831" y="652145"/>
                </a:moveTo>
                <a:lnTo>
                  <a:pt x="38734" y="652145"/>
                </a:lnTo>
                <a:lnTo>
                  <a:pt x="43805" y="653238"/>
                </a:lnTo>
                <a:lnTo>
                  <a:pt x="43831" y="652145"/>
                </a:lnTo>
                <a:close/>
              </a:path>
              <a:path w="303529" h="728345">
                <a:moveTo>
                  <a:pt x="232326" y="31531"/>
                </a:moveTo>
                <a:lnTo>
                  <a:pt x="227456" y="34163"/>
                </a:lnTo>
                <a:lnTo>
                  <a:pt x="227075" y="34290"/>
                </a:lnTo>
                <a:lnTo>
                  <a:pt x="226694" y="34544"/>
                </a:lnTo>
                <a:lnTo>
                  <a:pt x="226440" y="34925"/>
                </a:lnTo>
                <a:lnTo>
                  <a:pt x="214249" y="46863"/>
                </a:lnTo>
                <a:lnTo>
                  <a:pt x="202310" y="60452"/>
                </a:lnTo>
                <a:lnTo>
                  <a:pt x="179197" y="91821"/>
                </a:lnTo>
                <a:lnTo>
                  <a:pt x="157099" y="128778"/>
                </a:lnTo>
                <a:lnTo>
                  <a:pt x="136143" y="170688"/>
                </a:lnTo>
                <a:lnTo>
                  <a:pt x="116585" y="217043"/>
                </a:lnTo>
                <a:lnTo>
                  <a:pt x="98678" y="267335"/>
                </a:lnTo>
                <a:lnTo>
                  <a:pt x="82423" y="321310"/>
                </a:lnTo>
                <a:lnTo>
                  <a:pt x="68325" y="378206"/>
                </a:lnTo>
                <a:lnTo>
                  <a:pt x="56260" y="437515"/>
                </a:lnTo>
                <a:lnTo>
                  <a:pt x="46608" y="498983"/>
                </a:lnTo>
                <a:lnTo>
                  <a:pt x="39369" y="561848"/>
                </a:lnTo>
                <a:lnTo>
                  <a:pt x="34925" y="625856"/>
                </a:lnTo>
                <a:lnTo>
                  <a:pt x="34301" y="652145"/>
                </a:lnTo>
                <a:lnTo>
                  <a:pt x="34282" y="652960"/>
                </a:lnTo>
                <a:lnTo>
                  <a:pt x="38734" y="652145"/>
                </a:lnTo>
                <a:lnTo>
                  <a:pt x="43831" y="652145"/>
                </a:lnTo>
                <a:lnTo>
                  <a:pt x="44450" y="626110"/>
                </a:lnTo>
                <a:lnTo>
                  <a:pt x="48894" y="562610"/>
                </a:lnTo>
                <a:lnTo>
                  <a:pt x="56006" y="500126"/>
                </a:lnTo>
                <a:lnTo>
                  <a:pt x="65531" y="439166"/>
                </a:lnTo>
                <a:lnTo>
                  <a:pt x="77597" y="380238"/>
                </a:lnTo>
                <a:lnTo>
                  <a:pt x="91693" y="323723"/>
                </a:lnTo>
                <a:lnTo>
                  <a:pt x="107695" y="270256"/>
                </a:lnTo>
                <a:lnTo>
                  <a:pt x="125602" y="220345"/>
                </a:lnTo>
                <a:lnTo>
                  <a:pt x="144906" y="174498"/>
                </a:lnTo>
                <a:lnTo>
                  <a:pt x="165480" y="133223"/>
                </a:lnTo>
                <a:lnTo>
                  <a:pt x="187198" y="96901"/>
                </a:lnTo>
                <a:lnTo>
                  <a:pt x="221487" y="53213"/>
                </a:lnTo>
                <a:lnTo>
                  <a:pt x="232273" y="42545"/>
                </a:lnTo>
                <a:lnTo>
                  <a:pt x="232028" y="42545"/>
                </a:lnTo>
                <a:lnTo>
                  <a:pt x="233172" y="41656"/>
                </a:lnTo>
                <a:lnTo>
                  <a:pt x="233661" y="41656"/>
                </a:lnTo>
                <a:lnTo>
                  <a:pt x="236152" y="40299"/>
                </a:lnTo>
                <a:lnTo>
                  <a:pt x="232326" y="31531"/>
                </a:lnTo>
                <a:close/>
              </a:path>
              <a:path w="303529" h="728345">
                <a:moveTo>
                  <a:pt x="285862" y="25654"/>
                </a:moveTo>
                <a:lnTo>
                  <a:pt x="243204" y="25654"/>
                </a:lnTo>
                <a:lnTo>
                  <a:pt x="247717" y="34163"/>
                </a:lnTo>
                <a:lnTo>
                  <a:pt x="247416" y="34163"/>
                </a:lnTo>
                <a:lnTo>
                  <a:pt x="236152" y="40299"/>
                </a:lnTo>
                <a:lnTo>
                  <a:pt x="249047" y="69850"/>
                </a:lnTo>
                <a:lnTo>
                  <a:pt x="285862" y="25654"/>
                </a:lnTo>
                <a:close/>
              </a:path>
              <a:path w="303529" h="728345">
                <a:moveTo>
                  <a:pt x="233172" y="41656"/>
                </a:moveTo>
                <a:lnTo>
                  <a:pt x="232028" y="42545"/>
                </a:lnTo>
                <a:lnTo>
                  <a:pt x="232572" y="42248"/>
                </a:lnTo>
                <a:lnTo>
                  <a:pt x="233172" y="41656"/>
                </a:lnTo>
                <a:close/>
              </a:path>
              <a:path w="303529" h="728345">
                <a:moveTo>
                  <a:pt x="232572" y="42248"/>
                </a:moveTo>
                <a:lnTo>
                  <a:pt x="232028" y="42545"/>
                </a:lnTo>
                <a:lnTo>
                  <a:pt x="232273" y="42545"/>
                </a:lnTo>
                <a:lnTo>
                  <a:pt x="232572" y="42248"/>
                </a:lnTo>
                <a:close/>
              </a:path>
              <a:path w="303529" h="728345">
                <a:moveTo>
                  <a:pt x="233661" y="41656"/>
                </a:moveTo>
                <a:lnTo>
                  <a:pt x="233172" y="41656"/>
                </a:lnTo>
                <a:lnTo>
                  <a:pt x="232572" y="42248"/>
                </a:lnTo>
                <a:lnTo>
                  <a:pt x="233661" y="41656"/>
                </a:lnTo>
                <a:close/>
              </a:path>
              <a:path w="303529" h="728345">
                <a:moveTo>
                  <a:pt x="243204" y="25654"/>
                </a:moveTo>
                <a:lnTo>
                  <a:pt x="232326" y="31531"/>
                </a:lnTo>
                <a:lnTo>
                  <a:pt x="236152" y="40299"/>
                </a:lnTo>
                <a:lnTo>
                  <a:pt x="247416" y="34163"/>
                </a:lnTo>
                <a:lnTo>
                  <a:pt x="247717" y="34163"/>
                </a:lnTo>
                <a:lnTo>
                  <a:pt x="243204" y="25654"/>
                </a:lnTo>
                <a:close/>
              </a:path>
              <a:path w="303529" h="728345">
                <a:moveTo>
                  <a:pt x="218566" y="0"/>
                </a:moveTo>
                <a:lnTo>
                  <a:pt x="232326" y="31531"/>
                </a:lnTo>
                <a:lnTo>
                  <a:pt x="243204" y="25654"/>
                </a:lnTo>
                <a:lnTo>
                  <a:pt x="285862" y="25654"/>
                </a:lnTo>
                <a:lnTo>
                  <a:pt x="303529" y="4445"/>
                </a:lnTo>
                <a:lnTo>
                  <a:pt x="218566" y="0"/>
                </a:lnTo>
                <a:close/>
              </a:path>
            </a:pathLst>
          </a:custGeom>
          <a:solidFill>
            <a:srgbClr val="007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57" name="object 5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58</a:t>
            </a:fld>
            <a:endParaRPr spc="-2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제조사</a:t>
            </a:r>
            <a:r>
              <a:rPr spc="20" dirty="0"/>
              <a:t> </a:t>
            </a:r>
            <a:r>
              <a:rPr dirty="0"/>
              <a:t>#1</a:t>
            </a:r>
            <a:r>
              <a:rPr spc="-5" dirty="0"/>
              <a:t> </a:t>
            </a:r>
            <a:r>
              <a:rPr dirty="0"/>
              <a:t>(생산</a:t>
            </a:r>
            <a:r>
              <a:rPr spc="20" dirty="0"/>
              <a:t> </a:t>
            </a:r>
            <a:r>
              <a:rPr dirty="0"/>
              <a:t>Line의</a:t>
            </a:r>
            <a:r>
              <a:rPr spc="15" dirty="0"/>
              <a:t> </a:t>
            </a:r>
            <a:r>
              <a:rPr dirty="0"/>
              <a:t>실시간</a:t>
            </a:r>
            <a:r>
              <a:rPr spc="25" dirty="0"/>
              <a:t> </a:t>
            </a:r>
            <a:r>
              <a:rPr dirty="0"/>
              <a:t>Sensor</a:t>
            </a:r>
            <a:r>
              <a:rPr spc="10" dirty="0"/>
              <a:t> </a:t>
            </a:r>
            <a:r>
              <a:rPr dirty="0"/>
              <a:t>Data </a:t>
            </a:r>
            <a:r>
              <a:rPr spc="-10" dirty="0"/>
              <a:t>분석활용)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5" name="object 5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130802" y="1828292"/>
            <a:ext cx="1002665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Platform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BMT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–</a:t>
            </a:r>
            <a:r>
              <a:rPr sz="2450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Opensource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Based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Performance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10" dirty="0">
                <a:solidFill>
                  <a:srgbClr val="17719D"/>
                </a:solidFill>
                <a:latin typeface="Malgun Gothic"/>
                <a:cs typeface="Malgun Gothic"/>
              </a:rPr>
              <a:t>Monitoring</a:t>
            </a:r>
            <a:endParaRPr sz="2450">
              <a:latin typeface="Malgun Gothic"/>
              <a:cs typeface="Malgun Gothic"/>
            </a:endParaRPr>
          </a:p>
          <a:p>
            <a:pPr marL="1270" algn="ctr">
              <a:lnSpc>
                <a:spcPct val="100000"/>
              </a:lnSpc>
            </a:pP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초당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1천만</a:t>
            </a:r>
            <a:r>
              <a:rPr sz="2450" b="1" spc="-4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건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이상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450" b="1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실시간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처리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가</a:t>
            </a:r>
            <a:r>
              <a:rPr sz="2450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목표</a:t>
            </a:r>
            <a:endParaRPr sz="2450">
              <a:latin typeface="Malgun Gothic"/>
              <a:cs typeface="Malgun Gothic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6510" y="3034410"/>
            <a:ext cx="9696704" cy="649871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579621" y="3947063"/>
            <a:ext cx="1224699" cy="133343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513838" y="2863850"/>
            <a:ext cx="13227050" cy="6858634"/>
          </a:xfrm>
          <a:prstGeom prst="rect">
            <a:avLst/>
          </a:prstGeom>
          <a:ln w="9525">
            <a:solidFill>
              <a:srgbClr val="BEBE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2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40"/>
              </a:spcBef>
            </a:pPr>
            <a:endParaRPr sz="2450">
              <a:latin typeface="Times New Roman"/>
              <a:cs typeface="Times New Roman"/>
            </a:endParaRPr>
          </a:p>
          <a:p>
            <a:pPr marL="938530" marR="10784205" algn="ctr">
              <a:lnSpc>
                <a:spcPct val="149800"/>
              </a:lnSpc>
            </a:pPr>
            <a:r>
              <a:rPr sz="2450" b="1" spc="-10" dirty="0">
                <a:solidFill>
                  <a:srgbClr val="221F1F"/>
                </a:solidFill>
                <a:latin typeface="Malgun Gothic"/>
                <a:cs typeface="Malgun Gothic"/>
              </a:rPr>
              <a:t>GRAFANA </a:t>
            </a:r>
            <a:r>
              <a:rPr sz="2450" b="1" spc="-50" dirty="0">
                <a:solidFill>
                  <a:srgbClr val="221F1F"/>
                </a:solidFill>
                <a:latin typeface="Malgun Gothic"/>
                <a:cs typeface="Malgun Gothic"/>
              </a:rPr>
              <a:t>X</a:t>
            </a:r>
            <a:endParaRPr sz="2450">
              <a:latin typeface="Malgun Gothic"/>
              <a:cs typeface="Malgun Gothic"/>
            </a:endParaRPr>
          </a:p>
          <a:p>
            <a:pPr marR="9842500" algn="ctr">
              <a:lnSpc>
                <a:spcPct val="100000"/>
              </a:lnSpc>
              <a:spcBef>
                <a:spcPts val="1465"/>
              </a:spcBef>
            </a:pPr>
            <a:r>
              <a:rPr sz="2450" b="1" spc="-10" dirty="0">
                <a:solidFill>
                  <a:srgbClr val="221F1F"/>
                </a:solidFill>
                <a:latin typeface="Malgun Gothic"/>
                <a:cs typeface="Malgun Gothic"/>
              </a:rPr>
              <a:t>PROMETHEUS</a:t>
            </a:r>
            <a:endParaRPr sz="2450">
              <a:latin typeface="Malgun Gothic"/>
              <a:cs typeface="Malgun Gothic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79621" y="7423022"/>
            <a:ext cx="1224699" cy="122961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59</a:t>
            </a:fld>
            <a:endParaRPr spc="-2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879463" y="9853676"/>
            <a:ext cx="4700905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550477" y="3008223"/>
            <a:ext cx="10495915" cy="6389370"/>
            <a:chOff x="2550477" y="3008223"/>
            <a:chExt cx="10495915" cy="6389370"/>
          </a:xfrm>
        </p:grpSpPr>
        <p:sp>
          <p:nvSpPr>
            <p:cNvPr id="5" name="object 5"/>
            <p:cNvSpPr/>
            <p:nvPr/>
          </p:nvSpPr>
          <p:spPr>
            <a:xfrm>
              <a:off x="4729479" y="3017748"/>
              <a:ext cx="8307705" cy="6370320"/>
            </a:xfrm>
            <a:custGeom>
              <a:avLst/>
              <a:gdLst/>
              <a:ahLst/>
              <a:cxnLst/>
              <a:rect l="l" t="t" r="r" b="b"/>
              <a:pathLst>
                <a:path w="8307705" h="6370320">
                  <a:moveTo>
                    <a:pt x="0" y="6370320"/>
                  </a:moveTo>
                  <a:lnTo>
                    <a:pt x="8307197" y="6370320"/>
                  </a:lnTo>
                  <a:lnTo>
                    <a:pt x="8307197" y="0"/>
                  </a:lnTo>
                  <a:lnTo>
                    <a:pt x="0" y="0"/>
                  </a:lnTo>
                  <a:lnTo>
                    <a:pt x="0" y="6370320"/>
                  </a:lnTo>
                  <a:close/>
                </a:path>
              </a:pathLst>
            </a:custGeom>
            <a:ln w="19050">
              <a:solidFill>
                <a:srgbClr val="7E7E7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55239" y="3656583"/>
              <a:ext cx="911225" cy="4392295"/>
            </a:xfrm>
            <a:custGeom>
              <a:avLst/>
              <a:gdLst/>
              <a:ahLst/>
              <a:cxnLst/>
              <a:rect l="l" t="t" r="r" b="b"/>
              <a:pathLst>
                <a:path w="911225" h="4392295">
                  <a:moveTo>
                    <a:pt x="825754" y="0"/>
                  </a:moveTo>
                  <a:lnTo>
                    <a:pt x="85343" y="0"/>
                  </a:lnTo>
                  <a:lnTo>
                    <a:pt x="52131" y="6711"/>
                  </a:lnTo>
                  <a:lnTo>
                    <a:pt x="25003" y="25019"/>
                  </a:lnTo>
                  <a:lnTo>
                    <a:pt x="6709" y="52185"/>
                  </a:lnTo>
                  <a:lnTo>
                    <a:pt x="0" y="85471"/>
                  </a:lnTo>
                  <a:lnTo>
                    <a:pt x="0" y="4306697"/>
                  </a:lnTo>
                  <a:lnTo>
                    <a:pt x="6709" y="4339909"/>
                  </a:lnTo>
                  <a:lnTo>
                    <a:pt x="25003" y="4367037"/>
                  </a:lnTo>
                  <a:lnTo>
                    <a:pt x="52131" y="4385331"/>
                  </a:lnTo>
                  <a:lnTo>
                    <a:pt x="85343" y="4392041"/>
                  </a:lnTo>
                  <a:lnTo>
                    <a:pt x="825754" y="4392041"/>
                  </a:lnTo>
                  <a:lnTo>
                    <a:pt x="859039" y="4385331"/>
                  </a:lnTo>
                  <a:lnTo>
                    <a:pt x="886206" y="4367037"/>
                  </a:lnTo>
                  <a:lnTo>
                    <a:pt x="904513" y="4339909"/>
                  </a:lnTo>
                  <a:lnTo>
                    <a:pt x="911225" y="4306697"/>
                  </a:lnTo>
                  <a:lnTo>
                    <a:pt x="911225" y="85471"/>
                  </a:lnTo>
                  <a:lnTo>
                    <a:pt x="904513" y="52185"/>
                  </a:lnTo>
                  <a:lnTo>
                    <a:pt x="886205" y="25019"/>
                  </a:lnTo>
                  <a:lnTo>
                    <a:pt x="859039" y="6711"/>
                  </a:lnTo>
                  <a:lnTo>
                    <a:pt x="82575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555239" y="3656583"/>
              <a:ext cx="911225" cy="4392295"/>
            </a:xfrm>
            <a:custGeom>
              <a:avLst/>
              <a:gdLst/>
              <a:ahLst/>
              <a:cxnLst/>
              <a:rect l="l" t="t" r="r" b="b"/>
              <a:pathLst>
                <a:path w="911225" h="4392295">
                  <a:moveTo>
                    <a:pt x="0" y="85471"/>
                  </a:moveTo>
                  <a:lnTo>
                    <a:pt x="6709" y="52185"/>
                  </a:lnTo>
                  <a:lnTo>
                    <a:pt x="25003" y="25019"/>
                  </a:lnTo>
                  <a:lnTo>
                    <a:pt x="52131" y="6711"/>
                  </a:lnTo>
                  <a:lnTo>
                    <a:pt x="85343" y="0"/>
                  </a:lnTo>
                  <a:lnTo>
                    <a:pt x="825754" y="0"/>
                  </a:lnTo>
                  <a:lnTo>
                    <a:pt x="859039" y="6711"/>
                  </a:lnTo>
                  <a:lnTo>
                    <a:pt x="886205" y="25019"/>
                  </a:lnTo>
                  <a:lnTo>
                    <a:pt x="904513" y="52185"/>
                  </a:lnTo>
                  <a:lnTo>
                    <a:pt x="911225" y="85471"/>
                  </a:lnTo>
                  <a:lnTo>
                    <a:pt x="911225" y="4306697"/>
                  </a:lnTo>
                  <a:lnTo>
                    <a:pt x="904513" y="4339909"/>
                  </a:lnTo>
                  <a:lnTo>
                    <a:pt x="886206" y="4367037"/>
                  </a:lnTo>
                  <a:lnTo>
                    <a:pt x="859039" y="4385331"/>
                  </a:lnTo>
                  <a:lnTo>
                    <a:pt x="825754" y="4392041"/>
                  </a:lnTo>
                  <a:lnTo>
                    <a:pt x="85343" y="4392041"/>
                  </a:lnTo>
                  <a:lnTo>
                    <a:pt x="52131" y="4385331"/>
                  </a:lnTo>
                  <a:lnTo>
                    <a:pt x="25003" y="4367037"/>
                  </a:lnTo>
                  <a:lnTo>
                    <a:pt x="6709" y="4339909"/>
                  </a:lnTo>
                  <a:lnTo>
                    <a:pt x="0" y="4306697"/>
                  </a:lnTo>
                  <a:lnTo>
                    <a:pt x="0" y="85471"/>
                  </a:lnTo>
                  <a:close/>
                </a:path>
              </a:pathLst>
            </a:custGeom>
            <a:ln w="9525">
              <a:solidFill>
                <a:srgbClr val="826F7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555239" y="3580891"/>
              <a:ext cx="923290" cy="298450"/>
            </a:xfrm>
            <a:custGeom>
              <a:avLst/>
              <a:gdLst/>
              <a:ahLst/>
              <a:cxnLst/>
              <a:rect l="l" t="t" r="r" b="b"/>
              <a:pathLst>
                <a:path w="923289" h="298450">
                  <a:moveTo>
                    <a:pt x="834771" y="0"/>
                  </a:moveTo>
                  <a:lnTo>
                    <a:pt x="88392" y="0"/>
                  </a:lnTo>
                  <a:lnTo>
                    <a:pt x="53953" y="6935"/>
                  </a:lnTo>
                  <a:lnTo>
                    <a:pt x="25860" y="25860"/>
                  </a:lnTo>
                  <a:lnTo>
                    <a:pt x="6935" y="53953"/>
                  </a:lnTo>
                  <a:lnTo>
                    <a:pt x="0" y="88391"/>
                  </a:lnTo>
                  <a:lnTo>
                    <a:pt x="0" y="298322"/>
                  </a:lnTo>
                  <a:lnTo>
                    <a:pt x="923163" y="298322"/>
                  </a:lnTo>
                  <a:lnTo>
                    <a:pt x="923163" y="88391"/>
                  </a:lnTo>
                  <a:lnTo>
                    <a:pt x="916209" y="53953"/>
                  </a:lnTo>
                  <a:lnTo>
                    <a:pt x="897254" y="25860"/>
                  </a:lnTo>
                  <a:lnTo>
                    <a:pt x="869156" y="6935"/>
                  </a:lnTo>
                  <a:lnTo>
                    <a:pt x="834771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55239" y="3580891"/>
              <a:ext cx="923290" cy="298450"/>
            </a:xfrm>
            <a:custGeom>
              <a:avLst/>
              <a:gdLst/>
              <a:ahLst/>
              <a:cxnLst/>
              <a:rect l="l" t="t" r="r" b="b"/>
              <a:pathLst>
                <a:path w="923289" h="298450">
                  <a:moveTo>
                    <a:pt x="88392" y="0"/>
                  </a:moveTo>
                  <a:lnTo>
                    <a:pt x="834771" y="0"/>
                  </a:lnTo>
                  <a:lnTo>
                    <a:pt x="869156" y="6935"/>
                  </a:lnTo>
                  <a:lnTo>
                    <a:pt x="897254" y="25860"/>
                  </a:lnTo>
                  <a:lnTo>
                    <a:pt x="916209" y="53953"/>
                  </a:lnTo>
                  <a:lnTo>
                    <a:pt x="923163" y="88391"/>
                  </a:lnTo>
                  <a:lnTo>
                    <a:pt x="923163" y="298322"/>
                  </a:lnTo>
                  <a:lnTo>
                    <a:pt x="0" y="298322"/>
                  </a:lnTo>
                  <a:lnTo>
                    <a:pt x="0" y="88391"/>
                  </a:lnTo>
                  <a:lnTo>
                    <a:pt x="6935" y="53953"/>
                  </a:lnTo>
                  <a:lnTo>
                    <a:pt x="25860" y="25860"/>
                  </a:lnTo>
                  <a:lnTo>
                    <a:pt x="53953" y="6935"/>
                  </a:lnTo>
                  <a:lnTo>
                    <a:pt x="88392" y="0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2710942" y="3621785"/>
            <a:ext cx="612775" cy="2216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50" b="1" spc="-10" dirty="0">
                <a:solidFill>
                  <a:srgbClr val="FFFFFF"/>
                </a:solidFill>
                <a:latin typeface="Malgun Gothic"/>
                <a:cs typeface="Malgun Gothic"/>
              </a:rPr>
              <a:t>Devices</a:t>
            </a:r>
            <a:endParaRPr sz="1250">
              <a:latin typeface="Malgun Gothic"/>
              <a:cs typeface="Malgun Gothic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656332" y="4048442"/>
            <a:ext cx="658495" cy="788035"/>
            <a:chOff x="2656332" y="4048442"/>
            <a:chExt cx="658495" cy="788035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6332" y="4053839"/>
              <a:ext cx="657606" cy="78257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662428" y="4053204"/>
              <a:ext cx="647192" cy="773557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2662428" y="4053204"/>
              <a:ext cx="647700" cy="774065"/>
            </a:xfrm>
            <a:custGeom>
              <a:avLst/>
              <a:gdLst/>
              <a:ahLst/>
              <a:cxnLst/>
              <a:rect l="l" t="t" r="r" b="b"/>
              <a:pathLst>
                <a:path w="647700" h="774064">
                  <a:moveTo>
                    <a:pt x="0" y="73025"/>
                  </a:moveTo>
                  <a:lnTo>
                    <a:pt x="5748" y="44630"/>
                  </a:lnTo>
                  <a:lnTo>
                    <a:pt x="21415" y="21415"/>
                  </a:lnTo>
                  <a:lnTo>
                    <a:pt x="44630" y="5748"/>
                  </a:lnTo>
                  <a:lnTo>
                    <a:pt x="73025" y="0"/>
                  </a:lnTo>
                  <a:lnTo>
                    <a:pt x="574167" y="0"/>
                  </a:lnTo>
                  <a:lnTo>
                    <a:pt x="602614" y="5748"/>
                  </a:lnTo>
                  <a:lnTo>
                    <a:pt x="625824" y="21415"/>
                  </a:lnTo>
                  <a:lnTo>
                    <a:pt x="641461" y="44630"/>
                  </a:lnTo>
                  <a:lnTo>
                    <a:pt x="647192" y="73025"/>
                  </a:lnTo>
                  <a:lnTo>
                    <a:pt x="647192" y="700659"/>
                  </a:lnTo>
                  <a:lnTo>
                    <a:pt x="641461" y="729033"/>
                  </a:lnTo>
                  <a:lnTo>
                    <a:pt x="625824" y="752205"/>
                  </a:lnTo>
                  <a:lnTo>
                    <a:pt x="602615" y="767828"/>
                  </a:lnTo>
                  <a:lnTo>
                    <a:pt x="574167" y="773557"/>
                  </a:lnTo>
                  <a:lnTo>
                    <a:pt x="73025" y="773557"/>
                  </a:lnTo>
                  <a:lnTo>
                    <a:pt x="44630" y="767828"/>
                  </a:lnTo>
                  <a:lnTo>
                    <a:pt x="21415" y="752205"/>
                  </a:lnTo>
                  <a:lnTo>
                    <a:pt x="5748" y="729033"/>
                  </a:lnTo>
                  <a:lnTo>
                    <a:pt x="0" y="700659"/>
                  </a:lnTo>
                  <a:lnTo>
                    <a:pt x="0" y="73025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608326" y="4538217"/>
            <a:ext cx="79438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10" dirty="0">
                <a:latin typeface="Malgun Gothic"/>
                <a:cs typeface="Malgun Gothic"/>
              </a:rPr>
              <a:t>PLC/Micom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656332" y="5029771"/>
            <a:ext cx="658495" cy="788670"/>
            <a:chOff x="2656332" y="5029771"/>
            <a:chExt cx="658495" cy="788670"/>
          </a:xfrm>
        </p:grpSpPr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56332" y="5035296"/>
              <a:ext cx="657606" cy="7825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2428" y="5034534"/>
              <a:ext cx="647192" cy="7735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662428" y="5034534"/>
              <a:ext cx="647700" cy="774065"/>
            </a:xfrm>
            <a:custGeom>
              <a:avLst/>
              <a:gdLst/>
              <a:ahLst/>
              <a:cxnLst/>
              <a:rect l="l" t="t" r="r" b="b"/>
              <a:pathLst>
                <a:path w="647700" h="774064">
                  <a:moveTo>
                    <a:pt x="0" y="73025"/>
                  </a:moveTo>
                  <a:lnTo>
                    <a:pt x="5748" y="44576"/>
                  </a:lnTo>
                  <a:lnTo>
                    <a:pt x="21415" y="21367"/>
                  </a:lnTo>
                  <a:lnTo>
                    <a:pt x="44630" y="5730"/>
                  </a:lnTo>
                  <a:lnTo>
                    <a:pt x="73025" y="0"/>
                  </a:lnTo>
                  <a:lnTo>
                    <a:pt x="574167" y="0"/>
                  </a:lnTo>
                  <a:lnTo>
                    <a:pt x="602614" y="5730"/>
                  </a:lnTo>
                  <a:lnTo>
                    <a:pt x="625824" y="21367"/>
                  </a:lnTo>
                  <a:lnTo>
                    <a:pt x="641461" y="44576"/>
                  </a:lnTo>
                  <a:lnTo>
                    <a:pt x="647192" y="73025"/>
                  </a:lnTo>
                  <a:lnTo>
                    <a:pt x="647192" y="700531"/>
                  </a:lnTo>
                  <a:lnTo>
                    <a:pt x="641461" y="728979"/>
                  </a:lnTo>
                  <a:lnTo>
                    <a:pt x="625824" y="752189"/>
                  </a:lnTo>
                  <a:lnTo>
                    <a:pt x="602615" y="767826"/>
                  </a:lnTo>
                  <a:lnTo>
                    <a:pt x="574167" y="773556"/>
                  </a:lnTo>
                  <a:lnTo>
                    <a:pt x="73025" y="773556"/>
                  </a:lnTo>
                  <a:lnTo>
                    <a:pt x="44630" y="767826"/>
                  </a:lnTo>
                  <a:lnTo>
                    <a:pt x="21415" y="752189"/>
                  </a:lnTo>
                  <a:lnTo>
                    <a:pt x="5748" y="728979"/>
                  </a:lnTo>
                  <a:lnTo>
                    <a:pt x="0" y="700531"/>
                  </a:lnTo>
                  <a:lnTo>
                    <a:pt x="0" y="73025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867660" y="5612383"/>
            <a:ext cx="20256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25" dirty="0">
                <a:latin typeface="Malgun Gothic"/>
                <a:cs typeface="Malgun Gothic"/>
              </a:rPr>
              <a:t>PC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656332" y="4178553"/>
            <a:ext cx="1127760" cy="2672715"/>
            <a:chOff x="2656332" y="4178553"/>
            <a:chExt cx="1127760" cy="2672715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44089" y="4196384"/>
              <a:ext cx="492455" cy="32570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56332" y="6067043"/>
              <a:ext cx="657606" cy="78409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62428" y="6066662"/>
              <a:ext cx="647192" cy="77368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662428" y="6066662"/>
              <a:ext cx="647700" cy="774065"/>
            </a:xfrm>
            <a:custGeom>
              <a:avLst/>
              <a:gdLst/>
              <a:ahLst/>
              <a:cxnLst/>
              <a:rect l="l" t="t" r="r" b="b"/>
              <a:pathLst>
                <a:path w="647700" h="774065">
                  <a:moveTo>
                    <a:pt x="0" y="73025"/>
                  </a:moveTo>
                  <a:lnTo>
                    <a:pt x="5748" y="44630"/>
                  </a:lnTo>
                  <a:lnTo>
                    <a:pt x="21415" y="21415"/>
                  </a:lnTo>
                  <a:lnTo>
                    <a:pt x="44630" y="5748"/>
                  </a:lnTo>
                  <a:lnTo>
                    <a:pt x="73025" y="0"/>
                  </a:lnTo>
                  <a:lnTo>
                    <a:pt x="574167" y="0"/>
                  </a:lnTo>
                  <a:lnTo>
                    <a:pt x="602614" y="5748"/>
                  </a:lnTo>
                  <a:lnTo>
                    <a:pt x="625824" y="21415"/>
                  </a:lnTo>
                  <a:lnTo>
                    <a:pt x="641461" y="44630"/>
                  </a:lnTo>
                  <a:lnTo>
                    <a:pt x="647192" y="73025"/>
                  </a:lnTo>
                  <a:lnTo>
                    <a:pt x="647192" y="700659"/>
                  </a:lnTo>
                  <a:lnTo>
                    <a:pt x="641461" y="729053"/>
                  </a:lnTo>
                  <a:lnTo>
                    <a:pt x="625824" y="752268"/>
                  </a:lnTo>
                  <a:lnTo>
                    <a:pt x="602615" y="767935"/>
                  </a:lnTo>
                  <a:lnTo>
                    <a:pt x="574167" y="773684"/>
                  </a:lnTo>
                  <a:lnTo>
                    <a:pt x="73025" y="773684"/>
                  </a:lnTo>
                  <a:lnTo>
                    <a:pt x="44630" y="767935"/>
                  </a:lnTo>
                  <a:lnTo>
                    <a:pt x="21415" y="752268"/>
                  </a:lnTo>
                  <a:lnTo>
                    <a:pt x="5748" y="729053"/>
                  </a:lnTo>
                  <a:lnTo>
                    <a:pt x="0" y="700659"/>
                  </a:lnTo>
                  <a:lnTo>
                    <a:pt x="0" y="73025"/>
                  </a:lnTo>
                  <a:close/>
                </a:path>
              </a:pathLst>
            </a:custGeom>
            <a:ln w="9525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14879" y="6139306"/>
              <a:ext cx="553008" cy="484886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714371" y="5097170"/>
              <a:ext cx="582955" cy="49451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38627" y="4178553"/>
              <a:ext cx="515112" cy="5151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56407" y="5187187"/>
              <a:ext cx="515112" cy="51511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268980" y="6178041"/>
              <a:ext cx="515112" cy="51511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2754883" y="6644767"/>
            <a:ext cx="432434" cy="9544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150" spc="-20" dirty="0">
                <a:latin typeface="Malgun Gothic"/>
                <a:cs typeface="Malgun Gothic"/>
              </a:rPr>
              <a:t>Robot</a:t>
            </a:r>
            <a:endParaRPr sz="1150">
              <a:latin typeface="Malgun Gothic"/>
              <a:cs typeface="Malgun Gothic"/>
            </a:endParaRPr>
          </a:p>
          <a:p>
            <a:pPr marL="22860" algn="ctr">
              <a:lnSpc>
                <a:spcPct val="100000"/>
              </a:lnSpc>
              <a:spcBef>
                <a:spcPts val="80"/>
              </a:spcBef>
            </a:pPr>
            <a:r>
              <a:rPr sz="1600" spc="-50" dirty="0">
                <a:latin typeface="Malgun Gothic"/>
                <a:cs typeface="Malgun Gothic"/>
              </a:rPr>
              <a:t>.</a:t>
            </a:r>
            <a:endParaRPr sz="1600">
              <a:latin typeface="Malgun Gothic"/>
              <a:cs typeface="Malgun Gothic"/>
            </a:endParaRPr>
          </a:p>
          <a:p>
            <a:pPr marL="22860" algn="ctr">
              <a:lnSpc>
                <a:spcPct val="100000"/>
              </a:lnSpc>
              <a:spcBef>
                <a:spcPts val="35"/>
              </a:spcBef>
            </a:pPr>
            <a:r>
              <a:rPr sz="1600" spc="-50" dirty="0">
                <a:latin typeface="Malgun Gothic"/>
                <a:cs typeface="Malgun Gothic"/>
              </a:rPr>
              <a:t>.</a:t>
            </a:r>
            <a:endParaRPr sz="1600">
              <a:latin typeface="Malgun Gothic"/>
              <a:cs typeface="Malgun Gothic"/>
            </a:endParaRPr>
          </a:p>
          <a:p>
            <a:pPr marL="22860" algn="ctr">
              <a:lnSpc>
                <a:spcPct val="100000"/>
              </a:lnSpc>
              <a:spcBef>
                <a:spcPts val="35"/>
              </a:spcBef>
            </a:pPr>
            <a:r>
              <a:rPr sz="1600" spc="-50" dirty="0">
                <a:latin typeface="Malgun Gothic"/>
                <a:cs typeface="Malgun Gothic"/>
              </a:rPr>
              <a:t>.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6503860" y="2805239"/>
            <a:ext cx="2350135" cy="348615"/>
            <a:chOff x="6503860" y="2805239"/>
            <a:chExt cx="2350135" cy="348615"/>
          </a:xfrm>
        </p:grpSpPr>
        <p:sp>
          <p:nvSpPr>
            <p:cNvPr id="33" name="object 33"/>
            <p:cNvSpPr/>
            <p:nvPr/>
          </p:nvSpPr>
          <p:spPr>
            <a:xfrm>
              <a:off x="6518147" y="2819526"/>
              <a:ext cx="2321560" cy="320040"/>
            </a:xfrm>
            <a:custGeom>
              <a:avLst/>
              <a:gdLst/>
              <a:ahLst/>
              <a:cxnLst/>
              <a:rect l="l" t="t" r="r" b="b"/>
              <a:pathLst>
                <a:path w="2321559" h="320039">
                  <a:moveTo>
                    <a:pt x="2268093" y="0"/>
                  </a:moveTo>
                  <a:lnTo>
                    <a:pt x="53340" y="0"/>
                  </a:lnTo>
                  <a:lnTo>
                    <a:pt x="32575" y="4191"/>
                  </a:lnTo>
                  <a:lnTo>
                    <a:pt x="15621" y="15621"/>
                  </a:lnTo>
                  <a:lnTo>
                    <a:pt x="4191" y="32575"/>
                  </a:lnTo>
                  <a:lnTo>
                    <a:pt x="0" y="53340"/>
                  </a:lnTo>
                  <a:lnTo>
                    <a:pt x="0" y="266700"/>
                  </a:lnTo>
                  <a:lnTo>
                    <a:pt x="4191" y="287464"/>
                  </a:lnTo>
                  <a:lnTo>
                    <a:pt x="15621" y="304419"/>
                  </a:lnTo>
                  <a:lnTo>
                    <a:pt x="32575" y="315849"/>
                  </a:lnTo>
                  <a:lnTo>
                    <a:pt x="53340" y="320040"/>
                  </a:lnTo>
                  <a:lnTo>
                    <a:pt x="2268093" y="320040"/>
                  </a:lnTo>
                  <a:lnTo>
                    <a:pt x="2288857" y="315849"/>
                  </a:lnTo>
                  <a:lnTo>
                    <a:pt x="2305811" y="304419"/>
                  </a:lnTo>
                  <a:lnTo>
                    <a:pt x="2317241" y="287464"/>
                  </a:lnTo>
                  <a:lnTo>
                    <a:pt x="2321432" y="266700"/>
                  </a:lnTo>
                  <a:lnTo>
                    <a:pt x="2321432" y="53340"/>
                  </a:lnTo>
                  <a:lnTo>
                    <a:pt x="2317241" y="32575"/>
                  </a:lnTo>
                  <a:lnTo>
                    <a:pt x="2305811" y="15621"/>
                  </a:lnTo>
                  <a:lnTo>
                    <a:pt x="2288857" y="4191"/>
                  </a:lnTo>
                  <a:lnTo>
                    <a:pt x="2268093" y="0"/>
                  </a:lnTo>
                  <a:close/>
                </a:path>
              </a:pathLst>
            </a:custGeom>
            <a:solidFill>
              <a:srgbClr val="D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518147" y="2819526"/>
              <a:ext cx="2321560" cy="320040"/>
            </a:xfrm>
            <a:custGeom>
              <a:avLst/>
              <a:gdLst/>
              <a:ahLst/>
              <a:cxnLst/>
              <a:rect l="l" t="t" r="r" b="b"/>
              <a:pathLst>
                <a:path w="2321559" h="320039">
                  <a:moveTo>
                    <a:pt x="0" y="53340"/>
                  </a:moveTo>
                  <a:lnTo>
                    <a:pt x="4191" y="32575"/>
                  </a:lnTo>
                  <a:lnTo>
                    <a:pt x="15621" y="15621"/>
                  </a:lnTo>
                  <a:lnTo>
                    <a:pt x="32575" y="4191"/>
                  </a:lnTo>
                  <a:lnTo>
                    <a:pt x="53340" y="0"/>
                  </a:lnTo>
                  <a:lnTo>
                    <a:pt x="2268093" y="0"/>
                  </a:lnTo>
                  <a:lnTo>
                    <a:pt x="2288857" y="4191"/>
                  </a:lnTo>
                  <a:lnTo>
                    <a:pt x="2305811" y="15621"/>
                  </a:lnTo>
                  <a:lnTo>
                    <a:pt x="2317241" y="32575"/>
                  </a:lnTo>
                  <a:lnTo>
                    <a:pt x="2321432" y="53340"/>
                  </a:lnTo>
                  <a:lnTo>
                    <a:pt x="2321432" y="266700"/>
                  </a:lnTo>
                  <a:lnTo>
                    <a:pt x="2317241" y="287464"/>
                  </a:lnTo>
                  <a:lnTo>
                    <a:pt x="2305811" y="304419"/>
                  </a:lnTo>
                  <a:lnTo>
                    <a:pt x="2288857" y="315849"/>
                  </a:lnTo>
                  <a:lnTo>
                    <a:pt x="2268093" y="320040"/>
                  </a:lnTo>
                  <a:lnTo>
                    <a:pt x="53340" y="320040"/>
                  </a:lnTo>
                  <a:lnTo>
                    <a:pt x="32575" y="315849"/>
                  </a:lnTo>
                  <a:lnTo>
                    <a:pt x="15621" y="304419"/>
                  </a:lnTo>
                  <a:lnTo>
                    <a:pt x="4191" y="287464"/>
                  </a:lnTo>
                  <a:lnTo>
                    <a:pt x="0" y="266700"/>
                  </a:lnTo>
                  <a:lnTo>
                    <a:pt x="0" y="53340"/>
                  </a:lnTo>
                  <a:close/>
                </a:path>
              </a:pathLst>
            </a:custGeom>
            <a:ln w="2857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40245" y="2839973"/>
            <a:ext cx="2277745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440690">
              <a:lnSpc>
                <a:spcPct val="100000"/>
              </a:lnSpc>
              <a:spcBef>
                <a:spcPts val="130"/>
              </a:spcBef>
            </a:pPr>
            <a:r>
              <a:rPr sz="1600" b="1" dirty="0">
                <a:latin typeface="Malgun Gothic"/>
                <a:cs typeface="Malgun Gothic"/>
              </a:rPr>
              <a:t>EDM</a:t>
            </a:r>
            <a:r>
              <a:rPr sz="1600" b="1" spc="70" dirty="0">
                <a:latin typeface="Malgun Gothic"/>
                <a:cs typeface="Malgun Gothic"/>
              </a:rPr>
              <a:t> </a:t>
            </a:r>
            <a:r>
              <a:rPr sz="1600" b="1" spc="-10" dirty="0">
                <a:latin typeface="Malgun Gothic"/>
                <a:cs typeface="Malgun Gothic"/>
              </a:rPr>
              <a:t>Platform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507720" y="3201885"/>
            <a:ext cx="4464050" cy="3150235"/>
            <a:chOff x="5507720" y="3201885"/>
            <a:chExt cx="4464050" cy="3150235"/>
          </a:xfrm>
        </p:grpSpPr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507720" y="3204928"/>
              <a:ext cx="4463827" cy="31471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726935" y="3201885"/>
              <a:ext cx="2022348" cy="475526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524499" y="3213862"/>
              <a:ext cx="4380865" cy="3072130"/>
            </a:xfrm>
            <a:custGeom>
              <a:avLst/>
              <a:gdLst/>
              <a:ahLst/>
              <a:cxnLst/>
              <a:rect l="l" t="t" r="r" b="b"/>
              <a:pathLst>
                <a:path w="4380865" h="3072129">
                  <a:moveTo>
                    <a:pt x="4328033" y="0"/>
                  </a:moveTo>
                  <a:lnTo>
                    <a:pt x="52577" y="0"/>
                  </a:lnTo>
                  <a:lnTo>
                    <a:pt x="32093" y="4123"/>
                  </a:lnTo>
                  <a:lnTo>
                    <a:pt x="15382" y="15367"/>
                  </a:lnTo>
                  <a:lnTo>
                    <a:pt x="4125" y="32039"/>
                  </a:lnTo>
                  <a:lnTo>
                    <a:pt x="0" y="52451"/>
                  </a:lnTo>
                  <a:lnTo>
                    <a:pt x="0" y="3019552"/>
                  </a:lnTo>
                  <a:lnTo>
                    <a:pt x="4125" y="3040036"/>
                  </a:lnTo>
                  <a:lnTo>
                    <a:pt x="15382" y="3056747"/>
                  </a:lnTo>
                  <a:lnTo>
                    <a:pt x="32093" y="3068004"/>
                  </a:lnTo>
                  <a:lnTo>
                    <a:pt x="52577" y="3072130"/>
                  </a:lnTo>
                  <a:lnTo>
                    <a:pt x="4328033" y="3072130"/>
                  </a:lnTo>
                  <a:lnTo>
                    <a:pt x="4348444" y="3068004"/>
                  </a:lnTo>
                  <a:lnTo>
                    <a:pt x="4365117" y="3056747"/>
                  </a:lnTo>
                  <a:lnTo>
                    <a:pt x="4376360" y="3040036"/>
                  </a:lnTo>
                  <a:lnTo>
                    <a:pt x="4380483" y="3019552"/>
                  </a:lnTo>
                  <a:lnTo>
                    <a:pt x="4380483" y="52451"/>
                  </a:lnTo>
                  <a:lnTo>
                    <a:pt x="4376360" y="32039"/>
                  </a:lnTo>
                  <a:lnTo>
                    <a:pt x="4365116" y="15367"/>
                  </a:lnTo>
                  <a:lnTo>
                    <a:pt x="4348444" y="4123"/>
                  </a:lnTo>
                  <a:lnTo>
                    <a:pt x="4328033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003035" y="3877068"/>
              <a:ext cx="1018044" cy="80313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74663" y="3906012"/>
              <a:ext cx="874763" cy="44348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036182" y="3910291"/>
              <a:ext cx="902969" cy="688975"/>
            </a:xfrm>
            <a:custGeom>
              <a:avLst/>
              <a:gdLst/>
              <a:ahLst/>
              <a:cxnLst/>
              <a:rect l="l" t="t" r="r" b="b"/>
              <a:pathLst>
                <a:path w="902970" h="688975">
                  <a:moveTo>
                    <a:pt x="902347" y="0"/>
                  </a:moveTo>
                  <a:lnTo>
                    <a:pt x="0" y="0"/>
                  </a:lnTo>
                  <a:lnTo>
                    <a:pt x="0" y="688378"/>
                  </a:lnTo>
                  <a:lnTo>
                    <a:pt x="902347" y="688378"/>
                  </a:lnTo>
                  <a:lnTo>
                    <a:pt x="90234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6036182" y="3910291"/>
              <a:ext cx="902969" cy="688975"/>
            </a:xfrm>
            <a:custGeom>
              <a:avLst/>
              <a:gdLst/>
              <a:ahLst/>
              <a:cxnLst/>
              <a:rect l="l" t="t" r="r" b="b"/>
              <a:pathLst>
                <a:path w="902970" h="688975">
                  <a:moveTo>
                    <a:pt x="0" y="688378"/>
                  </a:moveTo>
                  <a:lnTo>
                    <a:pt x="902347" y="688378"/>
                  </a:lnTo>
                  <a:lnTo>
                    <a:pt x="902347" y="0"/>
                  </a:lnTo>
                  <a:lnTo>
                    <a:pt x="0" y="0"/>
                  </a:lnTo>
                  <a:lnTo>
                    <a:pt x="0" y="68837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6042533" y="3949395"/>
            <a:ext cx="890269" cy="2743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14"/>
              </a:spcBef>
            </a:pPr>
            <a:r>
              <a:rPr sz="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Zookeeper#1</a:t>
            </a:r>
            <a:endParaRPr sz="800">
              <a:latin typeface="Malgun Gothic"/>
              <a:cs typeface="Malgun Gothic"/>
            </a:endParaRPr>
          </a:p>
          <a:p>
            <a:pPr marL="1905" algn="ctr">
              <a:lnSpc>
                <a:spcPct val="100000"/>
              </a:lnSpc>
              <a:spcBef>
                <a:spcPts val="15"/>
              </a:spcBef>
            </a:pPr>
            <a:r>
              <a:rPr sz="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Broker#1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003035" y="4565942"/>
            <a:ext cx="1018540" cy="428625"/>
            <a:chOff x="6003035" y="4565942"/>
            <a:chExt cx="1018540" cy="428625"/>
          </a:xfrm>
        </p:grpSpPr>
        <p:pic>
          <p:nvPicPr>
            <p:cNvPr id="46" name="object 4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003035" y="4565942"/>
              <a:ext cx="1018044" cy="42820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207251" y="4620768"/>
              <a:ext cx="609587" cy="35204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6036182" y="4598403"/>
              <a:ext cx="902969" cy="313055"/>
            </a:xfrm>
            <a:custGeom>
              <a:avLst/>
              <a:gdLst/>
              <a:ahLst/>
              <a:cxnLst/>
              <a:rect l="l" t="t" r="r" b="b"/>
              <a:pathLst>
                <a:path w="902970" h="313054">
                  <a:moveTo>
                    <a:pt x="902347" y="0"/>
                  </a:moveTo>
                  <a:lnTo>
                    <a:pt x="0" y="0"/>
                  </a:lnTo>
                  <a:lnTo>
                    <a:pt x="0" y="312940"/>
                  </a:lnTo>
                  <a:lnTo>
                    <a:pt x="902347" y="312940"/>
                  </a:lnTo>
                  <a:lnTo>
                    <a:pt x="9023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6036182" y="4598403"/>
              <a:ext cx="902969" cy="313055"/>
            </a:xfrm>
            <a:custGeom>
              <a:avLst/>
              <a:gdLst/>
              <a:ahLst/>
              <a:cxnLst/>
              <a:rect l="l" t="t" r="r" b="b"/>
              <a:pathLst>
                <a:path w="902970" h="313054">
                  <a:moveTo>
                    <a:pt x="0" y="312940"/>
                  </a:moveTo>
                  <a:lnTo>
                    <a:pt x="902347" y="312940"/>
                  </a:lnTo>
                  <a:lnTo>
                    <a:pt x="902347" y="0"/>
                  </a:lnTo>
                  <a:lnTo>
                    <a:pt x="0" y="0"/>
                  </a:lnTo>
                  <a:lnTo>
                    <a:pt x="0" y="312940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042533" y="4668774"/>
            <a:ext cx="890269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35"/>
              </a:spcBef>
            </a:pPr>
            <a:r>
              <a:rPr sz="900" spc="-10" dirty="0">
                <a:latin typeface="Malgun Gothic"/>
                <a:cs typeface="Malgun Gothic"/>
              </a:rPr>
              <a:t>Node1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444996" y="3889260"/>
            <a:ext cx="1760855" cy="803275"/>
            <a:chOff x="6444996" y="3889260"/>
            <a:chExt cx="1760855" cy="803275"/>
          </a:xfrm>
        </p:grpSpPr>
        <p:pic>
          <p:nvPicPr>
            <p:cNvPr id="52" name="object 5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44996" y="4306798"/>
              <a:ext cx="505980" cy="35054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471793" y="4333151"/>
              <a:ext cx="403847" cy="24824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187184" y="3889260"/>
              <a:ext cx="1018044" cy="803135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258812" y="3918203"/>
              <a:ext cx="874763" cy="443484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220077" y="3921975"/>
              <a:ext cx="902969" cy="688975"/>
            </a:xfrm>
            <a:custGeom>
              <a:avLst/>
              <a:gdLst/>
              <a:ahLst/>
              <a:cxnLst/>
              <a:rect l="l" t="t" r="r" b="b"/>
              <a:pathLst>
                <a:path w="902970" h="688975">
                  <a:moveTo>
                    <a:pt x="902347" y="0"/>
                  </a:moveTo>
                  <a:lnTo>
                    <a:pt x="0" y="0"/>
                  </a:lnTo>
                  <a:lnTo>
                    <a:pt x="0" y="688378"/>
                  </a:lnTo>
                  <a:lnTo>
                    <a:pt x="902347" y="688378"/>
                  </a:lnTo>
                  <a:lnTo>
                    <a:pt x="90234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7220077" y="3921975"/>
              <a:ext cx="902969" cy="688975"/>
            </a:xfrm>
            <a:custGeom>
              <a:avLst/>
              <a:gdLst/>
              <a:ahLst/>
              <a:cxnLst/>
              <a:rect l="l" t="t" r="r" b="b"/>
              <a:pathLst>
                <a:path w="902970" h="688975">
                  <a:moveTo>
                    <a:pt x="0" y="688378"/>
                  </a:moveTo>
                  <a:lnTo>
                    <a:pt x="902347" y="688378"/>
                  </a:lnTo>
                  <a:lnTo>
                    <a:pt x="902347" y="0"/>
                  </a:lnTo>
                  <a:lnTo>
                    <a:pt x="0" y="0"/>
                  </a:lnTo>
                  <a:lnTo>
                    <a:pt x="0" y="68837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7226427" y="3961638"/>
            <a:ext cx="890269" cy="27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1615" marR="113030" indent="-100965">
              <a:lnSpc>
                <a:spcPct val="101299"/>
              </a:lnSpc>
              <a:spcBef>
                <a:spcPts val="100"/>
              </a:spcBef>
            </a:pPr>
            <a:r>
              <a:rPr sz="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Zookeeper#2 Broker#2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187183" y="4578108"/>
            <a:ext cx="1018540" cy="426720"/>
            <a:chOff x="7187183" y="4578108"/>
            <a:chExt cx="1018540" cy="426720"/>
          </a:xfrm>
        </p:grpSpPr>
        <p:pic>
          <p:nvPicPr>
            <p:cNvPr id="60" name="object 6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187183" y="4578108"/>
              <a:ext cx="1018044" cy="426707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389875" y="4631461"/>
              <a:ext cx="609587" cy="35354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7220076" y="4610214"/>
              <a:ext cx="902969" cy="313055"/>
            </a:xfrm>
            <a:custGeom>
              <a:avLst/>
              <a:gdLst/>
              <a:ahLst/>
              <a:cxnLst/>
              <a:rect l="l" t="t" r="r" b="b"/>
              <a:pathLst>
                <a:path w="902970" h="313054">
                  <a:moveTo>
                    <a:pt x="902347" y="0"/>
                  </a:moveTo>
                  <a:lnTo>
                    <a:pt x="0" y="0"/>
                  </a:lnTo>
                  <a:lnTo>
                    <a:pt x="0" y="312940"/>
                  </a:lnTo>
                  <a:lnTo>
                    <a:pt x="902347" y="312940"/>
                  </a:lnTo>
                  <a:lnTo>
                    <a:pt x="9023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220076" y="4610214"/>
              <a:ext cx="902969" cy="313055"/>
            </a:xfrm>
            <a:custGeom>
              <a:avLst/>
              <a:gdLst/>
              <a:ahLst/>
              <a:cxnLst/>
              <a:rect l="l" t="t" r="r" b="b"/>
              <a:pathLst>
                <a:path w="902970" h="313054">
                  <a:moveTo>
                    <a:pt x="0" y="312940"/>
                  </a:moveTo>
                  <a:lnTo>
                    <a:pt x="902347" y="312940"/>
                  </a:lnTo>
                  <a:lnTo>
                    <a:pt x="902347" y="0"/>
                  </a:lnTo>
                  <a:lnTo>
                    <a:pt x="0" y="0"/>
                  </a:lnTo>
                  <a:lnTo>
                    <a:pt x="0" y="312940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7226427" y="4680585"/>
            <a:ext cx="890269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2255">
              <a:lnSpc>
                <a:spcPct val="100000"/>
              </a:lnSpc>
              <a:spcBef>
                <a:spcPts val="135"/>
              </a:spcBef>
            </a:pPr>
            <a:r>
              <a:rPr sz="900" spc="-10" dirty="0">
                <a:latin typeface="Malgun Gothic"/>
                <a:cs typeface="Malgun Gothic"/>
              </a:rPr>
              <a:t>Node2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629143" y="3883164"/>
            <a:ext cx="1758950" cy="803275"/>
            <a:chOff x="7629143" y="3883164"/>
            <a:chExt cx="1758950" cy="803275"/>
          </a:xfrm>
        </p:grpSpPr>
        <p:pic>
          <p:nvPicPr>
            <p:cNvPr id="66" name="object 6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7629143" y="4318990"/>
              <a:ext cx="505980" cy="35054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655686" y="4344961"/>
              <a:ext cx="403847" cy="248246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8371331" y="3883164"/>
              <a:ext cx="1016520" cy="80313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441435" y="3912107"/>
              <a:ext cx="874763" cy="443484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8403970" y="3916133"/>
              <a:ext cx="902969" cy="688975"/>
            </a:xfrm>
            <a:custGeom>
              <a:avLst/>
              <a:gdLst/>
              <a:ahLst/>
              <a:cxnLst/>
              <a:rect l="l" t="t" r="r" b="b"/>
              <a:pathLst>
                <a:path w="902970" h="688975">
                  <a:moveTo>
                    <a:pt x="902347" y="0"/>
                  </a:moveTo>
                  <a:lnTo>
                    <a:pt x="0" y="0"/>
                  </a:lnTo>
                  <a:lnTo>
                    <a:pt x="0" y="688378"/>
                  </a:lnTo>
                  <a:lnTo>
                    <a:pt x="902347" y="688378"/>
                  </a:lnTo>
                  <a:lnTo>
                    <a:pt x="902347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8403970" y="3916133"/>
              <a:ext cx="902969" cy="688975"/>
            </a:xfrm>
            <a:custGeom>
              <a:avLst/>
              <a:gdLst/>
              <a:ahLst/>
              <a:cxnLst/>
              <a:rect l="l" t="t" r="r" b="b"/>
              <a:pathLst>
                <a:path w="902970" h="688975">
                  <a:moveTo>
                    <a:pt x="0" y="688378"/>
                  </a:moveTo>
                  <a:lnTo>
                    <a:pt x="902347" y="688378"/>
                  </a:lnTo>
                  <a:lnTo>
                    <a:pt x="902347" y="0"/>
                  </a:lnTo>
                  <a:lnTo>
                    <a:pt x="0" y="0"/>
                  </a:lnTo>
                  <a:lnTo>
                    <a:pt x="0" y="68837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8410320" y="3955796"/>
            <a:ext cx="890269" cy="2736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1615" marR="112395" indent="-100965">
              <a:lnSpc>
                <a:spcPct val="101200"/>
              </a:lnSpc>
              <a:spcBef>
                <a:spcPts val="105"/>
              </a:spcBef>
            </a:pPr>
            <a:r>
              <a:rPr sz="800" b="1" spc="-10" dirty="0">
                <a:solidFill>
                  <a:srgbClr val="FFFFFF"/>
                </a:solidFill>
                <a:latin typeface="Malgun Gothic"/>
                <a:cs typeface="Malgun Gothic"/>
              </a:rPr>
              <a:t>Zookeeper#3 Broker#3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8371331" y="4572012"/>
            <a:ext cx="1016635" cy="426720"/>
            <a:chOff x="8371331" y="4572012"/>
            <a:chExt cx="1016635" cy="426720"/>
          </a:xfrm>
        </p:grpSpPr>
        <p:pic>
          <p:nvPicPr>
            <p:cNvPr id="74" name="object 7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8371331" y="4572012"/>
              <a:ext cx="1016520" cy="426707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574023" y="4625365"/>
              <a:ext cx="609587" cy="353542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8403970" y="4604245"/>
              <a:ext cx="902969" cy="313055"/>
            </a:xfrm>
            <a:custGeom>
              <a:avLst/>
              <a:gdLst/>
              <a:ahLst/>
              <a:cxnLst/>
              <a:rect l="l" t="t" r="r" b="b"/>
              <a:pathLst>
                <a:path w="902970" h="313054">
                  <a:moveTo>
                    <a:pt x="902347" y="0"/>
                  </a:moveTo>
                  <a:lnTo>
                    <a:pt x="0" y="0"/>
                  </a:lnTo>
                  <a:lnTo>
                    <a:pt x="0" y="312940"/>
                  </a:lnTo>
                  <a:lnTo>
                    <a:pt x="902347" y="312940"/>
                  </a:lnTo>
                  <a:lnTo>
                    <a:pt x="90234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8403970" y="4604245"/>
              <a:ext cx="902969" cy="313055"/>
            </a:xfrm>
            <a:custGeom>
              <a:avLst/>
              <a:gdLst/>
              <a:ahLst/>
              <a:cxnLst/>
              <a:rect l="l" t="t" r="r" b="b"/>
              <a:pathLst>
                <a:path w="902970" h="313054">
                  <a:moveTo>
                    <a:pt x="0" y="312940"/>
                  </a:moveTo>
                  <a:lnTo>
                    <a:pt x="902347" y="312940"/>
                  </a:lnTo>
                  <a:lnTo>
                    <a:pt x="902347" y="0"/>
                  </a:lnTo>
                  <a:lnTo>
                    <a:pt x="0" y="0"/>
                  </a:lnTo>
                  <a:lnTo>
                    <a:pt x="0" y="312940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8410320" y="4674870"/>
            <a:ext cx="896619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62890">
              <a:lnSpc>
                <a:spcPct val="100000"/>
              </a:lnSpc>
              <a:spcBef>
                <a:spcPts val="135"/>
              </a:spcBef>
            </a:pPr>
            <a:r>
              <a:rPr sz="900" spc="-10" dirty="0">
                <a:latin typeface="Malgun Gothic"/>
                <a:cs typeface="Malgun Gothic"/>
              </a:rPr>
              <a:t>Node3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5868225" y="3621087"/>
            <a:ext cx="3666490" cy="1418590"/>
            <a:chOff x="5868225" y="3621087"/>
            <a:chExt cx="3666490" cy="1418590"/>
          </a:xfrm>
        </p:grpSpPr>
        <p:pic>
          <p:nvPicPr>
            <p:cNvPr id="80" name="object 8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813292" y="4312894"/>
              <a:ext cx="505980" cy="35054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839580" y="4339120"/>
              <a:ext cx="403847" cy="248246"/>
            </a:xfrm>
            <a:prstGeom prst="rect">
              <a:avLst/>
            </a:prstGeom>
          </p:spPr>
        </p:pic>
        <p:sp>
          <p:nvSpPr>
            <p:cNvPr id="82" name="object 82"/>
            <p:cNvSpPr/>
            <p:nvPr/>
          </p:nvSpPr>
          <p:spPr>
            <a:xfrm>
              <a:off x="5872988" y="3625850"/>
              <a:ext cx="3656965" cy="1409065"/>
            </a:xfrm>
            <a:custGeom>
              <a:avLst/>
              <a:gdLst/>
              <a:ahLst/>
              <a:cxnLst/>
              <a:rect l="l" t="t" r="r" b="b"/>
              <a:pathLst>
                <a:path w="3656965" h="1409064">
                  <a:moveTo>
                    <a:pt x="0" y="1409064"/>
                  </a:moveTo>
                  <a:lnTo>
                    <a:pt x="3656584" y="1409064"/>
                  </a:lnTo>
                  <a:lnTo>
                    <a:pt x="3656584" y="0"/>
                  </a:lnTo>
                  <a:lnTo>
                    <a:pt x="0" y="0"/>
                  </a:lnTo>
                  <a:lnTo>
                    <a:pt x="0" y="1409064"/>
                  </a:lnTo>
                  <a:close/>
                </a:path>
              </a:pathLst>
            </a:custGeom>
            <a:ln w="9525">
              <a:solidFill>
                <a:srgbClr val="0074A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3" name="object 83"/>
          <p:cNvSpPr txBox="1"/>
          <p:nvPr/>
        </p:nvSpPr>
        <p:spPr>
          <a:xfrm>
            <a:off x="6848347" y="3267201"/>
            <a:ext cx="1732280" cy="547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21F1F"/>
                </a:solidFill>
                <a:latin typeface="Malgun Gothic"/>
                <a:cs typeface="Malgun Gothic"/>
              </a:rPr>
              <a:t>User</a:t>
            </a:r>
            <a:r>
              <a:rPr sz="1400" b="1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221F1F"/>
                </a:solidFill>
                <a:latin typeface="Malgun Gothic"/>
                <a:cs typeface="Malgun Gothic"/>
              </a:rPr>
              <a:t>Interface</a:t>
            </a:r>
            <a:r>
              <a:rPr sz="1400" b="1" spc="-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221F1F"/>
                </a:solidFill>
                <a:latin typeface="Malgun Gothic"/>
                <a:cs typeface="Malgun Gothic"/>
              </a:rPr>
              <a:t>Layer</a:t>
            </a:r>
            <a:endParaRPr sz="1400">
              <a:latin typeface="Malgun Gothic"/>
              <a:cs typeface="Malgun Gothic"/>
            </a:endParaRPr>
          </a:p>
          <a:p>
            <a:pPr marL="363220">
              <a:lnSpc>
                <a:spcPct val="100000"/>
              </a:lnSpc>
              <a:spcBef>
                <a:spcPts val="1045"/>
              </a:spcBef>
            </a:pPr>
            <a:r>
              <a:rPr sz="1150" b="1" dirty="0">
                <a:solidFill>
                  <a:srgbClr val="221F1F"/>
                </a:solidFill>
                <a:latin typeface="Malgun Gothic"/>
                <a:cs typeface="Malgun Gothic"/>
              </a:rPr>
              <a:t>Kafka</a:t>
            </a:r>
            <a:r>
              <a:rPr sz="1150" b="1" spc="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150" b="1" spc="-10" dirty="0">
                <a:solidFill>
                  <a:srgbClr val="221F1F"/>
                </a:solidFill>
                <a:latin typeface="Malgun Gothic"/>
                <a:cs typeface="Malgun Gothic"/>
              </a:rPr>
              <a:t>Cluster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84" name="object 84"/>
          <p:cNvGrpSpPr/>
          <p:nvPr/>
        </p:nvGrpSpPr>
        <p:grpSpPr>
          <a:xfrm>
            <a:off x="5498591" y="6300215"/>
            <a:ext cx="4482465" cy="1691639"/>
            <a:chOff x="5498591" y="6300215"/>
            <a:chExt cx="4482465" cy="1691639"/>
          </a:xfrm>
        </p:grpSpPr>
        <p:pic>
          <p:nvPicPr>
            <p:cNvPr id="85" name="object 8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498591" y="6300215"/>
              <a:ext cx="4482084" cy="169163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810755" y="6307797"/>
              <a:ext cx="1856231" cy="475526"/>
            </a:xfrm>
            <a:prstGeom prst="rect">
              <a:avLst/>
            </a:prstGeom>
          </p:spPr>
        </p:pic>
        <p:sp>
          <p:nvSpPr>
            <p:cNvPr id="87" name="object 87"/>
            <p:cNvSpPr/>
            <p:nvPr/>
          </p:nvSpPr>
          <p:spPr>
            <a:xfrm>
              <a:off x="5524499" y="6326504"/>
              <a:ext cx="4380865" cy="1590675"/>
            </a:xfrm>
            <a:custGeom>
              <a:avLst/>
              <a:gdLst/>
              <a:ahLst/>
              <a:cxnLst/>
              <a:rect l="l" t="t" r="r" b="b"/>
              <a:pathLst>
                <a:path w="4380865" h="1590675">
                  <a:moveTo>
                    <a:pt x="4353306" y="0"/>
                  </a:moveTo>
                  <a:lnTo>
                    <a:pt x="27177" y="0"/>
                  </a:lnTo>
                  <a:lnTo>
                    <a:pt x="16609" y="2139"/>
                  </a:lnTo>
                  <a:lnTo>
                    <a:pt x="7969" y="7969"/>
                  </a:lnTo>
                  <a:lnTo>
                    <a:pt x="2139" y="16609"/>
                  </a:lnTo>
                  <a:lnTo>
                    <a:pt x="0" y="27178"/>
                  </a:lnTo>
                  <a:lnTo>
                    <a:pt x="0" y="1563116"/>
                  </a:lnTo>
                  <a:lnTo>
                    <a:pt x="2139" y="1573684"/>
                  </a:lnTo>
                  <a:lnTo>
                    <a:pt x="7969" y="1582324"/>
                  </a:lnTo>
                  <a:lnTo>
                    <a:pt x="16609" y="1588154"/>
                  </a:lnTo>
                  <a:lnTo>
                    <a:pt x="27177" y="1590294"/>
                  </a:lnTo>
                  <a:lnTo>
                    <a:pt x="4353306" y="1590294"/>
                  </a:lnTo>
                  <a:lnTo>
                    <a:pt x="4363874" y="1588154"/>
                  </a:lnTo>
                  <a:lnTo>
                    <a:pt x="4372514" y="1582324"/>
                  </a:lnTo>
                  <a:lnTo>
                    <a:pt x="4378344" y="1573684"/>
                  </a:lnTo>
                  <a:lnTo>
                    <a:pt x="4380483" y="1563116"/>
                  </a:lnTo>
                  <a:lnTo>
                    <a:pt x="4380483" y="27178"/>
                  </a:lnTo>
                  <a:lnTo>
                    <a:pt x="4378344" y="16609"/>
                  </a:lnTo>
                  <a:lnTo>
                    <a:pt x="4372514" y="7969"/>
                  </a:lnTo>
                  <a:lnTo>
                    <a:pt x="4363874" y="2139"/>
                  </a:lnTo>
                  <a:lnTo>
                    <a:pt x="4353306" y="0"/>
                  </a:lnTo>
                  <a:close/>
                </a:path>
              </a:pathLst>
            </a:custGeom>
            <a:solidFill>
              <a:srgbClr val="ECF8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8" name="object 88"/>
          <p:cNvSpPr txBox="1"/>
          <p:nvPr/>
        </p:nvSpPr>
        <p:spPr>
          <a:xfrm>
            <a:off x="6931914" y="6372859"/>
            <a:ext cx="156654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dirty="0">
                <a:solidFill>
                  <a:srgbClr val="221F1F"/>
                </a:solidFill>
                <a:latin typeface="Malgun Gothic"/>
                <a:cs typeface="Malgun Gothic"/>
              </a:rPr>
              <a:t>Data</a:t>
            </a:r>
            <a:r>
              <a:rPr sz="1400" b="1" spc="-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400" b="1" dirty="0">
                <a:solidFill>
                  <a:srgbClr val="221F1F"/>
                </a:solidFill>
                <a:latin typeface="Malgun Gothic"/>
                <a:cs typeface="Malgun Gothic"/>
              </a:rPr>
              <a:t>Engine</a:t>
            </a:r>
            <a:r>
              <a:rPr sz="1400" b="1" spc="-3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400" b="1" spc="-10" dirty="0">
                <a:solidFill>
                  <a:srgbClr val="221F1F"/>
                </a:solidFill>
                <a:latin typeface="Malgun Gothic"/>
                <a:cs typeface="Malgun Gothic"/>
              </a:rPr>
              <a:t>Layer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5805042" y="6629298"/>
            <a:ext cx="3814445" cy="1031875"/>
            <a:chOff x="5805042" y="6629298"/>
            <a:chExt cx="3814445" cy="1031875"/>
          </a:xfrm>
        </p:grpSpPr>
        <p:pic>
          <p:nvPicPr>
            <p:cNvPr id="90" name="object 90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5805042" y="6629298"/>
              <a:ext cx="958951" cy="958951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7235316" y="6701942"/>
              <a:ext cx="958951" cy="958951"/>
            </a:xfrm>
            <a:prstGeom prst="rect">
              <a:avLst/>
            </a:prstGeom>
          </p:spPr>
        </p:pic>
        <p:pic>
          <p:nvPicPr>
            <p:cNvPr id="92" name="object 92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8665463" y="6668731"/>
              <a:ext cx="953808" cy="953808"/>
            </a:xfrm>
            <a:prstGeom prst="rect">
              <a:avLst/>
            </a:prstGeom>
          </p:spPr>
        </p:pic>
      </p:grpSp>
      <p:sp>
        <p:nvSpPr>
          <p:cNvPr id="93" name="object 93"/>
          <p:cNvSpPr txBox="1"/>
          <p:nvPr/>
        </p:nvSpPr>
        <p:spPr>
          <a:xfrm>
            <a:off x="5842508" y="7671054"/>
            <a:ext cx="84836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Malgun Gothic"/>
                <a:cs typeface="Malgun Gothic"/>
              </a:rPr>
              <a:t>Data</a:t>
            </a:r>
            <a:r>
              <a:rPr sz="900" spc="8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Gathering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7328154" y="7696961"/>
            <a:ext cx="74422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Malgun Gothic"/>
                <a:cs typeface="Malgun Gothic"/>
              </a:rPr>
              <a:t>Data</a:t>
            </a:r>
            <a:r>
              <a:rPr sz="900" spc="8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Analysis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8733281" y="7696961"/>
            <a:ext cx="80391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Malgun Gothic"/>
                <a:cs typeface="Malgun Gothic"/>
              </a:rPr>
              <a:t>Data</a:t>
            </a:r>
            <a:r>
              <a:rPr sz="900" spc="8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Handling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5498591" y="7917192"/>
            <a:ext cx="4482465" cy="1325880"/>
            <a:chOff x="5498591" y="7917192"/>
            <a:chExt cx="4482465" cy="1325880"/>
          </a:xfrm>
        </p:grpSpPr>
        <p:pic>
          <p:nvPicPr>
            <p:cNvPr id="97" name="object 97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498591" y="7917192"/>
              <a:ext cx="4482084" cy="1325880"/>
            </a:xfrm>
            <a:prstGeom prst="rect">
              <a:avLst/>
            </a:prstGeom>
          </p:spPr>
        </p:pic>
        <p:pic>
          <p:nvPicPr>
            <p:cNvPr id="98" name="object 98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6932675" y="7923237"/>
              <a:ext cx="1613916" cy="475526"/>
            </a:xfrm>
            <a:prstGeom prst="rect">
              <a:avLst/>
            </a:prstGeom>
          </p:spPr>
        </p:pic>
        <p:sp>
          <p:nvSpPr>
            <p:cNvPr id="99" name="object 99"/>
            <p:cNvSpPr/>
            <p:nvPr/>
          </p:nvSpPr>
          <p:spPr>
            <a:xfrm>
              <a:off x="5524499" y="7943342"/>
              <a:ext cx="4380865" cy="1224280"/>
            </a:xfrm>
            <a:custGeom>
              <a:avLst/>
              <a:gdLst/>
              <a:ahLst/>
              <a:cxnLst/>
              <a:rect l="l" t="t" r="r" b="b"/>
              <a:pathLst>
                <a:path w="4380865" h="1224279">
                  <a:moveTo>
                    <a:pt x="4359656" y="0"/>
                  </a:moveTo>
                  <a:lnTo>
                    <a:pt x="20954" y="0"/>
                  </a:lnTo>
                  <a:lnTo>
                    <a:pt x="12805" y="1649"/>
                  </a:lnTo>
                  <a:lnTo>
                    <a:pt x="6143" y="6143"/>
                  </a:lnTo>
                  <a:lnTo>
                    <a:pt x="1649" y="12805"/>
                  </a:lnTo>
                  <a:lnTo>
                    <a:pt x="0" y="20954"/>
                  </a:lnTo>
                  <a:lnTo>
                    <a:pt x="0" y="1203172"/>
                  </a:lnTo>
                  <a:lnTo>
                    <a:pt x="1649" y="1211316"/>
                  </a:lnTo>
                  <a:lnTo>
                    <a:pt x="6143" y="1217964"/>
                  </a:lnTo>
                  <a:lnTo>
                    <a:pt x="12805" y="1222446"/>
                  </a:lnTo>
                  <a:lnTo>
                    <a:pt x="20954" y="1224089"/>
                  </a:lnTo>
                  <a:lnTo>
                    <a:pt x="4359656" y="1224089"/>
                  </a:lnTo>
                  <a:lnTo>
                    <a:pt x="4367732" y="1222446"/>
                  </a:lnTo>
                  <a:lnTo>
                    <a:pt x="4374356" y="1217964"/>
                  </a:lnTo>
                  <a:lnTo>
                    <a:pt x="4378836" y="1211316"/>
                  </a:lnTo>
                  <a:lnTo>
                    <a:pt x="4380483" y="1203172"/>
                  </a:lnTo>
                  <a:lnTo>
                    <a:pt x="4380483" y="20954"/>
                  </a:lnTo>
                  <a:lnTo>
                    <a:pt x="4378836" y="12805"/>
                  </a:lnTo>
                  <a:lnTo>
                    <a:pt x="4374356" y="6143"/>
                  </a:lnTo>
                  <a:lnTo>
                    <a:pt x="4367732" y="1649"/>
                  </a:lnTo>
                  <a:lnTo>
                    <a:pt x="4359656" y="0"/>
                  </a:lnTo>
                  <a:close/>
                </a:path>
              </a:pathLst>
            </a:custGeom>
            <a:solidFill>
              <a:srgbClr val="CAEB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0" name="object 100"/>
          <p:cNvSpPr txBox="1"/>
          <p:nvPr/>
        </p:nvSpPr>
        <p:spPr>
          <a:xfrm>
            <a:off x="7053833" y="7988045"/>
            <a:ext cx="1324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221F1F"/>
                </a:solidFill>
                <a:latin typeface="Malgun Gothic"/>
                <a:cs typeface="Malgun Gothic"/>
              </a:rPr>
              <a:t>DataBase</a:t>
            </a:r>
            <a:r>
              <a:rPr sz="1400" b="1" spc="-9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400" b="1" spc="-20" dirty="0">
                <a:solidFill>
                  <a:srgbClr val="221F1F"/>
                </a:solidFill>
                <a:latin typeface="Malgun Gothic"/>
                <a:cs typeface="Malgun Gothic"/>
              </a:rPr>
              <a:t>Layer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01" name="object 101"/>
          <p:cNvGrpSpPr/>
          <p:nvPr/>
        </p:nvGrpSpPr>
        <p:grpSpPr>
          <a:xfrm>
            <a:off x="5876163" y="8151800"/>
            <a:ext cx="3639820" cy="904240"/>
            <a:chOff x="5876163" y="8151800"/>
            <a:chExt cx="3639820" cy="904240"/>
          </a:xfrm>
        </p:grpSpPr>
        <p:pic>
          <p:nvPicPr>
            <p:cNvPr id="102" name="object 10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5876163" y="8151800"/>
              <a:ext cx="875398" cy="875398"/>
            </a:xfrm>
            <a:prstGeom prst="rect">
              <a:avLst/>
            </a:prstGeom>
          </p:spPr>
        </p:pic>
        <p:pic>
          <p:nvPicPr>
            <p:cNvPr id="103" name="object 10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7258177" y="8180425"/>
              <a:ext cx="875398" cy="875385"/>
            </a:xfrm>
            <a:prstGeom prst="rect">
              <a:avLst/>
            </a:prstGeom>
          </p:spPr>
        </p:pic>
        <p:pic>
          <p:nvPicPr>
            <p:cNvPr id="104" name="object 10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8640317" y="8166112"/>
              <a:ext cx="875398" cy="875398"/>
            </a:xfrm>
            <a:prstGeom prst="rect">
              <a:avLst/>
            </a:prstGeom>
          </p:spPr>
        </p:pic>
      </p:grpSp>
      <p:sp>
        <p:nvSpPr>
          <p:cNvPr id="105" name="object 105"/>
          <p:cNvSpPr txBox="1"/>
          <p:nvPr/>
        </p:nvSpPr>
        <p:spPr>
          <a:xfrm>
            <a:off x="7008114" y="8947201"/>
            <a:ext cx="144462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dirty="0">
                <a:latin typeface="Malgun Gothic"/>
                <a:cs typeface="Malgun Gothic"/>
              </a:rPr>
              <a:t>RDB,</a:t>
            </a:r>
            <a:r>
              <a:rPr sz="900" spc="40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NO-SQL,</a:t>
            </a:r>
            <a:r>
              <a:rPr sz="900" spc="75" dirty="0">
                <a:latin typeface="Malgun Gothic"/>
                <a:cs typeface="Malgun Gothic"/>
              </a:rPr>
              <a:t> </a:t>
            </a:r>
            <a:r>
              <a:rPr sz="900" dirty="0">
                <a:latin typeface="Malgun Gothic"/>
                <a:cs typeface="Malgun Gothic"/>
              </a:rPr>
              <a:t>Time</a:t>
            </a:r>
            <a:r>
              <a:rPr sz="900" spc="6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Series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0736008" y="3635946"/>
            <a:ext cx="1855470" cy="1506855"/>
            <a:chOff x="10736008" y="3635946"/>
            <a:chExt cx="1855470" cy="1506855"/>
          </a:xfrm>
        </p:grpSpPr>
        <p:sp>
          <p:nvSpPr>
            <p:cNvPr id="107" name="object 107"/>
            <p:cNvSpPr/>
            <p:nvPr/>
          </p:nvSpPr>
          <p:spPr>
            <a:xfrm>
              <a:off x="10740770" y="3670046"/>
              <a:ext cx="1845945" cy="1468120"/>
            </a:xfrm>
            <a:custGeom>
              <a:avLst/>
              <a:gdLst/>
              <a:ahLst/>
              <a:cxnLst/>
              <a:rect l="l" t="t" r="r" b="b"/>
              <a:pathLst>
                <a:path w="1845945" h="1468120">
                  <a:moveTo>
                    <a:pt x="1708403" y="0"/>
                  </a:moveTo>
                  <a:lnTo>
                    <a:pt x="137540" y="0"/>
                  </a:lnTo>
                  <a:lnTo>
                    <a:pt x="94073" y="7014"/>
                  </a:lnTo>
                  <a:lnTo>
                    <a:pt x="56317" y="26550"/>
                  </a:lnTo>
                  <a:lnTo>
                    <a:pt x="26541" y="56345"/>
                  </a:lnTo>
                  <a:lnTo>
                    <a:pt x="7013" y="94138"/>
                  </a:lnTo>
                  <a:lnTo>
                    <a:pt x="0" y="137667"/>
                  </a:lnTo>
                  <a:lnTo>
                    <a:pt x="0" y="1330198"/>
                  </a:lnTo>
                  <a:lnTo>
                    <a:pt x="7013" y="1373727"/>
                  </a:lnTo>
                  <a:lnTo>
                    <a:pt x="26541" y="1411520"/>
                  </a:lnTo>
                  <a:lnTo>
                    <a:pt x="56317" y="1441315"/>
                  </a:lnTo>
                  <a:lnTo>
                    <a:pt x="94073" y="1460851"/>
                  </a:lnTo>
                  <a:lnTo>
                    <a:pt x="137540" y="1467865"/>
                  </a:lnTo>
                  <a:lnTo>
                    <a:pt x="1708403" y="1467865"/>
                  </a:lnTo>
                  <a:lnTo>
                    <a:pt x="1751871" y="1460851"/>
                  </a:lnTo>
                  <a:lnTo>
                    <a:pt x="1789627" y="1441315"/>
                  </a:lnTo>
                  <a:lnTo>
                    <a:pt x="1819403" y="1411520"/>
                  </a:lnTo>
                  <a:lnTo>
                    <a:pt x="1838931" y="1373727"/>
                  </a:lnTo>
                  <a:lnTo>
                    <a:pt x="1845945" y="1330198"/>
                  </a:lnTo>
                  <a:lnTo>
                    <a:pt x="1845945" y="137667"/>
                  </a:lnTo>
                  <a:lnTo>
                    <a:pt x="1838931" y="94138"/>
                  </a:lnTo>
                  <a:lnTo>
                    <a:pt x="1819403" y="56345"/>
                  </a:lnTo>
                  <a:lnTo>
                    <a:pt x="1789627" y="26550"/>
                  </a:lnTo>
                  <a:lnTo>
                    <a:pt x="1751871" y="7014"/>
                  </a:lnTo>
                  <a:lnTo>
                    <a:pt x="1708403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10740770" y="3670046"/>
              <a:ext cx="1845945" cy="1468120"/>
            </a:xfrm>
            <a:custGeom>
              <a:avLst/>
              <a:gdLst/>
              <a:ahLst/>
              <a:cxnLst/>
              <a:rect l="l" t="t" r="r" b="b"/>
              <a:pathLst>
                <a:path w="1845945" h="1468120">
                  <a:moveTo>
                    <a:pt x="0" y="137667"/>
                  </a:moveTo>
                  <a:lnTo>
                    <a:pt x="7013" y="94138"/>
                  </a:lnTo>
                  <a:lnTo>
                    <a:pt x="26541" y="56345"/>
                  </a:lnTo>
                  <a:lnTo>
                    <a:pt x="56317" y="26550"/>
                  </a:lnTo>
                  <a:lnTo>
                    <a:pt x="94073" y="7014"/>
                  </a:lnTo>
                  <a:lnTo>
                    <a:pt x="137540" y="0"/>
                  </a:lnTo>
                  <a:lnTo>
                    <a:pt x="1708403" y="0"/>
                  </a:lnTo>
                  <a:lnTo>
                    <a:pt x="1751871" y="7014"/>
                  </a:lnTo>
                  <a:lnTo>
                    <a:pt x="1789627" y="26550"/>
                  </a:lnTo>
                  <a:lnTo>
                    <a:pt x="1819403" y="56345"/>
                  </a:lnTo>
                  <a:lnTo>
                    <a:pt x="1838931" y="94138"/>
                  </a:lnTo>
                  <a:lnTo>
                    <a:pt x="1845945" y="137667"/>
                  </a:lnTo>
                  <a:lnTo>
                    <a:pt x="1845945" y="1330198"/>
                  </a:lnTo>
                  <a:lnTo>
                    <a:pt x="1838931" y="1373727"/>
                  </a:lnTo>
                  <a:lnTo>
                    <a:pt x="1819403" y="1411520"/>
                  </a:lnTo>
                  <a:lnTo>
                    <a:pt x="1789627" y="1441315"/>
                  </a:lnTo>
                  <a:lnTo>
                    <a:pt x="1751871" y="1460851"/>
                  </a:lnTo>
                  <a:lnTo>
                    <a:pt x="1708403" y="1467865"/>
                  </a:lnTo>
                  <a:lnTo>
                    <a:pt x="137540" y="1467865"/>
                  </a:lnTo>
                  <a:lnTo>
                    <a:pt x="94073" y="1460851"/>
                  </a:lnTo>
                  <a:lnTo>
                    <a:pt x="56317" y="1441315"/>
                  </a:lnTo>
                  <a:lnTo>
                    <a:pt x="26541" y="1411520"/>
                  </a:lnTo>
                  <a:lnTo>
                    <a:pt x="7013" y="1373727"/>
                  </a:lnTo>
                  <a:lnTo>
                    <a:pt x="0" y="1330198"/>
                  </a:lnTo>
                  <a:lnTo>
                    <a:pt x="0" y="137667"/>
                  </a:lnTo>
                  <a:close/>
                </a:path>
              </a:pathLst>
            </a:custGeom>
            <a:ln w="9525">
              <a:solidFill>
                <a:srgbClr val="221F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10740770" y="3640709"/>
              <a:ext cx="1845945" cy="330835"/>
            </a:xfrm>
            <a:custGeom>
              <a:avLst/>
              <a:gdLst/>
              <a:ahLst/>
              <a:cxnLst/>
              <a:rect l="l" t="t" r="r" b="b"/>
              <a:pathLst>
                <a:path w="1845945" h="330835">
                  <a:moveTo>
                    <a:pt x="1748027" y="0"/>
                  </a:moveTo>
                  <a:lnTo>
                    <a:pt x="97917" y="0"/>
                  </a:lnTo>
                  <a:lnTo>
                    <a:pt x="59793" y="7693"/>
                  </a:lnTo>
                  <a:lnTo>
                    <a:pt x="28670" y="28686"/>
                  </a:lnTo>
                  <a:lnTo>
                    <a:pt x="7691" y="59846"/>
                  </a:lnTo>
                  <a:lnTo>
                    <a:pt x="0" y="98044"/>
                  </a:lnTo>
                  <a:lnTo>
                    <a:pt x="0" y="330835"/>
                  </a:lnTo>
                  <a:lnTo>
                    <a:pt x="1845945" y="330835"/>
                  </a:lnTo>
                  <a:lnTo>
                    <a:pt x="1845945" y="98044"/>
                  </a:lnTo>
                  <a:lnTo>
                    <a:pt x="1838253" y="59846"/>
                  </a:lnTo>
                  <a:lnTo>
                    <a:pt x="1817274" y="28686"/>
                  </a:lnTo>
                  <a:lnTo>
                    <a:pt x="1786151" y="7693"/>
                  </a:lnTo>
                  <a:lnTo>
                    <a:pt x="1748027" y="0"/>
                  </a:lnTo>
                  <a:close/>
                </a:path>
              </a:pathLst>
            </a:custGeom>
            <a:solidFill>
              <a:srgbClr val="73D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10740770" y="3640709"/>
              <a:ext cx="1845945" cy="330835"/>
            </a:xfrm>
            <a:custGeom>
              <a:avLst/>
              <a:gdLst/>
              <a:ahLst/>
              <a:cxnLst/>
              <a:rect l="l" t="t" r="r" b="b"/>
              <a:pathLst>
                <a:path w="1845945" h="330835">
                  <a:moveTo>
                    <a:pt x="97917" y="0"/>
                  </a:moveTo>
                  <a:lnTo>
                    <a:pt x="1748027" y="0"/>
                  </a:lnTo>
                  <a:lnTo>
                    <a:pt x="1786151" y="7693"/>
                  </a:lnTo>
                  <a:lnTo>
                    <a:pt x="1817274" y="28686"/>
                  </a:lnTo>
                  <a:lnTo>
                    <a:pt x="1838253" y="59846"/>
                  </a:lnTo>
                  <a:lnTo>
                    <a:pt x="1845945" y="98044"/>
                  </a:lnTo>
                  <a:lnTo>
                    <a:pt x="1845945" y="330835"/>
                  </a:lnTo>
                  <a:lnTo>
                    <a:pt x="0" y="330835"/>
                  </a:lnTo>
                  <a:lnTo>
                    <a:pt x="0" y="98044"/>
                  </a:lnTo>
                  <a:lnTo>
                    <a:pt x="7691" y="59846"/>
                  </a:lnTo>
                  <a:lnTo>
                    <a:pt x="28670" y="28686"/>
                  </a:lnTo>
                  <a:lnTo>
                    <a:pt x="59793" y="7693"/>
                  </a:lnTo>
                  <a:lnTo>
                    <a:pt x="97917" y="0"/>
                  </a:lnTo>
                  <a:close/>
                </a:path>
              </a:pathLst>
            </a:custGeom>
            <a:ln w="9525">
              <a:solidFill>
                <a:srgbClr val="DFF1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10836401" y="4087241"/>
              <a:ext cx="782955" cy="929640"/>
            </a:xfrm>
            <a:custGeom>
              <a:avLst/>
              <a:gdLst/>
              <a:ahLst/>
              <a:cxnLst/>
              <a:rect l="l" t="t" r="r" b="b"/>
              <a:pathLst>
                <a:path w="782954" h="929639">
                  <a:moveTo>
                    <a:pt x="721614" y="0"/>
                  </a:moveTo>
                  <a:lnTo>
                    <a:pt x="60832" y="0"/>
                  </a:lnTo>
                  <a:lnTo>
                    <a:pt x="37183" y="4772"/>
                  </a:lnTo>
                  <a:lnTo>
                    <a:pt x="17843" y="17795"/>
                  </a:lnTo>
                  <a:lnTo>
                    <a:pt x="4790" y="37129"/>
                  </a:lnTo>
                  <a:lnTo>
                    <a:pt x="0" y="60833"/>
                  </a:lnTo>
                  <a:lnTo>
                    <a:pt x="0" y="868680"/>
                  </a:lnTo>
                  <a:lnTo>
                    <a:pt x="4790" y="892329"/>
                  </a:lnTo>
                  <a:lnTo>
                    <a:pt x="17843" y="911669"/>
                  </a:lnTo>
                  <a:lnTo>
                    <a:pt x="37183" y="924722"/>
                  </a:lnTo>
                  <a:lnTo>
                    <a:pt x="60832" y="929513"/>
                  </a:lnTo>
                  <a:lnTo>
                    <a:pt x="721614" y="929513"/>
                  </a:lnTo>
                  <a:lnTo>
                    <a:pt x="745263" y="924722"/>
                  </a:lnTo>
                  <a:lnTo>
                    <a:pt x="764603" y="911669"/>
                  </a:lnTo>
                  <a:lnTo>
                    <a:pt x="777656" y="892329"/>
                  </a:lnTo>
                  <a:lnTo>
                    <a:pt x="782447" y="868680"/>
                  </a:lnTo>
                  <a:lnTo>
                    <a:pt x="782447" y="60833"/>
                  </a:lnTo>
                  <a:lnTo>
                    <a:pt x="777656" y="37129"/>
                  </a:lnTo>
                  <a:lnTo>
                    <a:pt x="764603" y="17795"/>
                  </a:lnTo>
                  <a:lnTo>
                    <a:pt x="745263" y="4772"/>
                  </a:lnTo>
                  <a:lnTo>
                    <a:pt x="721614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836401" y="4087241"/>
              <a:ext cx="782955" cy="929640"/>
            </a:xfrm>
            <a:custGeom>
              <a:avLst/>
              <a:gdLst/>
              <a:ahLst/>
              <a:cxnLst/>
              <a:rect l="l" t="t" r="r" b="b"/>
              <a:pathLst>
                <a:path w="782954" h="929639">
                  <a:moveTo>
                    <a:pt x="0" y="60833"/>
                  </a:moveTo>
                  <a:lnTo>
                    <a:pt x="4790" y="37129"/>
                  </a:lnTo>
                  <a:lnTo>
                    <a:pt x="17843" y="17795"/>
                  </a:lnTo>
                  <a:lnTo>
                    <a:pt x="37183" y="4772"/>
                  </a:lnTo>
                  <a:lnTo>
                    <a:pt x="60832" y="0"/>
                  </a:lnTo>
                  <a:lnTo>
                    <a:pt x="721614" y="0"/>
                  </a:lnTo>
                  <a:lnTo>
                    <a:pt x="745263" y="4772"/>
                  </a:lnTo>
                  <a:lnTo>
                    <a:pt x="764603" y="17795"/>
                  </a:lnTo>
                  <a:lnTo>
                    <a:pt x="777656" y="37129"/>
                  </a:lnTo>
                  <a:lnTo>
                    <a:pt x="782447" y="60833"/>
                  </a:lnTo>
                  <a:lnTo>
                    <a:pt x="782447" y="868680"/>
                  </a:lnTo>
                  <a:lnTo>
                    <a:pt x="777656" y="892329"/>
                  </a:lnTo>
                  <a:lnTo>
                    <a:pt x="764603" y="911669"/>
                  </a:lnTo>
                  <a:lnTo>
                    <a:pt x="745263" y="924722"/>
                  </a:lnTo>
                  <a:lnTo>
                    <a:pt x="721614" y="929513"/>
                  </a:lnTo>
                  <a:lnTo>
                    <a:pt x="60832" y="929513"/>
                  </a:lnTo>
                  <a:lnTo>
                    <a:pt x="37183" y="924722"/>
                  </a:lnTo>
                  <a:lnTo>
                    <a:pt x="17843" y="911669"/>
                  </a:lnTo>
                  <a:lnTo>
                    <a:pt x="4790" y="892329"/>
                  </a:lnTo>
                  <a:lnTo>
                    <a:pt x="0" y="868680"/>
                  </a:lnTo>
                  <a:lnTo>
                    <a:pt x="0" y="60833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11097514" y="4662078"/>
            <a:ext cx="26035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900" b="1" spc="-25" dirty="0">
                <a:latin typeface="Malgun Gothic"/>
                <a:cs typeface="Malgun Gothic"/>
              </a:rPr>
              <a:t>WEB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11048238" y="4787900"/>
            <a:ext cx="360680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-10" dirty="0">
                <a:latin typeface="Malgun Gothic"/>
                <a:cs typeface="Malgun Gothic"/>
              </a:rPr>
              <a:t>Based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10998200" y="4082478"/>
            <a:ext cx="1499235" cy="939165"/>
            <a:chOff x="10998200" y="4082478"/>
            <a:chExt cx="1499235" cy="939165"/>
          </a:xfrm>
        </p:grpSpPr>
        <p:pic>
          <p:nvPicPr>
            <p:cNvPr id="116" name="object 11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0998200" y="4187037"/>
              <a:ext cx="446443" cy="557301"/>
            </a:xfrm>
            <a:prstGeom prst="rect">
              <a:avLst/>
            </a:prstGeom>
          </p:spPr>
        </p:pic>
        <p:sp>
          <p:nvSpPr>
            <p:cNvPr id="117" name="object 117"/>
            <p:cNvSpPr/>
            <p:nvPr/>
          </p:nvSpPr>
          <p:spPr>
            <a:xfrm>
              <a:off x="11710162" y="4087240"/>
              <a:ext cx="782955" cy="929640"/>
            </a:xfrm>
            <a:custGeom>
              <a:avLst/>
              <a:gdLst/>
              <a:ahLst/>
              <a:cxnLst/>
              <a:rect l="l" t="t" r="r" b="b"/>
              <a:pathLst>
                <a:path w="782954" h="929639">
                  <a:moveTo>
                    <a:pt x="721614" y="0"/>
                  </a:moveTo>
                  <a:lnTo>
                    <a:pt x="60833" y="0"/>
                  </a:lnTo>
                  <a:lnTo>
                    <a:pt x="37183" y="4772"/>
                  </a:lnTo>
                  <a:lnTo>
                    <a:pt x="17843" y="17795"/>
                  </a:lnTo>
                  <a:lnTo>
                    <a:pt x="4790" y="37129"/>
                  </a:lnTo>
                  <a:lnTo>
                    <a:pt x="0" y="60833"/>
                  </a:lnTo>
                  <a:lnTo>
                    <a:pt x="0" y="868680"/>
                  </a:lnTo>
                  <a:lnTo>
                    <a:pt x="4790" y="892329"/>
                  </a:lnTo>
                  <a:lnTo>
                    <a:pt x="17843" y="911669"/>
                  </a:lnTo>
                  <a:lnTo>
                    <a:pt x="37183" y="924722"/>
                  </a:lnTo>
                  <a:lnTo>
                    <a:pt x="60833" y="929513"/>
                  </a:lnTo>
                  <a:lnTo>
                    <a:pt x="721614" y="929513"/>
                  </a:lnTo>
                  <a:lnTo>
                    <a:pt x="745263" y="924722"/>
                  </a:lnTo>
                  <a:lnTo>
                    <a:pt x="764603" y="911669"/>
                  </a:lnTo>
                  <a:lnTo>
                    <a:pt x="777656" y="892329"/>
                  </a:lnTo>
                  <a:lnTo>
                    <a:pt x="782447" y="868680"/>
                  </a:lnTo>
                  <a:lnTo>
                    <a:pt x="782447" y="60833"/>
                  </a:lnTo>
                  <a:lnTo>
                    <a:pt x="777656" y="37129"/>
                  </a:lnTo>
                  <a:lnTo>
                    <a:pt x="764603" y="17795"/>
                  </a:lnTo>
                  <a:lnTo>
                    <a:pt x="745263" y="4772"/>
                  </a:lnTo>
                  <a:lnTo>
                    <a:pt x="721614" y="0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1710162" y="4087240"/>
              <a:ext cx="782955" cy="929640"/>
            </a:xfrm>
            <a:custGeom>
              <a:avLst/>
              <a:gdLst/>
              <a:ahLst/>
              <a:cxnLst/>
              <a:rect l="l" t="t" r="r" b="b"/>
              <a:pathLst>
                <a:path w="782954" h="929639">
                  <a:moveTo>
                    <a:pt x="0" y="60833"/>
                  </a:moveTo>
                  <a:lnTo>
                    <a:pt x="4790" y="37129"/>
                  </a:lnTo>
                  <a:lnTo>
                    <a:pt x="17843" y="17795"/>
                  </a:lnTo>
                  <a:lnTo>
                    <a:pt x="37183" y="4772"/>
                  </a:lnTo>
                  <a:lnTo>
                    <a:pt x="60833" y="0"/>
                  </a:lnTo>
                  <a:lnTo>
                    <a:pt x="721614" y="0"/>
                  </a:lnTo>
                  <a:lnTo>
                    <a:pt x="745263" y="4772"/>
                  </a:lnTo>
                  <a:lnTo>
                    <a:pt x="764603" y="17795"/>
                  </a:lnTo>
                  <a:lnTo>
                    <a:pt x="777656" y="37129"/>
                  </a:lnTo>
                  <a:lnTo>
                    <a:pt x="782447" y="60833"/>
                  </a:lnTo>
                  <a:lnTo>
                    <a:pt x="782447" y="868680"/>
                  </a:lnTo>
                  <a:lnTo>
                    <a:pt x="777656" y="892329"/>
                  </a:lnTo>
                  <a:lnTo>
                    <a:pt x="764603" y="911669"/>
                  </a:lnTo>
                  <a:lnTo>
                    <a:pt x="745263" y="924722"/>
                  </a:lnTo>
                  <a:lnTo>
                    <a:pt x="721614" y="929513"/>
                  </a:lnTo>
                  <a:lnTo>
                    <a:pt x="60833" y="929513"/>
                  </a:lnTo>
                  <a:lnTo>
                    <a:pt x="37183" y="924722"/>
                  </a:lnTo>
                  <a:lnTo>
                    <a:pt x="17843" y="911669"/>
                  </a:lnTo>
                  <a:lnTo>
                    <a:pt x="4790" y="892329"/>
                  </a:lnTo>
                  <a:lnTo>
                    <a:pt x="0" y="868680"/>
                  </a:lnTo>
                  <a:lnTo>
                    <a:pt x="0" y="60833"/>
                  </a:lnTo>
                  <a:close/>
                </a:path>
              </a:pathLst>
            </a:custGeom>
            <a:ln w="9525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9" name="object 119"/>
          <p:cNvSpPr txBox="1"/>
          <p:nvPr/>
        </p:nvSpPr>
        <p:spPr>
          <a:xfrm>
            <a:off x="11893042" y="4787900"/>
            <a:ext cx="417195" cy="1682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00" b="1" spc="-10" dirty="0">
                <a:latin typeface="Malgun Gothic"/>
                <a:cs typeface="Malgun Gothic"/>
              </a:rPr>
              <a:t>Mobile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3753484" y="4187037"/>
            <a:ext cx="8549005" cy="2252345"/>
            <a:chOff x="3753484" y="4187037"/>
            <a:chExt cx="8549005" cy="2252345"/>
          </a:xfrm>
        </p:grpSpPr>
        <p:pic>
          <p:nvPicPr>
            <p:cNvPr id="121" name="object 121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1855957" y="4187037"/>
              <a:ext cx="446443" cy="557301"/>
            </a:xfrm>
            <a:prstGeom prst="rect">
              <a:avLst/>
            </a:prstGeom>
          </p:spPr>
        </p:pic>
        <p:sp>
          <p:nvSpPr>
            <p:cNvPr id="122" name="object 122"/>
            <p:cNvSpPr/>
            <p:nvPr/>
          </p:nvSpPr>
          <p:spPr>
            <a:xfrm>
              <a:off x="3753485" y="4296155"/>
              <a:ext cx="2119630" cy="2143125"/>
            </a:xfrm>
            <a:custGeom>
              <a:avLst/>
              <a:gdLst/>
              <a:ahLst/>
              <a:cxnLst/>
              <a:rect l="l" t="t" r="r" b="b"/>
              <a:pathLst>
                <a:path w="2119629" h="2143125">
                  <a:moveTo>
                    <a:pt x="2119503" y="34163"/>
                  </a:moveTo>
                  <a:lnTo>
                    <a:pt x="2116010" y="32639"/>
                  </a:lnTo>
                  <a:lnTo>
                    <a:pt x="2041398" y="0"/>
                  </a:lnTo>
                  <a:lnTo>
                    <a:pt x="2043023" y="32639"/>
                  </a:lnTo>
                  <a:lnTo>
                    <a:pt x="2043061" y="33286"/>
                  </a:lnTo>
                  <a:lnTo>
                    <a:pt x="0" y="135636"/>
                  </a:lnTo>
                  <a:lnTo>
                    <a:pt x="508" y="145161"/>
                  </a:lnTo>
                  <a:lnTo>
                    <a:pt x="2037816" y="43103"/>
                  </a:lnTo>
                  <a:lnTo>
                    <a:pt x="2044141" y="54991"/>
                  </a:lnTo>
                  <a:lnTo>
                    <a:pt x="2044382" y="59817"/>
                  </a:lnTo>
                  <a:lnTo>
                    <a:pt x="2038731" y="61722"/>
                  </a:lnTo>
                  <a:lnTo>
                    <a:pt x="2044776" y="67729"/>
                  </a:lnTo>
                  <a:lnTo>
                    <a:pt x="2044827" y="68630"/>
                  </a:lnTo>
                  <a:lnTo>
                    <a:pt x="15748" y="1144651"/>
                  </a:lnTo>
                  <a:lnTo>
                    <a:pt x="20193" y="1153160"/>
                  </a:lnTo>
                  <a:lnTo>
                    <a:pt x="2052447" y="75336"/>
                  </a:lnTo>
                  <a:lnTo>
                    <a:pt x="2057768" y="80606"/>
                  </a:lnTo>
                  <a:lnTo>
                    <a:pt x="2060943" y="86588"/>
                  </a:lnTo>
                  <a:lnTo>
                    <a:pt x="27178" y="2136394"/>
                  </a:lnTo>
                  <a:lnTo>
                    <a:pt x="33909" y="2143125"/>
                  </a:lnTo>
                  <a:lnTo>
                    <a:pt x="2065629" y="95377"/>
                  </a:lnTo>
                  <a:lnTo>
                    <a:pt x="2070100" y="103759"/>
                  </a:lnTo>
                  <a:lnTo>
                    <a:pt x="2074672" y="97345"/>
                  </a:lnTo>
                  <a:lnTo>
                    <a:pt x="2092833" y="115316"/>
                  </a:lnTo>
                  <a:lnTo>
                    <a:pt x="2105761" y="76073"/>
                  </a:lnTo>
                  <a:lnTo>
                    <a:pt x="2119503" y="34417"/>
                  </a:lnTo>
                  <a:lnTo>
                    <a:pt x="2119020" y="34429"/>
                  </a:lnTo>
                  <a:lnTo>
                    <a:pt x="2119503" y="34163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3" name="object 123"/>
          <p:cNvSpPr txBox="1"/>
          <p:nvPr/>
        </p:nvSpPr>
        <p:spPr>
          <a:xfrm>
            <a:off x="3587750" y="4023296"/>
            <a:ext cx="859790" cy="236220"/>
          </a:xfrm>
          <a:prstGeom prst="rect">
            <a:avLst/>
          </a:prstGeom>
          <a:ln w="28575">
            <a:solidFill>
              <a:srgbClr val="2CC2FF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75"/>
              </a:spcBef>
            </a:pPr>
            <a:r>
              <a:rPr sz="900" dirty="0">
                <a:latin typeface="Malgun Gothic"/>
                <a:cs typeface="Malgun Gothic"/>
              </a:rPr>
              <a:t>C#</a:t>
            </a:r>
            <a:r>
              <a:rPr sz="900" spc="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Producer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3603497" y="5043360"/>
            <a:ext cx="859790" cy="236220"/>
          </a:xfrm>
          <a:prstGeom prst="rect">
            <a:avLst/>
          </a:prstGeom>
          <a:ln w="28575">
            <a:solidFill>
              <a:srgbClr val="2CC2FF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75"/>
              </a:spcBef>
            </a:pPr>
            <a:r>
              <a:rPr sz="900" dirty="0">
                <a:latin typeface="Malgun Gothic"/>
                <a:cs typeface="Malgun Gothic"/>
              </a:rPr>
              <a:t>C#</a:t>
            </a:r>
            <a:r>
              <a:rPr sz="900" spc="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Producer</a:t>
            </a:r>
            <a:endParaRPr sz="900">
              <a:latin typeface="Malgun Gothic"/>
              <a:cs typeface="Malgun Gothic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3611371" y="6024181"/>
            <a:ext cx="859790" cy="236220"/>
          </a:xfrm>
          <a:prstGeom prst="rect">
            <a:avLst/>
          </a:prstGeom>
          <a:ln w="28575">
            <a:solidFill>
              <a:srgbClr val="2CC2FF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375"/>
              </a:spcBef>
            </a:pPr>
            <a:r>
              <a:rPr sz="900" dirty="0">
                <a:latin typeface="Malgun Gothic"/>
                <a:cs typeface="Malgun Gothic"/>
              </a:rPr>
              <a:t>C#</a:t>
            </a:r>
            <a:r>
              <a:rPr sz="900" spc="20" dirty="0">
                <a:latin typeface="Malgun Gothic"/>
                <a:cs typeface="Malgun Gothic"/>
              </a:rPr>
              <a:t> </a:t>
            </a:r>
            <a:r>
              <a:rPr sz="900" spc="-10" dirty="0">
                <a:latin typeface="Malgun Gothic"/>
                <a:cs typeface="Malgun Gothic"/>
              </a:rPr>
              <a:t>Producer</a:t>
            </a:r>
            <a:endParaRPr sz="900">
              <a:latin typeface="Malgun Gothic"/>
              <a:cs typeface="Malgun Gothic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5571997" y="6019165"/>
            <a:ext cx="4345940" cy="579120"/>
            <a:chOff x="5571997" y="6019165"/>
            <a:chExt cx="4345940" cy="579120"/>
          </a:xfrm>
        </p:grpSpPr>
        <p:pic>
          <p:nvPicPr>
            <p:cNvPr id="127" name="object 127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5571997" y="6023737"/>
              <a:ext cx="899794" cy="574166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9017761" y="6019165"/>
              <a:ext cx="899795" cy="574167"/>
            </a:xfrm>
            <a:prstGeom prst="rect">
              <a:avLst/>
            </a:prstGeom>
          </p:spPr>
        </p:pic>
      </p:grpSp>
      <p:sp>
        <p:nvSpPr>
          <p:cNvPr id="129" name="object 129"/>
          <p:cNvSpPr txBox="1"/>
          <p:nvPr/>
        </p:nvSpPr>
        <p:spPr>
          <a:xfrm>
            <a:off x="10595102" y="6368719"/>
            <a:ext cx="2221230" cy="290195"/>
          </a:xfrm>
          <a:prstGeom prst="rect">
            <a:avLst/>
          </a:prstGeom>
          <a:solidFill>
            <a:srgbClr val="ECF8FA"/>
          </a:solidFill>
          <a:ln w="28575">
            <a:solidFill>
              <a:srgbClr val="006FC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189865">
              <a:lnSpc>
                <a:spcPct val="100000"/>
              </a:lnSpc>
              <a:spcBef>
                <a:spcPts val="375"/>
              </a:spcBef>
            </a:pPr>
            <a:r>
              <a:rPr sz="1250" b="1" dirty="0">
                <a:latin typeface="Malgun Gothic"/>
                <a:cs typeface="Malgun Gothic"/>
              </a:rPr>
              <a:t>Kafka</a:t>
            </a:r>
            <a:r>
              <a:rPr sz="1250" b="1" spc="55" dirty="0">
                <a:latin typeface="Malgun Gothic"/>
                <a:cs typeface="Malgun Gothic"/>
              </a:rPr>
              <a:t> </a:t>
            </a:r>
            <a:r>
              <a:rPr sz="1250" b="1" dirty="0">
                <a:latin typeface="Malgun Gothic"/>
                <a:cs typeface="Malgun Gothic"/>
              </a:rPr>
              <a:t>Topic</a:t>
            </a:r>
            <a:r>
              <a:rPr sz="1250" b="1" spc="50" dirty="0">
                <a:latin typeface="Malgun Gothic"/>
                <a:cs typeface="Malgun Gothic"/>
              </a:rPr>
              <a:t> </a:t>
            </a:r>
            <a:r>
              <a:rPr sz="1250" b="1" spc="-10" dirty="0">
                <a:latin typeface="Malgun Gothic"/>
                <a:cs typeface="Malgun Gothic"/>
              </a:rPr>
              <a:t>Consuming</a:t>
            </a:r>
            <a:endParaRPr sz="1250">
              <a:latin typeface="Malgun Gothic"/>
              <a:cs typeface="Malgun Gothic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4796521" y="7159370"/>
            <a:ext cx="5735320" cy="1368425"/>
            <a:chOff x="4796521" y="7159370"/>
            <a:chExt cx="5735320" cy="1368425"/>
          </a:xfrm>
        </p:grpSpPr>
        <p:pic>
          <p:nvPicPr>
            <p:cNvPr id="131" name="object 131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4796521" y="7175372"/>
              <a:ext cx="715024" cy="1352422"/>
            </a:xfrm>
            <a:prstGeom prst="rect">
              <a:avLst/>
            </a:prstGeom>
          </p:spPr>
        </p:pic>
        <p:pic>
          <p:nvPicPr>
            <p:cNvPr id="132" name="object 132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9914763" y="7159370"/>
              <a:ext cx="616584" cy="1351661"/>
            </a:xfrm>
            <a:prstGeom prst="rect">
              <a:avLst/>
            </a:prstGeom>
          </p:spPr>
        </p:pic>
      </p:grpSp>
      <p:sp>
        <p:nvSpPr>
          <p:cNvPr id="133" name="object 133"/>
          <p:cNvSpPr txBox="1"/>
          <p:nvPr/>
        </p:nvSpPr>
        <p:spPr>
          <a:xfrm>
            <a:off x="10588497" y="6952412"/>
            <a:ext cx="2223135" cy="290195"/>
          </a:xfrm>
          <a:prstGeom prst="rect">
            <a:avLst/>
          </a:prstGeom>
          <a:solidFill>
            <a:srgbClr val="ECF8FA"/>
          </a:solidFill>
          <a:ln w="28575">
            <a:solidFill>
              <a:srgbClr val="006FC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375"/>
              </a:spcBef>
            </a:pPr>
            <a:r>
              <a:rPr sz="1250" b="1" dirty="0">
                <a:latin typeface="Malgun Gothic"/>
                <a:cs typeface="Malgun Gothic"/>
              </a:rPr>
              <a:t>Data</a:t>
            </a:r>
            <a:r>
              <a:rPr sz="1250" b="1" spc="55" dirty="0">
                <a:latin typeface="Malgun Gothic"/>
                <a:cs typeface="Malgun Gothic"/>
              </a:rPr>
              <a:t> </a:t>
            </a:r>
            <a:r>
              <a:rPr sz="1250" b="1" spc="-10" dirty="0">
                <a:latin typeface="Malgun Gothic"/>
                <a:cs typeface="Malgun Gothic"/>
              </a:rPr>
              <a:t>수집/분석/정규화</a:t>
            </a:r>
            <a:endParaRPr sz="1250">
              <a:latin typeface="Malgun Gothic"/>
              <a:cs typeface="Malgun Gothic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10598911" y="7535976"/>
            <a:ext cx="2223135" cy="290195"/>
          </a:xfrm>
          <a:prstGeom prst="rect">
            <a:avLst/>
          </a:prstGeom>
          <a:solidFill>
            <a:srgbClr val="ECF8FA"/>
          </a:solidFill>
          <a:ln w="28575">
            <a:solidFill>
              <a:srgbClr val="006FC0"/>
            </a:solidFill>
          </a:ln>
        </p:spPr>
        <p:txBody>
          <a:bodyPr vert="horz" wrap="square" lIns="0" tIns="47625" rIns="0" bIns="0" rtlCol="0">
            <a:spAutoFit/>
          </a:bodyPr>
          <a:lstStyle/>
          <a:p>
            <a:pPr marL="273050">
              <a:lnSpc>
                <a:spcPct val="100000"/>
              </a:lnSpc>
              <a:spcBef>
                <a:spcPts val="375"/>
              </a:spcBef>
            </a:pPr>
            <a:r>
              <a:rPr sz="1250" b="1" dirty="0">
                <a:latin typeface="Malgun Gothic"/>
                <a:cs typeface="Malgun Gothic"/>
              </a:rPr>
              <a:t>최종</a:t>
            </a:r>
            <a:r>
              <a:rPr sz="1250" b="1" spc="70" dirty="0">
                <a:latin typeface="Malgun Gothic"/>
                <a:cs typeface="Malgun Gothic"/>
              </a:rPr>
              <a:t> </a:t>
            </a:r>
            <a:r>
              <a:rPr sz="1250" b="1" dirty="0">
                <a:latin typeface="Malgun Gothic"/>
                <a:cs typeface="Malgun Gothic"/>
              </a:rPr>
              <a:t>Data</a:t>
            </a:r>
            <a:r>
              <a:rPr sz="1250" b="1" spc="60" dirty="0">
                <a:latin typeface="Malgun Gothic"/>
                <a:cs typeface="Malgun Gothic"/>
              </a:rPr>
              <a:t> </a:t>
            </a:r>
            <a:r>
              <a:rPr sz="1250" b="1" dirty="0">
                <a:latin typeface="Malgun Gothic"/>
                <a:cs typeface="Malgun Gothic"/>
              </a:rPr>
              <a:t>RDB에</a:t>
            </a:r>
            <a:r>
              <a:rPr sz="1250" b="1" spc="45" dirty="0">
                <a:latin typeface="Malgun Gothic"/>
                <a:cs typeface="Malgun Gothic"/>
              </a:rPr>
              <a:t> </a:t>
            </a:r>
            <a:r>
              <a:rPr sz="1250" b="1" spc="-25" dirty="0">
                <a:latin typeface="Malgun Gothic"/>
                <a:cs typeface="Malgun Gothic"/>
              </a:rPr>
              <a:t>적재</a:t>
            </a:r>
            <a:endParaRPr sz="1250">
              <a:latin typeface="Malgun Gothic"/>
              <a:cs typeface="Malgun Gothic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9871202" y="6287770"/>
            <a:ext cx="3175635" cy="1665605"/>
            <a:chOff x="9871202" y="6287770"/>
            <a:chExt cx="3175635" cy="1665605"/>
          </a:xfrm>
        </p:grpSpPr>
        <p:sp>
          <p:nvSpPr>
            <p:cNvPr id="136" name="object 136"/>
            <p:cNvSpPr/>
            <p:nvPr/>
          </p:nvSpPr>
          <p:spPr>
            <a:xfrm>
              <a:off x="9880727" y="6297295"/>
              <a:ext cx="3156585" cy="1646555"/>
            </a:xfrm>
            <a:custGeom>
              <a:avLst/>
              <a:gdLst/>
              <a:ahLst/>
              <a:cxnLst/>
              <a:rect l="l" t="t" r="r" b="b"/>
              <a:pathLst>
                <a:path w="3156584" h="1646554">
                  <a:moveTo>
                    <a:pt x="0" y="1646046"/>
                  </a:moveTo>
                  <a:lnTo>
                    <a:pt x="3156077" y="1646046"/>
                  </a:lnTo>
                </a:path>
                <a:path w="3156584" h="1646554">
                  <a:moveTo>
                    <a:pt x="67055" y="0"/>
                  </a:moveTo>
                  <a:lnTo>
                    <a:pt x="3156077" y="0"/>
                  </a:lnTo>
                </a:path>
              </a:pathLst>
            </a:custGeom>
            <a:ln w="19050">
              <a:solidFill>
                <a:srgbClr val="ECF8F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7" name="object 137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11402568" y="6682790"/>
              <a:ext cx="675106" cy="291033"/>
            </a:xfrm>
            <a:prstGeom prst="rect">
              <a:avLst/>
            </a:prstGeom>
          </p:spPr>
        </p:pic>
        <p:pic>
          <p:nvPicPr>
            <p:cNvPr id="138" name="object 138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1444605" y="6702044"/>
              <a:ext cx="594614" cy="210311"/>
            </a:xfrm>
            <a:prstGeom prst="rect">
              <a:avLst/>
            </a:prstGeom>
          </p:spPr>
        </p:pic>
        <p:pic>
          <p:nvPicPr>
            <p:cNvPr id="139" name="object 139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1420856" y="7264958"/>
              <a:ext cx="675106" cy="291033"/>
            </a:xfrm>
            <a:prstGeom prst="rect">
              <a:avLst/>
            </a:prstGeom>
          </p:spPr>
        </p:pic>
        <p:pic>
          <p:nvPicPr>
            <p:cNvPr id="140" name="object 140"/>
            <p:cNvPicPr/>
            <p:nvPr/>
          </p:nvPicPr>
          <p:blipFill>
            <a:blip r:embed="rId49" cstate="print"/>
            <a:stretch>
              <a:fillRect/>
            </a:stretch>
          </p:blipFill>
          <p:spPr>
            <a:xfrm>
              <a:off x="11463274" y="7284720"/>
              <a:ext cx="594614" cy="210312"/>
            </a:xfrm>
            <a:prstGeom prst="rect">
              <a:avLst/>
            </a:prstGeom>
          </p:spPr>
        </p:pic>
      </p:grpSp>
      <p:sp>
        <p:nvSpPr>
          <p:cNvPr id="141" name="object 141"/>
          <p:cNvSpPr txBox="1"/>
          <p:nvPr/>
        </p:nvSpPr>
        <p:spPr>
          <a:xfrm>
            <a:off x="11081766" y="3295391"/>
            <a:ext cx="1067435" cy="625475"/>
          </a:xfrm>
          <a:prstGeom prst="rect">
            <a:avLst/>
          </a:prstGeom>
        </p:spPr>
        <p:txBody>
          <a:bodyPr vert="horz" wrap="square" lIns="0" tIns="1123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sz="1400" b="1" spc="-10" dirty="0">
                <a:latin typeface="Malgun Gothic"/>
                <a:cs typeface="Malgun Gothic"/>
              </a:rPr>
              <a:t>Monitoring</a:t>
            </a:r>
            <a:endParaRPr sz="1400">
              <a:latin typeface="Malgun Gothic"/>
              <a:cs typeface="Malgun Gothic"/>
            </a:endParaRPr>
          </a:p>
          <a:p>
            <a:pPr marL="109220">
              <a:lnSpc>
                <a:spcPct val="100000"/>
              </a:lnSpc>
              <a:spcBef>
                <a:spcPts val="750"/>
              </a:spcBef>
            </a:pPr>
            <a:r>
              <a:rPr sz="1250" b="1" dirty="0">
                <a:solidFill>
                  <a:srgbClr val="0D51F9"/>
                </a:solidFill>
                <a:latin typeface="Malgun Gothic"/>
                <a:cs typeface="Malgun Gothic"/>
              </a:rPr>
              <a:t>Client</a:t>
            </a:r>
            <a:r>
              <a:rPr sz="1250" b="1" spc="50" dirty="0">
                <a:solidFill>
                  <a:srgbClr val="0D51F9"/>
                </a:solidFill>
                <a:latin typeface="Malgun Gothic"/>
                <a:cs typeface="Malgun Gothic"/>
              </a:rPr>
              <a:t> </a:t>
            </a:r>
            <a:r>
              <a:rPr sz="1250" b="1" spc="-10" dirty="0">
                <a:solidFill>
                  <a:srgbClr val="0D51F9"/>
                </a:solidFill>
                <a:latin typeface="Malgun Gothic"/>
                <a:cs typeface="Malgun Gothic"/>
              </a:rPr>
              <a:t>(VOS)</a:t>
            </a:r>
            <a:endParaRPr sz="1250">
              <a:latin typeface="Malgun Gothic"/>
              <a:cs typeface="Malgun Gothic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5792723" y="5584316"/>
            <a:ext cx="3746500" cy="3531870"/>
            <a:chOff x="5792723" y="5584316"/>
            <a:chExt cx="3746500" cy="3531870"/>
          </a:xfrm>
        </p:grpSpPr>
        <p:sp>
          <p:nvSpPr>
            <p:cNvPr id="143" name="object 143"/>
            <p:cNvSpPr/>
            <p:nvPr/>
          </p:nvSpPr>
          <p:spPr>
            <a:xfrm>
              <a:off x="5877559" y="8208200"/>
              <a:ext cx="3656965" cy="902969"/>
            </a:xfrm>
            <a:custGeom>
              <a:avLst/>
              <a:gdLst/>
              <a:ahLst/>
              <a:cxnLst/>
              <a:rect l="l" t="t" r="r" b="b"/>
              <a:pathLst>
                <a:path w="3656965" h="902970">
                  <a:moveTo>
                    <a:pt x="0" y="902919"/>
                  </a:moveTo>
                  <a:lnTo>
                    <a:pt x="3656584" y="902919"/>
                  </a:lnTo>
                  <a:lnTo>
                    <a:pt x="3656584" y="0"/>
                  </a:lnTo>
                  <a:lnTo>
                    <a:pt x="0" y="0"/>
                  </a:lnTo>
                  <a:lnTo>
                    <a:pt x="0" y="902919"/>
                  </a:lnTo>
                  <a:close/>
                </a:path>
              </a:pathLst>
            </a:custGeom>
            <a:ln w="9524">
              <a:solidFill>
                <a:srgbClr val="6F2F9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4" name="object 144"/>
            <p:cNvSpPr/>
            <p:nvPr/>
          </p:nvSpPr>
          <p:spPr>
            <a:xfrm>
              <a:off x="5792723" y="5584316"/>
              <a:ext cx="542290" cy="3075940"/>
            </a:xfrm>
            <a:custGeom>
              <a:avLst/>
              <a:gdLst/>
              <a:ahLst/>
              <a:cxnLst/>
              <a:rect l="l" t="t" r="r" b="b"/>
              <a:pathLst>
                <a:path w="542289" h="3075940">
                  <a:moveTo>
                    <a:pt x="0" y="2903601"/>
                  </a:moveTo>
                  <a:lnTo>
                    <a:pt x="84836" y="3075432"/>
                  </a:lnTo>
                  <a:lnTo>
                    <a:pt x="157110" y="2932684"/>
                  </a:lnTo>
                  <a:lnTo>
                    <a:pt x="114173" y="2932684"/>
                  </a:lnTo>
                  <a:lnTo>
                    <a:pt x="57023" y="2932430"/>
                  </a:lnTo>
                  <a:lnTo>
                    <a:pt x="57152" y="2904363"/>
                  </a:lnTo>
                  <a:lnTo>
                    <a:pt x="57155" y="2903855"/>
                  </a:lnTo>
                  <a:lnTo>
                    <a:pt x="0" y="2903601"/>
                  </a:lnTo>
                  <a:close/>
                </a:path>
                <a:path w="542289" h="3075940">
                  <a:moveTo>
                    <a:pt x="57155" y="2903855"/>
                  </a:moveTo>
                  <a:lnTo>
                    <a:pt x="57023" y="2932430"/>
                  </a:lnTo>
                  <a:lnTo>
                    <a:pt x="114173" y="2932684"/>
                  </a:lnTo>
                  <a:lnTo>
                    <a:pt x="114304" y="2904363"/>
                  </a:lnTo>
                  <a:lnTo>
                    <a:pt x="114305" y="2904109"/>
                  </a:lnTo>
                  <a:lnTo>
                    <a:pt x="57155" y="2903855"/>
                  </a:lnTo>
                  <a:close/>
                </a:path>
                <a:path w="542289" h="3075940">
                  <a:moveTo>
                    <a:pt x="114305" y="2904109"/>
                  </a:moveTo>
                  <a:lnTo>
                    <a:pt x="114174" y="2932430"/>
                  </a:lnTo>
                  <a:lnTo>
                    <a:pt x="114173" y="2932684"/>
                  </a:lnTo>
                  <a:lnTo>
                    <a:pt x="157110" y="2932684"/>
                  </a:lnTo>
                  <a:lnTo>
                    <a:pt x="171450" y="2904363"/>
                  </a:lnTo>
                  <a:lnTo>
                    <a:pt x="114305" y="2904109"/>
                  </a:lnTo>
                  <a:close/>
                </a:path>
                <a:path w="542289" h="3075940">
                  <a:moveTo>
                    <a:pt x="370670" y="57150"/>
                  </a:moveTo>
                  <a:lnTo>
                    <a:pt x="311658" y="57150"/>
                  </a:lnTo>
                  <a:lnTo>
                    <a:pt x="309752" y="57277"/>
                  </a:lnTo>
                  <a:lnTo>
                    <a:pt x="307975" y="57658"/>
                  </a:lnTo>
                  <a:lnTo>
                    <a:pt x="302640" y="58674"/>
                  </a:lnTo>
                  <a:lnTo>
                    <a:pt x="299338" y="59436"/>
                  </a:lnTo>
                  <a:lnTo>
                    <a:pt x="296163" y="60579"/>
                  </a:lnTo>
                  <a:lnTo>
                    <a:pt x="293242" y="62357"/>
                  </a:lnTo>
                  <a:lnTo>
                    <a:pt x="287909" y="65532"/>
                  </a:lnTo>
                  <a:lnTo>
                    <a:pt x="286003" y="66802"/>
                  </a:lnTo>
                  <a:lnTo>
                    <a:pt x="284225" y="68199"/>
                  </a:lnTo>
                  <a:lnTo>
                    <a:pt x="282575" y="69850"/>
                  </a:lnTo>
                  <a:lnTo>
                    <a:pt x="277113" y="75184"/>
                  </a:lnTo>
                  <a:lnTo>
                    <a:pt x="255397" y="111887"/>
                  </a:lnTo>
                  <a:lnTo>
                    <a:pt x="238251" y="161925"/>
                  </a:lnTo>
                  <a:lnTo>
                    <a:pt x="227329" y="203708"/>
                  </a:lnTo>
                  <a:lnTo>
                    <a:pt x="216788" y="252349"/>
                  </a:lnTo>
                  <a:lnTo>
                    <a:pt x="206501" y="307721"/>
                  </a:lnTo>
                  <a:lnTo>
                    <a:pt x="196341" y="369570"/>
                  </a:lnTo>
                  <a:lnTo>
                    <a:pt x="186436" y="437896"/>
                  </a:lnTo>
                  <a:lnTo>
                    <a:pt x="171830" y="551434"/>
                  </a:lnTo>
                  <a:lnTo>
                    <a:pt x="162433" y="634238"/>
                  </a:lnTo>
                  <a:lnTo>
                    <a:pt x="153415" y="722757"/>
                  </a:lnTo>
                  <a:lnTo>
                    <a:pt x="144525" y="816229"/>
                  </a:lnTo>
                  <a:lnTo>
                    <a:pt x="136016" y="914654"/>
                  </a:lnTo>
                  <a:lnTo>
                    <a:pt x="127762" y="1017778"/>
                  </a:lnTo>
                  <a:lnTo>
                    <a:pt x="119887" y="1125220"/>
                  </a:lnTo>
                  <a:lnTo>
                    <a:pt x="112522" y="1236726"/>
                  </a:lnTo>
                  <a:lnTo>
                    <a:pt x="105283" y="1352042"/>
                  </a:lnTo>
                  <a:lnTo>
                    <a:pt x="98551" y="1470914"/>
                  </a:lnTo>
                  <a:lnTo>
                    <a:pt x="92201" y="1593088"/>
                  </a:lnTo>
                  <a:lnTo>
                    <a:pt x="86360" y="1718310"/>
                  </a:lnTo>
                  <a:lnTo>
                    <a:pt x="80899" y="1846199"/>
                  </a:lnTo>
                  <a:lnTo>
                    <a:pt x="75946" y="1976628"/>
                  </a:lnTo>
                  <a:lnTo>
                    <a:pt x="71500" y="2109089"/>
                  </a:lnTo>
                  <a:lnTo>
                    <a:pt x="67690" y="2243582"/>
                  </a:lnTo>
                  <a:lnTo>
                    <a:pt x="64262" y="2379726"/>
                  </a:lnTo>
                  <a:lnTo>
                    <a:pt x="61467" y="2517140"/>
                  </a:lnTo>
                  <a:lnTo>
                    <a:pt x="57658" y="2795143"/>
                  </a:lnTo>
                  <a:lnTo>
                    <a:pt x="57156" y="2903601"/>
                  </a:lnTo>
                  <a:lnTo>
                    <a:pt x="57155" y="2903855"/>
                  </a:lnTo>
                  <a:lnTo>
                    <a:pt x="114305" y="2904109"/>
                  </a:lnTo>
                  <a:lnTo>
                    <a:pt x="114808" y="2795905"/>
                  </a:lnTo>
                  <a:lnTo>
                    <a:pt x="118617" y="2518283"/>
                  </a:lnTo>
                  <a:lnTo>
                    <a:pt x="121285" y="2381123"/>
                  </a:lnTo>
                  <a:lnTo>
                    <a:pt x="124713" y="2245360"/>
                  </a:lnTo>
                  <a:lnTo>
                    <a:pt x="128650" y="2110994"/>
                  </a:lnTo>
                  <a:lnTo>
                    <a:pt x="133096" y="1978787"/>
                  </a:lnTo>
                  <a:lnTo>
                    <a:pt x="138049" y="1848612"/>
                  </a:lnTo>
                  <a:lnTo>
                    <a:pt x="143383" y="1720977"/>
                  </a:lnTo>
                  <a:lnTo>
                    <a:pt x="149351" y="1596009"/>
                  </a:lnTo>
                  <a:lnTo>
                    <a:pt x="155575" y="1474216"/>
                  </a:lnTo>
                  <a:lnTo>
                    <a:pt x="162305" y="1355598"/>
                  </a:lnTo>
                  <a:lnTo>
                    <a:pt x="169545" y="1240536"/>
                  </a:lnTo>
                  <a:lnTo>
                    <a:pt x="176911" y="1129411"/>
                  </a:lnTo>
                  <a:lnTo>
                    <a:pt x="184785" y="1022350"/>
                  </a:lnTo>
                  <a:lnTo>
                    <a:pt x="192912" y="919607"/>
                  </a:lnTo>
                  <a:lnTo>
                    <a:pt x="201422" y="821690"/>
                  </a:lnTo>
                  <a:lnTo>
                    <a:pt x="210312" y="728472"/>
                  </a:lnTo>
                  <a:lnTo>
                    <a:pt x="219328" y="640715"/>
                  </a:lnTo>
                  <a:lnTo>
                    <a:pt x="228600" y="558419"/>
                  </a:lnTo>
                  <a:lnTo>
                    <a:pt x="238125" y="481838"/>
                  </a:lnTo>
                  <a:lnTo>
                    <a:pt x="247776" y="411480"/>
                  </a:lnTo>
                  <a:lnTo>
                    <a:pt x="257683" y="347345"/>
                  </a:lnTo>
                  <a:lnTo>
                    <a:pt x="267715" y="290195"/>
                  </a:lnTo>
                  <a:lnTo>
                    <a:pt x="277875" y="239775"/>
                  </a:lnTo>
                  <a:lnTo>
                    <a:pt x="287909" y="196977"/>
                  </a:lnTo>
                  <a:lnTo>
                    <a:pt x="302767" y="147700"/>
                  </a:lnTo>
                  <a:lnTo>
                    <a:pt x="317972" y="115697"/>
                  </a:lnTo>
                  <a:lnTo>
                    <a:pt x="317626" y="115697"/>
                  </a:lnTo>
                  <a:lnTo>
                    <a:pt x="318357" y="114808"/>
                  </a:lnTo>
                  <a:lnTo>
                    <a:pt x="313689" y="114808"/>
                  </a:lnTo>
                  <a:lnTo>
                    <a:pt x="314683" y="114427"/>
                  </a:lnTo>
                  <a:lnTo>
                    <a:pt x="312038" y="114427"/>
                  </a:lnTo>
                  <a:lnTo>
                    <a:pt x="315117" y="114147"/>
                  </a:lnTo>
                  <a:lnTo>
                    <a:pt x="315413" y="114147"/>
                  </a:lnTo>
                  <a:lnTo>
                    <a:pt x="320434" y="112221"/>
                  </a:lnTo>
                  <a:lnTo>
                    <a:pt x="322961" y="110236"/>
                  </a:lnTo>
                  <a:lnTo>
                    <a:pt x="370631" y="110236"/>
                  </a:lnTo>
                  <a:lnTo>
                    <a:pt x="370670" y="57150"/>
                  </a:lnTo>
                  <a:close/>
                </a:path>
                <a:path w="542289" h="3075940">
                  <a:moveTo>
                    <a:pt x="370713" y="0"/>
                  </a:moveTo>
                  <a:lnTo>
                    <a:pt x="370586" y="171450"/>
                  </a:lnTo>
                  <a:lnTo>
                    <a:pt x="484801" y="114427"/>
                  </a:lnTo>
                  <a:lnTo>
                    <a:pt x="399161" y="114427"/>
                  </a:lnTo>
                  <a:lnTo>
                    <a:pt x="399161" y="57150"/>
                  </a:lnTo>
                  <a:lnTo>
                    <a:pt x="484759" y="57150"/>
                  </a:lnTo>
                  <a:lnTo>
                    <a:pt x="370713" y="0"/>
                  </a:lnTo>
                  <a:close/>
                </a:path>
                <a:path w="542289" h="3075940">
                  <a:moveTo>
                    <a:pt x="319772" y="113211"/>
                  </a:moveTo>
                  <a:lnTo>
                    <a:pt x="318900" y="114147"/>
                  </a:lnTo>
                  <a:lnTo>
                    <a:pt x="317626" y="115697"/>
                  </a:lnTo>
                  <a:lnTo>
                    <a:pt x="319140" y="114147"/>
                  </a:lnTo>
                  <a:lnTo>
                    <a:pt x="319772" y="113211"/>
                  </a:lnTo>
                  <a:close/>
                </a:path>
                <a:path w="542289" h="3075940">
                  <a:moveTo>
                    <a:pt x="318616" y="114808"/>
                  </a:moveTo>
                  <a:lnTo>
                    <a:pt x="317626" y="115697"/>
                  </a:lnTo>
                  <a:lnTo>
                    <a:pt x="317972" y="115697"/>
                  </a:lnTo>
                  <a:lnTo>
                    <a:pt x="318616" y="114808"/>
                  </a:lnTo>
                  <a:close/>
                </a:path>
                <a:path w="542289" h="3075940">
                  <a:moveTo>
                    <a:pt x="320434" y="112221"/>
                  </a:moveTo>
                  <a:lnTo>
                    <a:pt x="313689" y="114808"/>
                  </a:lnTo>
                  <a:lnTo>
                    <a:pt x="317983" y="114147"/>
                  </a:lnTo>
                  <a:lnTo>
                    <a:pt x="320434" y="112221"/>
                  </a:lnTo>
                  <a:close/>
                </a:path>
                <a:path w="542289" h="3075940">
                  <a:moveTo>
                    <a:pt x="318097" y="114147"/>
                  </a:moveTo>
                  <a:lnTo>
                    <a:pt x="313689" y="114808"/>
                  </a:lnTo>
                  <a:lnTo>
                    <a:pt x="318357" y="114808"/>
                  </a:lnTo>
                  <a:lnTo>
                    <a:pt x="318670" y="114427"/>
                  </a:lnTo>
                  <a:lnTo>
                    <a:pt x="317626" y="114427"/>
                  </a:lnTo>
                  <a:lnTo>
                    <a:pt x="318097" y="114147"/>
                  </a:lnTo>
                  <a:close/>
                </a:path>
                <a:path w="542289" h="3075940">
                  <a:moveTo>
                    <a:pt x="315413" y="114147"/>
                  </a:moveTo>
                  <a:lnTo>
                    <a:pt x="315117" y="114147"/>
                  </a:lnTo>
                  <a:lnTo>
                    <a:pt x="312038" y="114427"/>
                  </a:lnTo>
                  <a:lnTo>
                    <a:pt x="314683" y="114427"/>
                  </a:lnTo>
                  <a:lnTo>
                    <a:pt x="315413" y="114147"/>
                  </a:lnTo>
                  <a:close/>
                </a:path>
                <a:path w="542289" h="3075940">
                  <a:moveTo>
                    <a:pt x="319668" y="113211"/>
                  </a:moveTo>
                  <a:lnTo>
                    <a:pt x="317983" y="114147"/>
                  </a:lnTo>
                  <a:lnTo>
                    <a:pt x="317626" y="114427"/>
                  </a:lnTo>
                  <a:lnTo>
                    <a:pt x="318670" y="114427"/>
                  </a:lnTo>
                  <a:lnTo>
                    <a:pt x="319668" y="113211"/>
                  </a:lnTo>
                  <a:close/>
                </a:path>
                <a:path w="542289" h="3075940">
                  <a:moveTo>
                    <a:pt x="370630" y="111252"/>
                  </a:moveTo>
                  <a:lnTo>
                    <a:pt x="322961" y="111252"/>
                  </a:lnTo>
                  <a:lnTo>
                    <a:pt x="320590" y="112663"/>
                  </a:lnTo>
                  <a:lnTo>
                    <a:pt x="319095" y="114147"/>
                  </a:lnTo>
                  <a:lnTo>
                    <a:pt x="318892" y="114427"/>
                  </a:lnTo>
                  <a:lnTo>
                    <a:pt x="370628" y="114427"/>
                  </a:lnTo>
                  <a:lnTo>
                    <a:pt x="370630" y="111252"/>
                  </a:lnTo>
                  <a:close/>
                </a:path>
                <a:path w="542289" h="3075940">
                  <a:moveTo>
                    <a:pt x="484759" y="57150"/>
                  </a:moveTo>
                  <a:lnTo>
                    <a:pt x="399161" y="57150"/>
                  </a:lnTo>
                  <a:lnTo>
                    <a:pt x="399161" y="114427"/>
                  </a:lnTo>
                  <a:lnTo>
                    <a:pt x="484801" y="114427"/>
                  </a:lnTo>
                  <a:lnTo>
                    <a:pt x="542036" y="85852"/>
                  </a:lnTo>
                  <a:lnTo>
                    <a:pt x="484759" y="57150"/>
                  </a:lnTo>
                  <a:close/>
                </a:path>
                <a:path w="542289" h="3075940">
                  <a:moveTo>
                    <a:pt x="320482" y="112221"/>
                  </a:moveTo>
                  <a:lnTo>
                    <a:pt x="319871" y="112663"/>
                  </a:lnTo>
                  <a:lnTo>
                    <a:pt x="317983" y="114147"/>
                  </a:lnTo>
                  <a:lnTo>
                    <a:pt x="319668" y="113211"/>
                  </a:lnTo>
                  <a:lnTo>
                    <a:pt x="320482" y="112221"/>
                  </a:lnTo>
                  <a:close/>
                </a:path>
                <a:path w="542289" h="3075940">
                  <a:moveTo>
                    <a:pt x="320590" y="112663"/>
                  </a:moveTo>
                  <a:lnTo>
                    <a:pt x="319772" y="113211"/>
                  </a:lnTo>
                  <a:lnTo>
                    <a:pt x="319095" y="114147"/>
                  </a:lnTo>
                  <a:lnTo>
                    <a:pt x="320590" y="112663"/>
                  </a:lnTo>
                  <a:close/>
                </a:path>
                <a:path w="542289" h="3075940">
                  <a:moveTo>
                    <a:pt x="321348" y="111887"/>
                  </a:moveTo>
                  <a:lnTo>
                    <a:pt x="320490" y="112221"/>
                  </a:lnTo>
                  <a:lnTo>
                    <a:pt x="319772" y="113211"/>
                  </a:lnTo>
                  <a:lnTo>
                    <a:pt x="320590" y="112663"/>
                  </a:lnTo>
                  <a:lnTo>
                    <a:pt x="321348" y="111887"/>
                  </a:lnTo>
                  <a:close/>
                </a:path>
                <a:path w="542289" h="3075940">
                  <a:moveTo>
                    <a:pt x="322961" y="111252"/>
                  </a:moveTo>
                  <a:lnTo>
                    <a:pt x="321348" y="111887"/>
                  </a:lnTo>
                  <a:lnTo>
                    <a:pt x="320590" y="112663"/>
                  </a:lnTo>
                  <a:lnTo>
                    <a:pt x="322961" y="111252"/>
                  </a:lnTo>
                  <a:close/>
                </a:path>
                <a:path w="542289" h="3075940">
                  <a:moveTo>
                    <a:pt x="322961" y="110236"/>
                  </a:moveTo>
                  <a:lnTo>
                    <a:pt x="320434" y="112221"/>
                  </a:lnTo>
                  <a:lnTo>
                    <a:pt x="321305" y="111887"/>
                  </a:lnTo>
                  <a:lnTo>
                    <a:pt x="321968" y="111252"/>
                  </a:lnTo>
                  <a:lnTo>
                    <a:pt x="322961" y="110236"/>
                  </a:lnTo>
                  <a:close/>
                </a:path>
                <a:path w="542289" h="3075940">
                  <a:moveTo>
                    <a:pt x="370631" y="110236"/>
                  </a:moveTo>
                  <a:lnTo>
                    <a:pt x="322961" y="110236"/>
                  </a:lnTo>
                  <a:lnTo>
                    <a:pt x="321348" y="111887"/>
                  </a:lnTo>
                  <a:lnTo>
                    <a:pt x="322961" y="111252"/>
                  </a:lnTo>
                  <a:lnTo>
                    <a:pt x="370630" y="111252"/>
                  </a:lnTo>
                  <a:lnTo>
                    <a:pt x="370631" y="110236"/>
                  </a:lnTo>
                  <a:close/>
                </a:path>
              </a:pathLst>
            </a:custGeom>
            <a:solidFill>
              <a:srgbClr val="007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13116560" y="3093847"/>
            <a:ext cx="2620010" cy="5581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dirty="0">
                <a:latin typeface="Malgun Gothic"/>
                <a:cs typeface="Malgun Gothic"/>
              </a:rPr>
              <a:t>#데이터</a:t>
            </a:r>
            <a:r>
              <a:rPr sz="1150" b="1" spc="50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수집/분석/정규화</a:t>
            </a:r>
            <a:r>
              <a:rPr sz="1150" b="1" spc="40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후</a:t>
            </a:r>
            <a:r>
              <a:rPr sz="1150" b="1" spc="70" dirty="0">
                <a:latin typeface="Malgun Gothic"/>
                <a:cs typeface="Malgun Gothic"/>
              </a:rPr>
              <a:t> </a:t>
            </a:r>
            <a:r>
              <a:rPr sz="1150" b="1" spc="-20" dirty="0">
                <a:latin typeface="Malgun Gothic"/>
                <a:cs typeface="Malgun Gothic"/>
              </a:rPr>
              <a:t>최종적재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420"/>
              </a:spcBef>
            </a:pPr>
            <a:r>
              <a:rPr sz="1150" dirty="0">
                <a:latin typeface="Malgun Gothic"/>
                <a:cs typeface="Malgun Gothic"/>
              </a:rPr>
              <a:t>1.</a:t>
            </a:r>
            <a:r>
              <a:rPr sz="1150" spc="1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Devices에</a:t>
            </a:r>
            <a:r>
              <a:rPr sz="1150" spc="1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설치된</a:t>
            </a:r>
            <a:r>
              <a:rPr sz="1150" spc="15" dirty="0">
                <a:latin typeface="Malgun Gothic"/>
                <a:cs typeface="Malgun Gothic"/>
              </a:rPr>
              <a:t> </a:t>
            </a:r>
            <a:r>
              <a:rPr sz="1150" spc="-10" dirty="0">
                <a:latin typeface="Malgun Gothic"/>
                <a:cs typeface="Malgun Gothic"/>
              </a:rPr>
              <a:t>Producer로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13325347" y="3627500"/>
            <a:ext cx="189293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Malgun Gothic"/>
                <a:cs typeface="Malgun Gothic"/>
              </a:rPr>
              <a:t>Kafka</a:t>
            </a:r>
            <a:r>
              <a:rPr sz="1150" spc="1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Cluster에</a:t>
            </a:r>
            <a:r>
              <a:rPr sz="1150" spc="3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데이터</a:t>
            </a:r>
            <a:r>
              <a:rPr sz="1150" spc="20" dirty="0">
                <a:latin typeface="Malgun Gothic"/>
                <a:cs typeface="Malgun Gothic"/>
              </a:rPr>
              <a:t> </a:t>
            </a:r>
            <a:r>
              <a:rPr sz="1150" spc="-25" dirty="0">
                <a:latin typeface="Malgun Gothic"/>
                <a:cs typeface="Malgun Gothic"/>
              </a:rPr>
              <a:t>적재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3116560" y="3804284"/>
            <a:ext cx="284353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Malgun Gothic"/>
                <a:cs typeface="Malgun Gothic"/>
              </a:rPr>
              <a:t>2.</a:t>
            </a:r>
            <a:r>
              <a:rPr sz="1150" spc="1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적재된</a:t>
            </a:r>
            <a:r>
              <a:rPr sz="1150" spc="1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데이터를</a:t>
            </a:r>
            <a:r>
              <a:rPr sz="1150" spc="1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Data</a:t>
            </a:r>
            <a:r>
              <a:rPr sz="1150" spc="2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Engine</a:t>
            </a:r>
            <a:r>
              <a:rPr sz="1150" spc="35" dirty="0">
                <a:latin typeface="Malgun Gothic"/>
                <a:cs typeface="Malgun Gothic"/>
              </a:rPr>
              <a:t> </a:t>
            </a:r>
            <a:r>
              <a:rPr sz="1150" spc="-10" dirty="0">
                <a:latin typeface="Malgun Gothic"/>
                <a:cs typeface="Malgun Gothic"/>
              </a:rPr>
              <a:t>Layer에서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3273532" y="3982592"/>
            <a:ext cx="2308860" cy="37973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Malgun Gothic"/>
                <a:cs typeface="Malgun Gothic"/>
              </a:rPr>
              <a:t>분석/정규화등을</a:t>
            </a:r>
            <a:r>
              <a:rPr sz="1150" spc="4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통해</a:t>
            </a:r>
            <a:r>
              <a:rPr sz="1150" spc="4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최종</a:t>
            </a:r>
            <a:r>
              <a:rPr sz="1150" spc="45" dirty="0">
                <a:latin typeface="Malgun Gothic"/>
                <a:cs typeface="Malgun Gothic"/>
              </a:rPr>
              <a:t> </a:t>
            </a:r>
            <a:r>
              <a:rPr sz="1150" spc="-25" dirty="0">
                <a:latin typeface="Malgun Gothic"/>
                <a:cs typeface="Malgun Gothic"/>
              </a:rPr>
              <a:t>데이터</a:t>
            </a:r>
            <a:endParaRPr sz="11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latin typeface="Malgun Gothic"/>
                <a:cs typeface="Malgun Gothic"/>
              </a:rPr>
              <a:t>Database에 </a:t>
            </a:r>
            <a:r>
              <a:rPr sz="1150" spc="-25" dirty="0">
                <a:latin typeface="Malgun Gothic"/>
                <a:cs typeface="Malgun Gothic"/>
              </a:rPr>
              <a:t>적재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3126338" y="6876668"/>
            <a:ext cx="189865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dirty="0">
                <a:latin typeface="Malgun Gothic"/>
                <a:cs typeface="Malgun Gothic"/>
              </a:rPr>
              <a:t>#최종</a:t>
            </a:r>
            <a:r>
              <a:rPr sz="1150" b="1" spc="25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적재</a:t>
            </a:r>
            <a:r>
              <a:rPr sz="1150" b="1" spc="45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데이터</a:t>
            </a:r>
            <a:r>
              <a:rPr sz="1150" b="1" spc="30" dirty="0">
                <a:latin typeface="Malgun Gothic"/>
                <a:cs typeface="Malgun Gothic"/>
              </a:rPr>
              <a:t> </a:t>
            </a:r>
            <a:r>
              <a:rPr sz="1150" b="1" spc="-20" dirty="0">
                <a:latin typeface="Malgun Gothic"/>
                <a:cs typeface="Malgun Gothic"/>
              </a:rPr>
              <a:t>모니터링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3126338" y="7231760"/>
            <a:ext cx="2712720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Malgun Gothic"/>
                <a:cs typeface="Malgun Gothic"/>
              </a:rPr>
              <a:t>3.</a:t>
            </a:r>
            <a:r>
              <a:rPr sz="1150" spc="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Rest</a:t>
            </a:r>
            <a:r>
              <a:rPr sz="1150" spc="1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API Server인</a:t>
            </a:r>
            <a:r>
              <a:rPr sz="1150" spc="2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Spring</a:t>
            </a:r>
            <a:r>
              <a:rPr sz="1150" spc="3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Boot를</a:t>
            </a:r>
            <a:r>
              <a:rPr sz="1150" spc="20" dirty="0">
                <a:latin typeface="Malgun Gothic"/>
                <a:cs typeface="Malgun Gothic"/>
              </a:rPr>
              <a:t> </a:t>
            </a:r>
            <a:r>
              <a:rPr sz="1150" spc="-25" dirty="0">
                <a:latin typeface="Malgun Gothic"/>
                <a:cs typeface="Malgun Gothic"/>
              </a:rPr>
              <a:t>통해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3283311" y="7410068"/>
            <a:ext cx="514984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spc="-20" dirty="0">
                <a:latin typeface="Malgun Gothic"/>
                <a:cs typeface="Malgun Gothic"/>
              </a:rPr>
              <a:t>DB접근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3126338" y="7586853"/>
            <a:ext cx="232346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Malgun Gothic"/>
                <a:cs typeface="Malgun Gothic"/>
              </a:rPr>
              <a:t>4.</a:t>
            </a:r>
            <a:r>
              <a:rPr sz="1150" spc="1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Client(VOS)에서</a:t>
            </a:r>
            <a:r>
              <a:rPr sz="1150" spc="-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Rest</a:t>
            </a:r>
            <a:r>
              <a:rPr sz="1150" spc="2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API</a:t>
            </a:r>
            <a:r>
              <a:rPr sz="1150" spc="15" dirty="0">
                <a:latin typeface="Malgun Gothic"/>
                <a:cs typeface="Malgun Gothic"/>
              </a:rPr>
              <a:t> </a:t>
            </a:r>
            <a:r>
              <a:rPr sz="1150" spc="-10" dirty="0">
                <a:latin typeface="Malgun Gothic"/>
                <a:cs typeface="Malgun Gothic"/>
              </a:rPr>
              <a:t>Server</a:t>
            </a:r>
            <a:endParaRPr sz="1150">
              <a:latin typeface="Malgun Gothic"/>
              <a:cs typeface="Malgun Gothic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3283311" y="7765160"/>
            <a:ext cx="2549525" cy="2032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dirty="0">
                <a:latin typeface="Malgun Gothic"/>
                <a:cs typeface="Malgun Gothic"/>
              </a:rPr>
              <a:t>(Spring</a:t>
            </a:r>
            <a:r>
              <a:rPr sz="1150" spc="3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Boot)에</a:t>
            </a:r>
            <a:r>
              <a:rPr sz="1150" spc="30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모니터링</a:t>
            </a:r>
            <a:r>
              <a:rPr sz="1150" spc="35" dirty="0">
                <a:latin typeface="Malgun Gothic"/>
                <a:cs typeface="Malgun Gothic"/>
              </a:rPr>
              <a:t> </a:t>
            </a:r>
            <a:r>
              <a:rPr sz="1150" dirty="0">
                <a:latin typeface="Malgun Gothic"/>
                <a:cs typeface="Malgun Gothic"/>
              </a:rPr>
              <a:t>데이터</a:t>
            </a:r>
            <a:r>
              <a:rPr sz="1150" spc="30" dirty="0">
                <a:latin typeface="Malgun Gothic"/>
                <a:cs typeface="Malgun Gothic"/>
              </a:rPr>
              <a:t> </a:t>
            </a:r>
            <a:r>
              <a:rPr sz="1150" spc="-25" dirty="0">
                <a:latin typeface="Malgun Gothic"/>
                <a:cs typeface="Malgun Gothic"/>
              </a:rPr>
              <a:t>요청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pic>
          <p:nvPicPr>
            <p:cNvPr id="155" name="object 155"/>
            <p:cNvPicPr/>
            <p:nvPr/>
          </p:nvPicPr>
          <p:blipFill>
            <a:blip r:embed="rId50" cstate="print"/>
            <a:stretch>
              <a:fillRect/>
            </a:stretch>
          </p:blipFill>
          <p:spPr>
            <a:xfrm>
              <a:off x="4672457" y="4488307"/>
              <a:ext cx="598297" cy="598297"/>
            </a:xfrm>
            <a:prstGeom prst="rect">
              <a:avLst/>
            </a:prstGeom>
          </p:spPr>
        </p:pic>
        <p:pic>
          <p:nvPicPr>
            <p:cNvPr id="156" name="object 156"/>
            <p:cNvPicPr/>
            <p:nvPr/>
          </p:nvPicPr>
          <p:blipFill>
            <a:blip r:embed="rId51" cstate="print"/>
            <a:stretch>
              <a:fillRect/>
            </a:stretch>
          </p:blipFill>
          <p:spPr>
            <a:xfrm>
              <a:off x="4676520" y="7579995"/>
              <a:ext cx="521208" cy="521207"/>
            </a:xfrm>
            <a:prstGeom prst="rect">
              <a:avLst/>
            </a:prstGeom>
          </p:spPr>
        </p:pic>
        <p:pic>
          <p:nvPicPr>
            <p:cNvPr id="157" name="object 157"/>
            <p:cNvPicPr/>
            <p:nvPr/>
          </p:nvPicPr>
          <p:blipFill>
            <a:blip r:embed="rId52" cstate="print"/>
            <a:stretch>
              <a:fillRect/>
            </a:stretch>
          </p:blipFill>
          <p:spPr>
            <a:xfrm>
              <a:off x="5379592" y="6583045"/>
              <a:ext cx="521208" cy="521208"/>
            </a:xfrm>
            <a:prstGeom prst="rect">
              <a:avLst/>
            </a:prstGeom>
          </p:spPr>
        </p:pic>
        <p:sp>
          <p:nvSpPr>
            <p:cNvPr id="158" name="object 158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9" name="object 159"/>
            <p:cNvSpPr/>
            <p:nvPr/>
          </p:nvSpPr>
          <p:spPr>
            <a:xfrm>
              <a:off x="6464427" y="5744336"/>
              <a:ext cx="2572385" cy="370840"/>
            </a:xfrm>
            <a:custGeom>
              <a:avLst/>
              <a:gdLst/>
              <a:ahLst/>
              <a:cxnLst/>
              <a:rect l="l" t="t" r="r" b="b"/>
              <a:pathLst>
                <a:path w="2572384" h="370839">
                  <a:moveTo>
                    <a:pt x="0" y="370586"/>
                  </a:moveTo>
                  <a:lnTo>
                    <a:pt x="2572384" y="370586"/>
                  </a:lnTo>
                  <a:lnTo>
                    <a:pt x="2572384" y="0"/>
                  </a:lnTo>
                  <a:lnTo>
                    <a:pt x="0" y="0"/>
                  </a:lnTo>
                  <a:lnTo>
                    <a:pt x="0" y="3705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6464427" y="5738177"/>
              <a:ext cx="2572385" cy="377190"/>
            </a:xfrm>
            <a:custGeom>
              <a:avLst/>
              <a:gdLst/>
              <a:ahLst/>
              <a:cxnLst/>
              <a:rect l="l" t="t" r="r" b="b"/>
              <a:pathLst>
                <a:path w="2572384" h="377189">
                  <a:moveTo>
                    <a:pt x="0" y="376745"/>
                  </a:moveTo>
                  <a:lnTo>
                    <a:pt x="2572384" y="376745"/>
                  </a:lnTo>
                  <a:lnTo>
                    <a:pt x="2572384" y="0"/>
                  </a:lnTo>
                  <a:lnTo>
                    <a:pt x="0" y="0"/>
                  </a:lnTo>
                  <a:lnTo>
                    <a:pt x="0" y="376745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object 1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제조사</a:t>
            </a:r>
            <a:r>
              <a:rPr spc="20" dirty="0"/>
              <a:t> </a:t>
            </a:r>
            <a:r>
              <a:rPr dirty="0"/>
              <a:t>#2</a:t>
            </a:r>
            <a:r>
              <a:rPr spc="-5" dirty="0"/>
              <a:t> </a:t>
            </a:r>
            <a:r>
              <a:rPr dirty="0"/>
              <a:t>(생산</a:t>
            </a:r>
            <a:r>
              <a:rPr spc="20" dirty="0"/>
              <a:t> </a:t>
            </a:r>
            <a:r>
              <a:rPr dirty="0"/>
              <a:t>Line의</a:t>
            </a:r>
            <a:r>
              <a:rPr spc="15" dirty="0"/>
              <a:t> </a:t>
            </a:r>
            <a:r>
              <a:rPr dirty="0"/>
              <a:t>실시간</a:t>
            </a:r>
            <a:r>
              <a:rPr spc="25" dirty="0"/>
              <a:t> </a:t>
            </a:r>
            <a:r>
              <a:rPr dirty="0"/>
              <a:t>Sensor</a:t>
            </a:r>
            <a:r>
              <a:rPr spc="10" dirty="0"/>
              <a:t> </a:t>
            </a:r>
            <a:r>
              <a:rPr dirty="0"/>
              <a:t>Data </a:t>
            </a:r>
            <a:r>
              <a:rPr spc="-10" dirty="0"/>
              <a:t>분석활용)</a:t>
            </a:r>
          </a:p>
        </p:txBody>
      </p:sp>
      <p:grpSp>
        <p:nvGrpSpPr>
          <p:cNvPr id="162" name="object 162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163" name="object 163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5" name="object 165"/>
          <p:cNvSpPr txBox="1"/>
          <p:nvPr/>
        </p:nvSpPr>
        <p:spPr>
          <a:xfrm>
            <a:off x="5332857" y="1994154"/>
            <a:ext cx="762254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700" spc="4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Platform</a:t>
            </a:r>
            <a:r>
              <a:rPr sz="2700" spc="4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–</a:t>
            </a:r>
            <a:r>
              <a:rPr sz="2700" spc="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EDM</a:t>
            </a:r>
            <a:r>
              <a:rPr sz="2700" spc="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Platform</a:t>
            </a:r>
            <a:r>
              <a:rPr sz="2700" spc="4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10" dirty="0">
                <a:solidFill>
                  <a:srgbClr val="17719D"/>
                </a:solidFill>
                <a:latin typeface="Malgun Gothic"/>
                <a:cs typeface="Malgun Gothic"/>
              </a:rPr>
              <a:t>Architecture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7257415" y="5828537"/>
            <a:ext cx="98679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Malgun Gothic"/>
                <a:cs typeface="Malgun Gothic"/>
              </a:rPr>
              <a:t>Rest</a:t>
            </a:r>
            <a:r>
              <a:rPr sz="1100" spc="-30" dirty="0">
                <a:latin typeface="Malgun Gothic"/>
                <a:cs typeface="Malgun Gothic"/>
              </a:rPr>
              <a:t> </a:t>
            </a:r>
            <a:r>
              <a:rPr sz="1100" dirty="0">
                <a:latin typeface="Malgun Gothic"/>
                <a:cs typeface="Malgun Gothic"/>
              </a:rPr>
              <a:t>API</a:t>
            </a:r>
            <a:r>
              <a:rPr sz="1100" spc="-30" dirty="0">
                <a:latin typeface="Malgun Gothic"/>
                <a:cs typeface="Malgun Gothic"/>
              </a:rPr>
              <a:t> </a:t>
            </a:r>
            <a:r>
              <a:rPr sz="1100" spc="-10" dirty="0">
                <a:latin typeface="Malgun Gothic"/>
                <a:cs typeface="Malgun Gothic"/>
              </a:rPr>
              <a:t>Server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67" name="object 167"/>
          <p:cNvGrpSpPr/>
          <p:nvPr/>
        </p:nvGrpSpPr>
        <p:grpSpPr>
          <a:xfrm>
            <a:off x="6458077" y="4974335"/>
            <a:ext cx="5484495" cy="1175385"/>
            <a:chOff x="6458077" y="4974335"/>
            <a:chExt cx="5484495" cy="1175385"/>
          </a:xfrm>
        </p:grpSpPr>
        <p:sp>
          <p:nvSpPr>
            <p:cNvPr id="168" name="object 168"/>
            <p:cNvSpPr/>
            <p:nvPr/>
          </p:nvSpPr>
          <p:spPr>
            <a:xfrm>
              <a:off x="6464427" y="5255463"/>
              <a:ext cx="2572385" cy="488950"/>
            </a:xfrm>
            <a:custGeom>
              <a:avLst/>
              <a:gdLst/>
              <a:ahLst/>
              <a:cxnLst/>
              <a:rect l="l" t="t" r="r" b="b"/>
              <a:pathLst>
                <a:path w="2572384" h="488950">
                  <a:moveTo>
                    <a:pt x="2572384" y="0"/>
                  </a:moveTo>
                  <a:lnTo>
                    <a:pt x="0" y="0"/>
                  </a:lnTo>
                  <a:lnTo>
                    <a:pt x="0" y="488873"/>
                  </a:lnTo>
                  <a:lnTo>
                    <a:pt x="2572384" y="488873"/>
                  </a:lnTo>
                  <a:lnTo>
                    <a:pt x="2572384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6464427" y="5255463"/>
              <a:ext cx="2572385" cy="488950"/>
            </a:xfrm>
            <a:custGeom>
              <a:avLst/>
              <a:gdLst/>
              <a:ahLst/>
              <a:cxnLst/>
              <a:rect l="l" t="t" r="r" b="b"/>
              <a:pathLst>
                <a:path w="2572384" h="488950">
                  <a:moveTo>
                    <a:pt x="0" y="488873"/>
                  </a:moveTo>
                  <a:lnTo>
                    <a:pt x="2572384" y="488873"/>
                  </a:lnTo>
                  <a:lnTo>
                    <a:pt x="2572384" y="0"/>
                  </a:lnTo>
                  <a:lnTo>
                    <a:pt x="0" y="0"/>
                  </a:lnTo>
                  <a:lnTo>
                    <a:pt x="0" y="488873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0" name="object 170"/>
            <p:cNvPicPr/>
            <p:nvPr/>
          </p:nvPicPr>
          <p:blipFill>
            <a:blip r:embed="rId53" cstate="print"/>
            <a:stretch>
              <a:fillRect/>
            </a:stretch>
          </p:blipFill>
          <p:spPr>
            <a:xfrm>
              <a:off x="6947154" y="5286362"/>
              <a:ext cx="1582547" cy="419747"/>
            </a:xfrm>
            <a:prstGeom prst="rect">
              <a:avLst/>
            </a:prstGeom>
          </p:spPr>
        </p:pic>
        <p:pic>
          <p:nvPicPr>
            <p:cNvPr id="171" name="object 171"/>
            <p:cNvPicPr/>
            <p:nvPr/>
          </p:nvPicPr>
          <p:blipFill>
            <a:blip r:embed="rId54" cstate="print"/>
            <a:stretch>
              <a:fillRect/>
            </a:stretch>
          </p:blipFill>
          <p:spPr>
            <a:xfrm>
              <a:off x="7620000" y="4974335"/>
              <a:ext cx="4322063" cy="891539"/>
            </a:xfrm>
            <a:prstGeom prst="rect">
              <a:avLst/>
            </a:prstGeom>
          </p:spPr>
        </p:pic>
        <p:sp>
          <p:nvSpPr>
            <p:cNvPr id="172" name="object 172"/>
            <p:cNvSpPr/>
            <p:nvPr/>
          </p:nvSpPr>
          <p:spPr>
            <a:xfrm>
              <a:off x="7663180" y="4996814"/>
              <a:ext cx="4163695" cy="1139825"/>
            </a:xfrm>
            <a:custGeom>
              <a:avLst/>
              <a:gdLst/>
              <a:ahLst/>
              <a:cxnLst/>
              <a:rect l="l" t="t" r="r" b="b"/>
              <a:pathLst>
                <a:path w="4163695" h="1139825">
                  <a:moveTo>
                    <a:pt x="4163314" y="734441"/>
                  </a:moveTo>
                  <a:lnTo>
                    <a:pt x="4137914" y="721741"/>
                  </a:lnTo>
                  <a:lnTo>
                    <a:pt x="4087114" y="696341"/>
                  </a:lnTo>
                  <a:lnTo>
                    <a:pt x="4087114" y="721741"/>
                  </a:lnTo>
                  <a:lnTo>
                    <a:pt x="3137319" y="721741"/>
                  </a:lnTo>
                  <a:lnTo>
                    <a:pt x="3070352" y="678180"/>
                  </a:lnTo>
                  <a:lnTo>
                    <a:pt x="3464687" y="573786"/>
                  </a:lnTo>
                  <a:lnTo>
                    <a:pt x="3018663" y="569595"/>
                  </a:lnTo>
                  <a:lnTo>
                    <a:pt x="3157601" y="442468"/>
                  </a:lnTo>
                  <a:lnTo>
                    <a:pt x="2860040" y="541020"/>
                  </a:lnTo>
                  <a:lnTo>
                    <a:pt x="2882773" y="322453"/>
                  </a:lnTo>
                  <a:lnTo>
                    <a:pt x="2598293" y="486664"/>
                  </a:lnTo>
                  <a:lnTo>
                    <a:pt x="2449576" y="393827"/>
                  </a:lnTo>
                  <a:lnTo>
                    <a:pt x="2349373" y="563880"/>
                  </a:lnTo>
                  <a:lnTo>
                    <a:pt x="2003425" y="459613"/>
                  </a:lnTo>
                  <a:lnTo>
                    <a:pt x="2077847" y="618236"/>
                  </a:lnTo>
                  <a:lnTo>
                    <a:pt x="1718818" y="635381"/>
                  </a:lnTo>
                  <a:lnTo>
                    <a:pt x="1881225" y="721741"/>
                  </a:lnTo>
                  <a:lnTo>
                    <a:pt x="50800" y="721741"/>
                  </a:lnTo>
                  <a:lnTo>
                    <a:pt x="50800" y="76200"/>
                  </a:lnTo>
                  <a:lnTo>
                    <a:pt x="50800" y="73647"/>
                  </a:lnTo>
                  <a:lnTo>
                    <a:pt x="38100" y="76200"/>
                  </a:lnTo>
                  <a:lnTo>
                    <a:pt x="50787" y="73647"/>
                  </a:lnTo>
                  <a:lnTo>
                    <a:pt x="50800" y="38100"/>
                  </a:lnTo>
                  <a:lnTo>
                    <a:pt x="50800" y="73647"/>
                  </a:lnTo>
                  <a:lnTo>
                    <a:pt x="52946" y="73215"/>
                  </a:lnTo>
                  <a:lnTo>
                    <a:pt x="65049" y="65062"/>
                  </a:lnTo>
                  <a:lnTo>
                    <a:pt x="73202" y="52959"/>
                  </a:lnTo>
                  <a:lnTo>
                    <a:pt x="76200" y="38100"/>
                  </a:lnTo>
                  <a:lnTo>
                    <a:pt x="73202" y="23253"/>
                  </a:lnTo>
                  <a:lnTo>
                    <a:pt x="65049" y="11150"/>
                  </a:lnTo>
                  <a:lnTo>
                    <a:pt x="52946" y="2997"/>
                  </a:lnTo>
                  <a:lnTo>
                    <a:pt x="38100" y="0"/>
                  </a:lnTo>
                  <a:lnTo>
                    <a:pt x="23241" y="2997"/>
                  </a:lnTo>
                  <a:lnTo>
                    <a:pt x="11137" y="11150"/>
                  </a:lnTo>
                  <a:lnTo>
                    <a:pt x="2984" y="23253"/>
                  </a:lnTo>
                  <a:lnTo>
                    <a:pt x="0" y="38100"/>
                  </a:lnTo>
                  <a:lnTo>
                    <a:pt x="2984" y="52959"/>
                  </a:lnTo>
                  <a:lnTo>
                    <a:pt x="11137" y="65062"/>
                  </a:lnTo>
                  <a:lnTo>
                    <a:pt x="23241" y="73215"/>
                  </a:lnTo>
                  <a:lnTo>
                    <a:pt x="25400" y="73647"/>
                  </a:lnTo>
                  <a:lnTo>
                    <a:pt x="25400" y="741426"/>
                  </a:lnTo>
                  <a:lnTo>
                    <a:pt x="31115" y="747141"/>
                  </a:lnTo>
                  <a:lnTo>
                    <a:pt x="1929003" y="747141"/>
                  </a:lnTo>
                  <a:lnTo>
                    <a:pt x="1955038" y="760984"/>
                  </a:lnTo>
                  <a:lnTo>
                    <a:pt x="1618742" y="809625"/>
                  </a:lnTo>
                  <a:lnTo>
                    <a:pt x="1903349" y="903986"/>
                  </a:lnTo>
                  <a:lnTo>
                    <a:pt x="1728470" y="996823"/>
                  </a:lnTo>
                  <a:lnTo>
                    <a:pt x="2029333" y="1012571"/>
                  </a:lnTo>
                  <a:lnTo>
                    <a:pt x="2038985" y="1139698"/>
                  </a:lnTo>
                  <a:lnTo>
                    <a:pt x="2261997" y="1008126"/>
                  </a:lnTo>
                  <a:lnTo>
                    <a:pt x="2362200" y="1068197"/>
                  </a:lnTo>
                  <a:lnTo>
                    <a:pt x="2462403" y="979551"/>
                  </a:lnTo>
                  <a:lnTo>
                    <a:pt x="2611120" y="1035304"/>
                  </a:lnTo>
                  <a:lnTo>
                    <a:pt x="2659634" y="925322"/>
                  </a:lnTo>
                  <a:lnTo>
                    <a:pt x="2895727" y="979551"/>
                  </a:lnTo>
                  <a:lnTo>
                    <a:pt x="2869946" y="865378"/>
                  </a:lnTo>
                  <a:lnTo>
                    <a:pt x="3232023" y="913892"/>
                  </a:lnTo>
                  <a:lnTo>
                    <a:pt x="3018663" y="788162"/>
                  </a:lnTo>
                  <a:lnTo>
                    <a:pt x="3180080" y="749554"/>
                  </a:lnTo>
                  <a:lnTo>
                    <a:pt x="3176359" y="747141"/>
                  </a:lnTo>
                  <a:lnTo>
                    <a:pt x="4087114" y="747141"/>
                  </a:lnTo>
                  <a:lnTo>
                    <a:pt x="4087114" y="772541"/>
                  </a:lnTo>
                  <a:lnTo>
                    <a:pt x="4137914" y="747141"/>
                  </a:lnTo>
                  <a:lnTo>
                    <a:pt x="4163314" y="734441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9281922" y="5319267"/>
              <a:ext cx="1845945" cy="817244"/>
            </a:xfrm>
            <a:custGeom>
              <a:avLst/>
              <a:gdLst/>
              <a:ahLst/>
              <a:cxnLst/>
              <a:rect l="l" t="t" r="r" b="b"/>
              <a:pathLst>
                <a:path w="1845945" h="817245">
                  <a:moveTo>
                    <a:pt x="979551" y="164211"/>
                  </a:moveTo>
                  <a:lnTo>
                    <a:pt x="1264030" y="0"/>
                  </a:lnTo>
                  <a:lnTo>
                    <a:pt x="1241298" y="218567"/>
                  </a:lnTo>
                  <a:lnTo>
                    <a:pt x="1538858" y="120015"/>
                  </a:lnTo>
                  <a:lnTo>
                    <a:pt x="1399921" y="247142"/>
                  </a:lnTo>
                  <a:lnTo>
                    <a:pt x="1845945" y="251333"/>
                  </a:lnTo>
                  <a:lnTo>
                    <a:pt x="1451609" y="355727"/>
                  </a:lnTo>
                  <a:lnTo>
                    <a:pt x="1561337" y="427101"/>
                  </a:lnTo>
                  <a:lnTo>
                    <a:pt x="1399921" y="465709"/>
                  </a:lnTo>
                  <a:lnTo>
                    <a:pt x="1613280" y="591439"/>
                  </a:lnTo>
                  <a:lnTo>
                    <a:pt x="1251203" y="542925"/>
                  </a:lnTo>
                  <a:lnTo>
                    <a:pt x="1276984" y="657098"/>
                  </a:lnTo>
                  <a:lnTo>
                    <a:pt x="1040892" y="602869"/>
                  </a:lnTo>
                  <a:lnTo>
                    <a:pt x="992377" y="712851"/>
                  </a:lnTo>
                  <a:lnTo>
                    <a:pt x="843660" y="657098"/>
                  </a:lnTo>
                  <a:lnTo>
                    <a:pt x="743457" y="745744"/>
                  </a:lnTo>
                  <a:lnTo>
                    <a:pt x="643254" y="685673"/>
                  </a:lnTo>
                  <a:lnTo>
                    <a:pt x="420243" y="817245"/>
                  </a:lnTo>
                  <a:lnTo>
                    <a:pt x="410591" y="690118"/>
                  </a:lnTo>
                  <a:lnTo>
                    <a:pt x="109727" y="674370"/>
                  </a:lnTo>
                  <a:lnTo>
                    <a:pt x="284606" y="581533"/>
                  </a:lnTo>
                  <a:lnTo>
                    <a:pt x="0" y="487172"/>
                  </a:lnTo>
                  <a:lnTo>
                    <a:pt x="336296" y="438531"/>
                  </a:lnTo>
                  <a:lnTo>
                    <a:pt x="100075" y="312928"/>
                  </a:lnTo>
                  <a:lnTo>
                    <a:pt x="459104" y="295783"/>
                  </a:lnTo>
                  <a:lnTo>
                    <a:pt x="384682" y="137160"/>
                  </a:lnTo>
                  <a:lnTo>
                    <a:pt x="730630" y="241427"/>
                  </a:lnTo>
                  <a:lnTo>
                    <a:pt x="830833" y="71374"/>
                  </a:lnTo>
                  <a:lnTo>
                    <a:pt x="979551" y="164211"/>
                  </a:lnTo>
                  <a:close/>
                </a:path>
              </a:pathLst>
            </a:custGeom>
            <a:ln w="25400">
              <a:solidFill>
                <a:srgbClr val="F0F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4" name="object 174"/>
          <p:cNvSpPr txBox="1"/>
          <p:nvPr/>
        </p:nvSpPr>
        <p:spPr>
          <a:xfrm>
            <a:off x="9605264" y="5643829"/>
            <a:ext cx="990600" cy="192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100" b="1" dirty="0">
                <a:solidFill>
                  <a:srgbClr val="FFFFFF"/>
                </a:solidFill>
                <a:latin typeface="Malgun Gothic"/>
                <a:cs typeface="Malgun Gothic"/>
              </a:rPr>
              <a:t>기계고장</a:t>
            </a:r>
            <a:r>
              <a:rPr sz="1100" b="1" spc="-8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Malgun Gothic"/>
                <a:cs typeface="Malgun Gothic"/>
              </a:rPr>
              <a:t>Event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75" name="object 175"/>
          <p:cNvGrpSpPr/>
          <p:nvPr/>
        </p:nvGrpSpPr>
        <p:grpSpPr>
          <a:xfrm>
            <a:off x="9034271" y="4403978"/>
            <a:ext cx="3387090" cy="1592580"/>
            <a:chOff x="9034271" y="4403978"/>
            <a:chExt cx="3387090" cy="1592580"/>
          </a:xfrm>
        </p:grpSpPr>
        <p:pic>
          <p:nvPicPr>
            <p:cNvPr id="176" name="object 176"/>
            <p:cNvPicPr/>
            <p:nvPr/>
          </p:nvPicPr>
          <p:blipFill>
            <a:blip r:embed="rId55" cstate="print"/>
            <a:stretch>
              <a:fillRect/>
            </a:stretch>
          </p:blipFill>
          <p:spPr>
            <a:xfrm>
              <a:off x="12079158" y="5570319"/>
              <a:ext cx="221123" cy="188065"/>
            </a:xfrm>
            <a:prstGeom prst="rect">
              <a:avLst/>
            </a:prstGeom>
          </p:spPr>
        </p:pic>
        <p:pic>
          <p:nvPicPr>
            <p:cNvPr id="177" name="object 177"/>
            <p:cNvPicPr/>
            <p:nvPr/>
          </p:nvPicPr>
          <p:blipFill>
            <a:blip r:embed="rId56" cstate="print"/>
            <a:stretch>
              <a:fillRect/>
            </a:stretch>
          </p:blipFill>
          <p:spPr>
            <a:xfrm>
              <a:off x="12078334" y="5777242"/>
              <a:ext cx="230238" cy="137020"/>
            </a:xfrm>
            <a:prstGeom prst="rect">
              <a:avLst/>
            </a:prstGeom>
          </p:spPr>
        </p:pic>
        <p:pic>
          <p:nvPicPr>
            <p:cNvPr id="178" name="object 178"/>
            <p:cNvPicPr/>
            <p:nvPr/>
          </p:nvPicPr>
          <p:blipFill>
            <a:blip r:embed="rId57" cstate="print"/>
            <a:stretch>
              <a:fillRect/>
            </a:stretch>
          </p:blipFill>
          <p:spPr>
            <a:xfrm>
              <a:off x="11826493" y="5466105"/>
              <a:ext cx="594512" cy="530072"/>
            </a:xfrm>
            <a:prstGeom prst="rect">
              <a:avLst/>
            </a:prstGeom>
          </p:spPr>
        </p:pic>
        <p:sp>
          <p:nvSpPr>
            <p:cNvPr id="179" name="object 179"/>
            <p:cNvSpPr/>
            <p:nvPr/>
          </p:nvSpPr>
          <p:spPr>
            <a:xfrm>
              <a:off x="9034271" y="4403978"/>
              <a:ext cx="1706880" cy="1099820"/>
            </a:xfrm>
            <a:custGeom>
              <a:avLst/>
              <a:gdLst/>
              <a:ahLst/>
              <a:cxnLst/>
              <a:rect l="l" t="t" r="r" b="b"/>
              <a:pathLst>
                <a:path w="1706879" h="1099820">
                  <a:moveTo>
                    <a:pt x="1639882" y="37257"/>
                  </a:moveTo>
                  <a:lnTo>
                    <a:pt x="0" y="1091819"/>
                  </a:lnTo>
                  <a:lnTo>
                    <a:pt x="5079" y="1099820"/>
                  </a:lnTo>
                  <a:lnTo>
                    <a:pt x="1645011" y="45226"/>
                  </a:lnTo>
                  <a:lnTo>
                    <a:pt x="1639882" y="37257"/>
                  </a:lnTo>
                  <a:close/>
                </a:path>
                <a:path w="1706879" h="1099820">
                  <a:moveTo>
                    <a:pt x="1688508" y="30353"/>
                  </a:moveTo>
                  <a:lnTo>
                    <a:pt x="1650619" y="30353"/>
                  </a:lnTo>
                  <a:lnTo>
                    <a:pt x="1655699" y="38354"/>
                  </a:lnTo>
                  <a:lnTo>
                    <a:pt x="1645011" y="45226"/>
                  </a:lnTo>
                  <a:lnTo>
                    <a:pt x="1663064" y="73279"/>
                  </a:lnTo>
                  <a:lnTo>
                    <a:pt x="1688508" y="30353"/>
                  </a:lnTo>
                  <a:close/>
                </a:path>
                <a:path w="1706879" h="1099820">
                  <a:moveTo>
                    <a:pt x="1650619" y="30353"/>
                  </a:moveTo>
                  <a:lnTo>
                    <a:pt x="1639882" y="37257"/>
                  </a:lnTo>
                  <a:lnTo>
                    <a:pt x="1645011" y="45226"/>
                  </a:lnTo>
                  <a:lnTo>
                    <a:pt x="1655699" y="38354"/>
                  </a:lnTo>
                  <a:lnTo>
                    <a:pt x="1650619" y="30353"/>
                  </a:lnTo>
                  <a:close/>
                </a:path>
                <a:path w="1706879" h="1099820">
                  <a:moveTo>
                    <a:pt x="1706499" y="0"/>
                  </a:moveTo>
                  <a:lnTo>
                    <a:pt x="1621789" y="9144"/>
                  </a:lnTo>
                  <a:lnTo>
                    <a:pt x="1639882" y="37257"/>
                  </a:lnTo>
                  <a:lnTo>
                    <a:pt x="1650619" y="30353"/>
                  </a:lnTo>
                  <a:lnTo>
                    <a:pt x="1688508" y="30353"/>
                  </a:lnTo>
                  <a:lnTo>
                    <a:pt x="1706499" y="0"/>
                  </a:lnTo>
                  <a:close/>
                </a:path>
              </a:pathLst>
            </a:custGeom>
            <a:solidFill>
              <a:srgbClr val="221F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0" name="object 180"/>
            <p:cNvPicPr/>
            <p:nvPr/>
          </p:nvPicPr>
          <p:blipFill>
            <a:blip r:embed="rId58" cstate="print"/>
            <a:stretch>
              <a:fillRect/>
            </a:stretch>
          </p:blipFill>
          <p:spPr>
            <a:xfrm>
              <a:off x="10036936" y="4424844"/>
              <a:ext cx="547116" cy="547077"/>
            </a:xfrm>
            <a:prstGeom prst="rect">
              <a:avLst/>
            </a:prstGeom>
          </p:spPr>
        </p:pic>
      </p:grpSp>
      <p:sp>
        <p:nvSpPr>
          <p:cNvPr id="181" name="object 181"/>
          <p:cNvSpPr txBox="1"/>
          <p:nvPr/>
        </p:nvSpPr>
        <p:spPr>
          <a:xfrm>
            <a:off x="12473685" y="5574576"/>
            <a:ext cx="3033395" cy="271780"/>
          </a:xfrm>
          <a:prstGeom prst="rect">
            <a:avLst/>
          </a:prstGeom>
          <a:solidFill>
            <a:srgbClr val="39AFC7"/>
          </a:solidFill>
        </p:spPr>
        <p:txBody>
          <a:bodyPr vert="horz" wrap="square" lIns="0" tIns="4508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355"/>
              </a:spcBef>
            </a:pPr>
            <a:r>
              <a:rPr sz="1150" b="1" dirty="0">
                <a:latin typeface="Malgun Gothic"/>
                <a:cs typeface="Malgun Gothic"/>
              </a:rPr>
              <a:t>라인</a:t>
            </a:r>
            <a:r>
              <a:rPr sz="1150" b="1" spc="25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기계</a:t>
            </a:r>
            <a:r>
              <a:rPr sz="1150" b="1" spc="20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이상</a:t>
            </a:r>
            <a:r>
              <a:rPr sz="1150" b="1" spc="20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Event</a:t>
            </a:r>
            <a:r>
              <a:rPr sz="1150" b="1" spc="45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발생</a:t>
            </a:r>
            <a:r>
              <a:rPr sz="1150" b="1" spc="25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시</a:t>
            </a:r>
            <a:r>
              <a:rPr sz="1150" b="1" spc="20" dirty="0">
                <a:latin typeface="Malgun Gothic"/>
                <a:cs typeface="Malgun Gothic"/>
              </a:rPr>
              <a:t> </a:t>
            </a:r>
            <a:r>
              <a:rPr sz="1150" b="1" dirty="0">
                <a:latin typeface="Malgun Gothic"/>
                <a:cs typeface="Malgun Gothic"/>
              </a:rPr>
              <a:t>실시간</a:t>
            </a:r>
            <a:r>
              <a:rPr sz="1150" b="1" spc="20" dirty="0">
                <a:latin typeface="Malgun Gothic"/>
                <a:cs typeface="Malgun Gothic"/>
              </a:rPr>
              <a:t> </a:t>
            </a:r>
            <a:r>
              <a:rPr sz="1150" b="1" spc="-25" dirty="0">
                <a:latin typeface="Malgun Gothic"/>
                <a:cs typeface="Malgun Gothic"/>
              </a:rPr>
              <a:t>알림</a:t>
            </a:r>
            <a:endParaRPr sz="11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생명보험사</a:t>
            </a:r>
            <a:r>
              <a:rPr spc="35" dirty="0"/>
              <a:t> </a:t>
            </a:r>
            <a:r>
              <a:rPr dirty="0"/>
              <a:t>(고객분석용</a:t>
            </a:r>
            <a:r>
              <a:rPr spc="40" dirty="0"/>
              <a:t> </a:t>
            </a:r>
            <a:r>
              <a:rPr dirty="0"/>
              <a:t>데이터</a:t>
            </a:r>
            <a:r>
              <a:rPr spc="20" dirty="0"/>
              <a:t> </a:t>
            </a:r>
            <a:r>
              <a:rPr dirty="0"/>
              <a:t>파이프라인</a:t>
            </a:r>
            <a:r>
              <a:rPr spc="35" dirty="0"/>
              <a:t> </a:t>
            </a:r>
            <a:r>
              <a:rPr spc="-10" dirty="0"/>
              <a:t>구축-</a:t>
            </a:r>
            <a:r>
              <a:rPr dirty="0"/>
              <a:t>AWS</a:t>
            </a:r>
            <a:r>
              <a:rPr spc="25" dirty="0"/>
              <a:t> </a:t>
            </a:r>
            <a:r>
              <a:rPr spc="-25" dirty="0"/>
              <a:t>전송)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4" name="object 4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09057" y="1994154"/>
            <a:ext cx="7470775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개인정보</a:t>
            </a:r>
            <a:r>
              <a:rPr sz="2700" b="1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비식별화</a:t>
            </a:r>
            <a:r>
              <a:rPr sz="2700" b="1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/</a:t>
            </a:r>
            <a:r>
              <a:rPr sz="2700" spc="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일부</a:t>
            </a:r>
            <a:r>
              <a:rPr sz="2700" spc="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정제등의</a:t>
            </a:r>
            <a:r>
              <a:rPr sz="2700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5" dirty="0">
                <a:solidFill>
                  <a:srgbClr val="17719D"/>
                </a:solidFill>
                <a:latin typeface="Malgun Gothic"/>
                <a:cs typeface="Malgun Gothic"/>
              </a:rPr>
              <a:t>용건</a:t>
            </a:r>
            <a:endParaRPr sz="27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8" name="object 8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0470" y="5107051"/>
              <a:ext cx="12801211" cy="454919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9102" y="3045968"/>
              <a:ext cx="11580322" cy="206108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685288" y="3377355"/>
              <a:ext cx="1926589" cy="95885"/>
            </a:xfrm>
            <a:custGeom>
              <a:avLst/>
              <a:gdLst/>
              <a:ahLst/>
              <a:cxnLst/>
              <a:rect l="l" t="t" r="r" b="b"/>
              <a:pathLst>
                <a:path w="1926589" h="95885">
                  <a:moveTo>
                    <a:pt x="1926589" y="0"/>
                  </a:moveTo>
                  <a:lnTo>
                    <a:pt x="0" y="0"/>
                  </a:lnTo>
                  <a:lnTo>
                    <a:pt x="0" y="95713"/>
                  </a:lnTo>
                  <a:lnTo>
                    <a:pt x="1926589" y="95713"/>
                  </a:lnTo>
                  <a:lnTo>
                    <a:pt x="19265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685288" y="3377355"/>
              <a:ext cx="1926589" cy="95885"/>
            </a:xfrm>
            <a:custGeom>
              <a:avLst/>
              <a:gdLst/>
              <a:ahLst/>
              <a:cxnLst/>
              <a:rect l="l" t="t" r="r" b="b"/>
              <a:pathLst>
                <a:path w="1926589" h="95885">
                  <a:moveTo>
                    <a:pt x="0" y="95713"/>
                  </a:moveTo>
                  <a:lnTo>
                    <a:pt x="1926589" y="95713"/>
                  </a:lnTo>
                  <a:lnTo>
                    <a:pt x="1926589" y="0"/>
                  </a:lnTo>
                  <a:lnTo>
                    <a:pt x="0" y="0"/>
                  </a:lnTo>
                  <a:lnTo>
                    <a:pt x="0" y="9571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61</a:t>
            </a:fld>
            <a:endParaRPr spc="-25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4" name="object 4"/>
            <p:cNvSpPr/>
            <p:nvPr/>
          </p:nvSpPr>
          <p:spPr>
            <a:xfrm>
              <a:off x="2693162" y="4809489"/>
              <a:ext cx="4010660" cy="3329304"/>
            </a:xfrm>
            <a:custGeom>
              <a:avLst/>
              <a:gdLst/>
              <a:ahLst/>
              <a:cxnLst/>
              <a:rect l="l" t="t" r="r" b="b"/>
              <a:pathLst>
                <a:path w="4010659" h="3329304">
                  <a:moveTo>
                    <a:pt x="0" y="3328797"/>
                  </a:moveTo>
                  <a:lnTo>
                    <a:pt x="4010533" y="3328797"/>
                  </a:lnTo>
                  <a:lnTo>
                    <a:pt x="4010533" y="0"/>
                  </a:lnTo>
                  <a:lnTo>
                    <a:pt x="0" y="0"/>
                  </a:lnTo>
                  <a:lnTo>
                    <a:pt x="0" y="3328797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68154" y="5289771"/>
              <a:ext cx="2054378" cy="25283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81755" y="5289829"/>
              <a:ext cx="1027188" cy="48308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885567" y="5298567"/>
              <a:ext cx="1971039" cy="2452370"/>
            </a:xfrm>
            <a:custGeom>
              <a:avLst/>
              <a:gdLst/>
              <a:ahLst/>
              <a:cxnLst/>
              <a:rect l="l" t="t" r="r" b="b"/>
              <a:pathLst>
                <a:path w="1971039" h="2452370">
                  <a:moveTo>
                    <a:pt x="1937004" y="0"/>
                  </a:moveTo>
                  <a:lnTo>
                    <a:pt x="33655" y="0"/>
                  </a:lnTo>
                  <a:lnTo>
                    <a:pt x="20574" y="2633"/>
                  </a:lnTo>
                  <a:lnTo>
                    <a:pt x="9874" y="9826"/>
                  </a:lnTo>
                  <a:lnTo>
                    <a:pt x="2651" y="20520"/>
                  </a:lnTo>
                  <a:lnTo>
                    <a:pt x="0" y="33655"/>
                  </a:lnTo>
                  <a:lnTo>
                    <a:pt x="0" y="2418588"/>
                  </a:lnTo>
                  <a:lnTo>
                    <a:pt x="2651" y="2431742"/>
                  </a:lnTo>
                  <a:lnTo>
                    <a:pt x="9874" y="2442479"/>
                  </a:lnTo>
                  <a:lnTo>
                    <a:pt x="20574" y="2449716"/>
                  </a:lnTo>
                  <a:lnTo>
                    <a:pt x="33655" y="2452370"/>
                  </a:lnTo>
                  <a:lnTo>
                    <a:pt x="1937004" y="2452370"/>
                  </a:lnTo>
                  <a:lnTo>
                    <a:pt x="1950084" y="2449716"/>
                  </a:lnTo>
                  <a:lnTo>
                    <a:pt x="1960784" y="2442479"/>
                  </a:lnTo>
                  <a:lnTo>
                    <a:pt x="1968007" y="2431742"/>
                  </a:lnTo>
                  <a:lnTo>
                    <a:pt x="1970658" y="2418588"/>
                  </a:lnTo>
                  <a:lnTo>
                    <a:pt x="1970658" y="33655"/>
                  </a:lnTo>
                  <a:lnTo>
                    <a:pt x="1968007" y="20520"/>
                  </a:lnTo>
                  <a:lnTo>
                    <a:pt x="1960784" y="9826"/>
                  </a:lnTo>
                  <a:lnTo>
                    <a:pt x="1950084" y="2633"/>
                  </a:lnTo>
                  <a:lnTo>
                    <a:pt x="1937004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생명보험사</a:t>
            </a:r>
            <a:r>
              <a:rPr spc="35" dirty="0"/>
              <a:t> </a:t>
            </a:r>
            <a:r>
              <a:rPr dirty="0"/>
              <a:t>(고객</a:t>
            </a:r>
            <a:r>
              <a:rPr spc="15" dirty="0"/>
              <a:t> </a:t>
            </a:r>
            <a:r>
              <a:rPr dirty="0"/>
              <a:t>데이터분석용</a:t>
            </a:r>
            <a:r>
              <a:rPr spc="55" dirty="0"/>
              <a:t> </a:t>
            </a:r>
            <a:r>
              <a:rPr dirty="0"/>
              <a:t>파이프라인</a:t>
            </a:r>
            <a:r>
              <a:rPr spc="35" dirty="0"/>
              <a:t> </a:t>
            </a:r>
            <a:r>
              <a:rPr spc="-10" dirty="0"/>
              <a:t>구축-</a:t>
            </a:r>
            <a:r>
              <a:rPr dirty="0"/>
              <a:t>AWS</a:t>
            </a:r>
            <a:r>
              <a:rPr spc="25" dirty="0"/>
              <a:t> </a:t>
            </a:r>
            <a:r>
              <a:rPr spc="-25" dirty="0"/>
              <a:t>전송)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11" name="object 11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691764" y="1828292"/>
            <a:ext cx="1188783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개인정보의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빅데이터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분석을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위해</a:t>
            </a:r>
            <a:r>
              <a:rPr sz="2450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적재</a:t>
            </a:r>
            <a:r>
              <a:rPr sz="2450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전</a:t>
            </a:r>
            <a:r>
              <a:rPr sz="2450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데이터의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비식별화/암호화/정제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후</a:t>
            </a:r>
            <a:r>
              <a:rPr sz="2450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0" dirty="0">
                <a:solidFill>
                  <a:srgbClr val="17719D"/>
                </a:solidFill>
                <a:latin typeface="Malgun Gothic"/>
                <a:cs typeface="Malgun Gothic"/>
              </a:rPr>
              <a:t>AWS의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Platform</a:t>
            </a:r>
            <a:r>
              <a:rPr sz="2450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에</a:t>
            </a:r>
            <a:r>
              <a:rPr sz="2450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적재,</a:t>
            </a:r>
            <a:r>
              <a:rPr sz="2450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이후에</a:t>
            </a:r>
            <a:r>
              <a:rPr sz="2450" spc="-4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S3,</a:t>
            </a:r>
            <a:r>
              <a:rPr sz="2450" b="1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DataBricks에서</a:t>
            </a:r>
            <a:r>
              <a:rPr sz="2450" b="1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BigData</a:t>
            </a:r>
            <a:r>
              <a:rPr sz="2450" b="1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분석</a:t>
            </a:r>
            <a:r>
              <a:rPr sz="2450" b="1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수행</a:t>
            </a:r>
            <a:endParaRPr sz="2450">
              <a:latin typeface="Malgun Gothic"/>
              <a:cs typeface="Malgun Gothic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517138" y="5355716"/>
            <a:ext cx="720090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10" dirty="0">
                <a:solidFill>
                  <a:srgbClr val="221F1F"/>
                </a:solidFill>
                <a:latin typeface="Malgun Gothic"/>
                <a:cs typeface="Malgun Gothic"/>
              </a:rPr>
              <a:t>SOURCE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18151" y="3411575"/>
            <a:ext cx="10583545" cy="6173470"/>
            <a:chOff x="4818151" y="3411575"/>
            <a:chExt cx="10583545" cy="6173470"/>
          </a:xfrm>
        </p:grpSpPr>
        <p:sp>
          <p:nvSpPr>
            <p:cNvPr id="16" name="object 16"/>
            <p:cNvSpPr/>
            <p:nvPr/>
          </p:nvSpPr>
          <p:spPr>
            <a:xfrm>
              <a:off x="6796659" y="3417925"/>
              <a:ext cx="8598535" cy="6160770"/>
            </a:xfrm>
            <a:custGeom>
              <a:avLst/>
              <a:gdLst/>
              <a:ahLst/>
              <a:cxnLst/>
              <a:rect l="l" t="t" r="r" b="b"/>
              <a:pathLst>
                <a:path w="8598535" h="6160770">
                  <a:moveTo>
                    <a:pt x="0" y="6160515"/>
                  </a:moveTo>
                  <a:lnTo>
                    <a:pt x="8598280" y="6160515"/>
                  </a:lnTo>
                  <a:lnTo>
                    <a:pt x="8598280" y="0"/>
                  </a:lnTo>
                  <a:lnTo>
                    <a:pt x="0" y="0"/>
                  </a:lnTo>
                  <a:lnTo>
                    <a:pt x="0" y="6160515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18151" y="6486651"/>
              <a:ext cx="2123440" cy="80010"/>
            </a:xfrm>
            <a:custGeom>
              <a:avLst/>
              <a:gdLst/>
              <a:ahLst/>
              <a:cxnLst/>
              <a:rect l="l" t="t" r="r" b="b"/>
              <a:pathLst>
                <a:path w="2123440" h="80009">
                  <a:moveTo>
                    <a:pt x="2046960" y="3683"/>
                  </a:moveTo>
                  <a:lnTo>
                    <a:pt x="2046833" y="79883"/>
                  </a:lnTo>
                  <a:lnTo>
                    <a:pt x="2113715" y="46609"/>
                  </a:lnTo>
                  <a:lnTo>
                    <a:pt x="2059533" y="46609"/>
                  </a:lnTo>
                  <a:lnTo>
                    <a:pt x="2059660" y="37084"/>
                  </a:lnTo>
                  <a:lnTo>
                    <a:pt x="2113540" y="37084"/>
                  </a:lnTo>
                  <a:lnTo>
                    <a:pt x="2046960" y="3683"/>
                  </a:lnTo>
                  <a:close/>
                </a:path>
                <a:path w="2123440" h="80009">
                  <a:moveTo>
                    <a:pt x="38201" y="0"/>
                  </a:moveTo>
                  <a:lnTo>
                    <a:pt x="22887" y="3006"/>
                  </a:lnTo>
                  <a:lnTo>
                    <a:pt x="23216" y="3006"/>
                  </a:lnTo>
                  <a:lnTo>
                    <a:pt x="11229" y="11033"/>
                  </a:lnTo>
                  <a:lnTo>
                    <a:pt x="3036" y="23127"/>
                  </a:lnTo>
                  <a:lnTo>
                    <a:pt x="157" y="37084"/>
                  </a:lnTo>
                  <a:lnTo>
                    <a:pt x="0" y="38100"/>
                  </a:lnTo>
                  <a:lnTo>
                    <a:pt x="1712" y="46609"/>
                  </a:lnTo>
                  <a:lnTo>
                    <a:pt x="3047" y="52947"/>
                  </a:lnTo>
                  <a:lnTo>
                    <a:pt x="11282" y="65055"/>
                  </a:lnTo>
                  <a:lnTo>
                    <a:pt x="23335" y="73211"/>
                  </a:lnTo>
                  <a:lnTo>
                    <a:pt x="23583" y="73211"/>
                  </a:lnTo>
                  <a:lnTo>
                    <a:pt x="38074" y="76200"/>
                  </a:lnTo>
                  <a:lnTo>
                    <a:pt x="52867" y="73211"/>
                  </a:lnTo>
                  <a:lnTo>
                    <a:pt x="64982" y="65055"/>
                  </a:lnTo>
                  <a:lnTo>
                    <a:pt x="73168" y="52947"/>
                  </a:lnTo>
                  <a:lnTo>
                    <a:pt x="75208" y="42868"/>
                  </a:lnTo>
                  <a:lnTo>
                    <a:pt x="38074" y="42868"/>
                  </a:lnTo>
                  <a:lnTo>
                    <a:pt x="38074" y="33344"/>
                  </a:lnTo>
                  <a:lnTo>
                    <a:pt x="75231" y="33344"/>
                  </a:lnTo>
                  <a:lnTo>
                    <a:pt x="73241" y="23306"/>
                  </a:lnTo>
                  <a:lnTo>
                    <a:pt x="65093" y="11191"/>
                  </a:lnTo>
                  <a:lnTo>
                    <a:pt x="52992" y="3006"/>
                  </a:lnTo>
                  <a:lnTo>
                    <a:pt x="38201" y="0"/>
                  </a:lnTo>
                  <a:close/>
                </a:path>
                <a:path w="2123440" h="80009">
                  <a:moveTo>
                    <a:pt x="75231" y="33344"/>
                  </a:moveTo>
                  <a:lnTo>
                    <a:pt x="76174" y="38100"/>
                  </a:lnTo>
                  <a:lnTo>
                    <a:pt x="75208" y="42868"/>
                  </a:lnTo>
                  <a:lnTo>
                    <a:pt x="2059533" y="46609"/>
                  </a:lnTo>
                  <a:lnTo>
                    <a:pt x="2046888" y="46609"/>
                  </a:lnTo>
                  <a:lnTo>
                    <a:pt x="2046904" y="37084"/>
                  </a:lnTo>
                  <a:lnTo>
                    <a:pt x="2059660" y="37084"/>
                  </a:lnTo>
                  <a:lnTo>
                    <a:pt x="75231" y="33344"/>
                  </a:lnTo>
                  <a:close/>
                </a:path>
                <a:path w="2123440" h="80009">
                  <a:moveTo>
                    <a:pt x="2113540" y="37084"/>
                  </a:moveTo>
                  <a:lnTo>
                    <a:pt x="2059660" y="37084"/>
                  </a:lnTo>
                  <a:lnTo>
                    <a:pt x="2059533" y="46609"/>
                  </a:lnTo>
                  <a:lnTo>
                    <a:pt x="2113715" y="46609"/>
                  </a:lnTo>
                  <a:lnTo>
                    <a:pt x="2123160" y="41910"/>
                  </a:lnTo>
                  <a:lnTo>
                    <a:pt x="2113540" y="37084"/>
                  </a:lnTo>
                  <a:close/>
                </a:path>
                <a:path w="2123440" h="80009">
                  <a:moveTo>
                    <a:pt x="75231" y="33344"/>
                  </a:moveTo>
                  <a:lnTo>
                    <a:pt x="38074" y="33344"/>
                  </a:lnTo>
                  <a:lnTo>
                    <a:pt x="38074" y="42868"/>
                  </a:lnTo>
                  <a:lnTo>
                    <a:pt x="75208" y="42868"/>
                  </a:lnTo>
                  <a:lnTo>
                    <a:pt x="76174" y="38100"/>
                  </a:lnTo>
                  <a:lnTo>
                    <a:pt x="75231" y="33344"/>
                  </a:lnTo>
                  <a:close/>
                </a:path>
              </a:pathLst>
            </a:custGeom>
            <a:solidFill>
              <a:srgbClr val="007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914388" y="3953255"/>
              <a:ext cx="5384292" cy="519988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104632" y="3980700"/>
              <a:ext cx="3005328" cy="53643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941185" y="3979544"/>
              <a:ext cx="5282565" cy="5098415"/>
            </a:xfrm>
            <a:custGeom>
              <a:avLst/>
              <a:gdLst/>
              <a:ahLst/>
              <a:cxnLst/>
              <a:rect l="l" t="t" r="r" b="b"/>
              <a:pathLst>
                <a:path w="5282565" h="5098415">
                  <a:moveTo>
                    <a:pt x="5195062" y="0"/>
                  </a:moveTo>
                  <a:lnTo>
                    <a:pt x="87122" y="0"/>
                  </a:lnTo>
                  <a:lnTo>
                    <a:pt x="53203" y="6844"/>
                  </a:lnTo>
                  <a:lnTo>
                    <a:pt x="25511" y="25511"/>
                  </a:lnTo>
                  <a:lnTo>
                    <a:pt x="6844" y="53203"/>
                  </a:lnTo>
                  <a:lnTo>
                    <a:pt x="0" y="87121"/>
                  </a:lnTo>
                  <a:lnTo>
                    <a:pt x="0" y="5010784"/>
                  </a:lnTo>
                  <a:lnTo>
                    <a:pt x="6844" y="5044691"/>
                  </a:lnTo>
                  <a:lnTo>
                    <a:pt x="25511" y="5072380"/>
                  </a:lnTo>
                  <a:lnTo>
                    <a:pt x="53203" y="5091048"/>
                  </a:lnTo>
                  <a:lnTo>
                    <a:pt x="87122" y="5097894"/>
                  </a:lnTo>
                  <a:lnTo>
                    <a:pt x="5195062" y="5097894"/>
                  </a:lnTo>
                  <a:lnTo>
                    <a:pt x="5228980" y="5091048"/>
                  </a:lnTo>
                  <a:lnTo>
                    <a:pt x="5256672" y="5072380"/>
                  </a:lnTo>
                  <a:lnTo>
                    <a:pt x="5275339" y="5044691"/>
                  </a:lnTo>
                  <a:lnTo>
                    <a:pt x="5282184" y="5010784"/>
                  </a:lnTo>
                  <a:lnTo>
                    <a:pt x="5282184" y="87121"/>
                  </a:lnTo>
                  <a:lnTo>
                    <a:pt x="5275339" y="53203"/>
                  </a:lnTo>
                  <a:lnTo>
                    <a:pt x="5256672" y="25511"/>
                  </a:lnTo>
                  <a:lnTo>
                    <a:pt x="5228980" y="6844"/>
                  </a:lnTo>
                  <a:lnTo>
                    <a:pt x="5195062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8255507" y="4052061"/>
            <a:ext cx="266573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Confluent</a:t>
            </a:r>
            <a:r>
              <a:rPr sz="1600" b="1" spc="6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Platform</a:t>
            </a:r>
            <a:r>
              <a:rPr sz="1600" b="1" spc="10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221F1F"/>
                </a:solidFill>
                <a:latin typeface="Malgun Gothic"/>
                <a:cs typeface="Malgun Gothic"/>
              </a:rPr>
              <a:t>Cluster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723631" y="6566941"/>
            <a:ext cx="957580" cy="584200"/>
            <a:chOff x="7723631" y="6566941"/>
            <a:chExt cx="957580" cy="584200"/>
          </a:xfrm>
        </p:grpSpPr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23631" y="6566941"/>
              <a:ext cx="957059" cy="583666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756143" y="6599046"/>
              <a:ext cx="842010" cy="469265"/>
            </a:xfrm>
            <a:custGeom>
              <a:avLst/>
              <a:gdLst/>
              <a:ahLst/>
              <a:cxnLst/>
              <a:rect l="l" t="t" r="r" b="b"/>
              <a:pathLst>
                <a:path w="842009" h="469265">
                  <a:moveTo>
                    <a:pt x="841819" y="0"/>
                  </a:moveTo>
                  <a:lnTo>
                    <a:pt x="0" y="0"/>
                  </a:lnTo>
                  <a:lnTo>
                    <a:pt x="0" y="468883"/>
                  </a:lnTo>
                  <a:lnTo>
                    <a:pt x="841819" y="468883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756143" y="6599046"/>
              <a:ext cx="842010" cy="469265"/>
            </a:xfrm>
            <a:custGeom>
              <a:avLst/>
              <a:gdLst/>
              <a:ahLst/>
              <a:cxnLst/>
              <a:rect l="l" t="t" r="r" b="b"/>
              <a:pathLst>
                <a:path w="842009" h="469265">
                  <a:moveTo>
                    <a:pt x="0" y="468883"/>
                  </a:moveTo>
                  <a:lnTo>
                    <a:pt x="841819" y="468883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468883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8025383" y="6758178"/>
            <a:ext cx="3162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723631" y="7034821"/>
            <a:ext cx="957580" cy="341630"/>
            <a:chOff x="7723631" y="7034821"/>
            <a:chExt cx="957580" cy="341630"/>
          </a:xfrm>
        </p:grpSpPr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23631" y="7034821"/>
              <a:ext cx="957059" cy="327621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929371" y="7054557"/>
              <a:ext cx="542556" cy="32160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756143" y="7067879"/>
              <a:ext cx="842010" cy="213360"/>
            </a:xfrm>
            <a:custGeom>
              <a:avLst/>
              <a:gdLst/>
              <a:ahLst/>
              <a:cxnLst/>
              <a:rect l="l" t="t" r="r" b="b"/>
              <a:pathLst>
                <a:path w="842009" h="213359">
                  <a:moveTo>
                    <a:pt x="841819" y="0"/>
                  </a:moveTo>
                  <a:lnTo>
                    <a:pt x="0" y="0"/>
                  </a:lnTo>
                  <a:lnTo>
                    <a:pt x="0" y="213156"/>
                  </a:lnTo>
                  <a:lnTo>
                    <a:pt x="841819" y="213156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756143" y="7067879"/>
              <a:ext cx="842010" cy="213360"/>
            </a:xfrm>
            <a:custGeom>
              <a:avLst/>
              <a:gdLst/>
              <a:ahLst/>
              <a:cxnLst/>
              <a:rect l="l" t="t" r="r" b="b"/>
              <a:pathLst>
                <a:path w="842009" h="213359">
                  <a:moveTo>
                    <a:pt x="0" y="213156"/>
                  </a:moveTo>
                  <a:lnTo>
                    <a:pt x="841819" y="213156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213156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019288" y="7098613"/>
            <a:ext cx="32956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Node1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136635" y="5614377"/>
            <a:ext cx="1597660" cy="1537970"/>
            <a:chOff x="8136635" y="5614377"/>
            <a:chExt cx="1597660" cy="1537970"/>
          </a:xfrm>
        </p:grpSpPr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36635" y="6880885"/>
              <a:ext cx="478548" cy="271246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162543" y="6907860"/>
              <a:ext cx="376758" cy="16908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76715" y="5614377"/>
              <a:ext cx="957059" cy="60354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8809227" y="5647296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5">
                  <a:moveTo>
                    <a:pt x="841819" y="0"/>
                  </a:moveTo>
                  <a:lnTo>
                    <a:pt x="0" y="0"/>
                  </a:lnTo>
                  <a:lnTo>
                    <a:pt x="0" y="488962"/>
                  </a:lnTo>
                  <a:lnTo>
                    <a:pt x="841819" y="488962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8809227" y="5647296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5">
                  <a:moveTo>
                    <a:pt x="0" y="488962"/>
                  </a:moveTo>
                  <a:lnTo>
                    <a:pt x="841819" y="488962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488962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979407" y="5816346"/>
            <a:ext cx="51371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Zookeeper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8776716" y="6103658"/>
            <a:ext cx="957580" cy="344805"/>
            <a:chOff x="8776716" y="6103658"/>
            <a:chExt cx="957580" cy="344805"/>
          </a:xfrm>
        </p:grpSpPr>
        <p:pic>
          <p:nvPicPr>
            <p:cNvPr id="41" name="object 4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776716" y="6103658"/>
              <a:ext cx="957059" cy="33676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982456" y="6127940"/>
              <a:ext cx="542556" cy="320103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8809228" y="6136220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5">
                  <a:moveTo>
                    <a:pt x="841819" y="0"/>
                  </a:moveTo>
                  <a:lnTo>
                    <a:pt x="0" y="0"/>
                  </a:lnTo>
                  <a:lnTo>
                    <a:pt x="0" y="222288"/>
                  </a:lnTo>
                  <a:lnTo>
                    <a:pt x="841819" y="222288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8809228" y="6136220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5">
                  <a:moveTo>
                    <a:pt x="0" y="222288"/>
                  </a:moveTo>
                  <a:lnTo>
                    <a:pt x="841819" y="222288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22228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9072371" y="6171387"/>
            <a:ext cx="32956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Node2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8763507" y="4803254"/>
            <a:ext cx="904240" cy="502284"/>
            <a:chOff x="8763507" y="4803254"/>
            <a:chExt cx="904240" cy="502284"/>
          </a:xfrm>
        </p:grpSpPr>
        <p:sp>
          <p:nvSpPr>
            <p:cNvPr id="47" name="object 47"/>
            <p:cNvSpPr/>
            <p:nvPr/>
          </p:nvSpPr>
          <p:spPr>
            <a:xfrm>
              <a:off x="8769857" y="4809604"/>
              <a:ext cx="891540" cy="489584"/>
            </a:xfrm>
            <a:custGeom>
              <a:avLst/>
              <a:gdLst/>
              <a:ahLst/>
              <a:cxnLst/>
              <a:rect l="l" t="t" r="r" b="b"/>
              <a:pathLst>
                <a:path w="891540" h="489585">
                  <a:moveTo>
                    <a:pt x="891425" y="0"/>
                  </a:moveTo>
                  <a:lnTo>
                    <a:pt x="0" y="0"/>
                  </a:lnTo>
                  <a:lnTo>
                    <a:pt x="0" y="488962"/>
                  </a:lnTo>
                  <a:lnTo>
                    <a:pt x="891425" y="488962"/>
                  </a:lnTo>
                  <a:lnTo>
                    <a:pt x="891425" y="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769857" y="4809604"/>
              <a:ext cx="891540" cy="489584"/>
            </a:xfrm>
            <a:custGeom>
              <a:avLst/>
              <a:gdLst/>
              <a:ahLst/>
              <a:cxnLst/>
              <a:rect l="l" t="t" r="r" b="b"/>
              <a:pathLst>
                <a:path w="891540" h="489585">
                  <a:moveTo>
                    <a:pt x="0" y="488962"/>
                  </a:moveTo>
                  <a:lnTo>
                    <a:pt x="891425" y="488962"/>
                  </a:lnTo>
                  <a:lnTo>
                    <a:pt x="891425" y="0"/>
                  </a:lnTo>
                  <a:lnTo>
                    <a:pt x="0" y="0"/>
                  </a:lnTo>
                  <a:lnTo>
                    <a:pt x="0" y="488962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8869933" y="4978400"/>
            <a:ext cx="70294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FFFFFF"/>
                </a:solidFill>
                <a:latin typeface="Malgun Gothic"/>
                <a:cs typeface="Malgun Gothic"/>
              </a:rPr>
              <a:t>Control </a:t>
            </a: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Center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8763507" y="5292178"/>
            <a:ext cx="904240" cy="235585"/>
            <a:chOff x="8763507" y="5292178"/>
            <a:chExt cx="904240" cy="235585"/>
          </a:xfrm>
        </p:grpSpPr>
        <p:sp>
          <p:nvSpPr>
            <p:cNvPr id="51" name="object 51"/>
            <p:cNvSpPr/>
            <p:nvPr/>
          </p:nvSpPr>
          <p:spPr>
            <a:xfrm>
              <a:off x="8769857" y="5298528"/>
              <a:ext cx="891540" cy="222885"/>
            </a:xfrm>
            <a:custGeom>
              <a:avLst/>
              <a:gdLst/>
              <a:ahLst/>
              <a:cxnLst/>
              <a:rect l="l" t="t" r="r" b="b"/>
              <a:pathLst>
                <a:path w="891540" h="222885">
                  <a:moveTo>
                    <a:pt x="891425" y="0"/>
                  </a:moveTo>
                  <a:lnTo>
                    <a:pt x="0" y="0"/>
                  </a:lnTo>
                  <a:lnTo>
                    <a:pt x="0" y="222288"/>
                  </a:lnTo>
                  <a:lnTo>
                    <a:pt x="891425" y="222288"/>
                  </a:lnTo>
                  <a:lnTo>
                    <a:pt x="8914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8769857" y="5298528"/>
              <a:ext cx="891540" cy="222885"/>
            </a:xfrm>
            <a:custGeom>
              <a:avLst/>
              <a:gdLst/>
              <a:ahLst/>
              <a:cxnLst/>
              <a:rect l="l" t="t" r="r" b="b"/>
              <a:pathLst>
                <a:path w="891540" h="222885">
                  <a:moveTo>
                    <a:pt x="0" y="222288"/>
                  </a:moveTo>
                  <a:lnTo>
                    <a:pt x="891425" y="222288"/>
                  </a:lnTo>
                  <a:lnTo>
                    <a:pt x="891425" y="0"/>
                  </a:lnTo>
                  <a:lnTo>
                    <a:pt x="0" y="0"/>
                  </a:lnTo>
                  <a:lnTo>
                    <a:pt x="0" y="222288"/>
                  </a:lnTo>
                  <a:close/>
                </a:path>
              </a:pathLst>
            </a:custGeom>
            <a:ln w="1269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9057767" y="5334127"/>
            <a:ext cx="3289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Node1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13185633" y="5289771"/>
            <a:ext cx="2054860" cy="2528570"/>
            <a:chOff x="13185633" y="5289771"/>
            <a:chExt cx="2054860" cy="2528570"/>
          </a:xfrm>
        </p:grpSpPr>
        <p:pic>
          <p:nvPicPr>
            <p:cNvPr id="55" name="object 5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185633" y="5289771"/>
              <a:ext cx="2054378" cy="252836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3842491" y="5289829"/>
              <a:ext cx="740689" cy="483082"/>
            </a:xfrm>
            <a:prstGeom prst="rect">
              <a:avLst/>
            </a:prstGeom>
          </p:spPr>
        </p:pic>
        <p:sp>
          <p:nvSpPr>
            <p:cNvPr id="57" name="object 57"/>
            <p:cNvSpPr/>
            <p:nvPr/>
          </p:nvSpPr>
          <p:spPr>
            <a:xfrm>
              <a:off x="13203173" y="5298566"/>
              <a:ext cx="1971039" cy="2452370"/>
            </a:xfrm>
            <a:custGeom>
              <a:avLst/>
              <a:gdLst/>
              <a:ahLst/>
              <a:cxnLst/>
              <a:rect l="l" t="t" r="r" b="b"/>
              <a:pathLst>
                <a:path w="1971040" h="2452370">
                  <a:moveTo>
                    <a:pt x="1937004" y="0"/>
                  </a:moveTo>
                  <a:lnTo>
                    <a:pt x="33655" y="0"/>
                  </a:lnTo>
                  <a:lnTo>
                    <a:pt x="20574" y="2633"/>
                  </a:lnTo>
                  <a:lnTo>
                    <a:pt x="9874" y="9826"/>
                  </a:lnTo>
                  <a:lnTo>
                    <a:pt x="2651" y="20520"/>
                  </a:lnTo>
                  <a:lnTo>
                    <a:pt x="0" y="33655"/>
                  </a:lnTo>
                  <a:lnTo>
                    <a:pt x="0" y="2418588"/>
                  </a:lnTo>
                  <a:lnTo>
                    <a:pt x="2651" y="2431742"/>
                  </a:lnTo>
                  <a:lnTo>
                    <a:pt x="9874" y="2442479"/>
                  </a:lnTo>
                  <a:lnTo>
                    <a:pt x="20574" y="2449716"/>
                  </a:lnTo>
                  <a:lnTo>
                    <a:pt x="33655" y="2452370"/>
                  </a:lnTo>
                  <a:lnTo>
                    <a:pt x="1937004" y="2452370"/>
                  </a:lnTo>
                  <a:lnTo>
                    <a:pt x="1950085" y="2449716"/>
                  </a:lnTo>
                  <a:lnTo>
                    <a:pt x="1960784" y="2442479"/>
                  </a:lnTo>
                  <a:lnTo>
                    <a:pt x="1968007" y="2431742"/>
                  </a:lnTo>
                  <a:lnTo>
                    <a:pt x="1970659" y="2418588"/>
                  </a:lnTo>
                  <a:lnTo>
                    <a:pt x="1970659" y="33655"/>
                  </a:lnTo>
                  <a:lnTo>
                    <a:pt x="1968007" y="20520"/>
                  </a:lnTo>
                  <a:lnTo>
                    <a:pt x="1960784" y="9826"/>
                  </a:lnTo>
                  <a:lnTo>
                    <a:pt x="1950085" y="2633"/>
                  </a:lnTo>
                  <a:lnTo>
                    <a:pt x="1937004" y="0"/>
                  </a:lnTo>
                  <a:close/>
                </a:path>
              </a:pathLst>
            </a:custGeom>
            <a:solidFill>
              <a:srgbClr val="DFEF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3978762" y="5355716"/>
            <a:ext cx="43370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solidFill>
                  <a:srgbClr val="221F1F"/>
                </a:solidFill>
                <a:latin typeface="Malgun Gothic"/>
                <a:cs typeface="Malgun Gothic"/>
              </a:rPr>
              <a:t>SINK</a:t>
            </a:r>
            <a:endParaRPr sz="1400">
              <a:latin typeface="Malgun Gothic"/>
              <a:cs typeface="Malgun Gothic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029200" y="5640311"/>
            <a:ext cx="1687195" cy="1252855"/>
            <a:chOff x="5029200" y="5640311"/>
            <a:chExt cx="1687195" cy="1252855"/>
          </a:xfrm>
        </p:grpSpPr>
        <p:pic>
          <p:nvPicPr>
            <p:cNvPr id="60" name="object 6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29200" y="5640311"/>
              <a:ext cx="1687068" cy="1252740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5061838" y="5672772"/>
              <a:ext cx="1572895" cy="1137920"/>
            </a:xfrm>
            <a:custGeom>
              <a:avLst/>
              <a:gdLst/>
              <a:ahLst/>
              <a:cxnLst/>
              <a:rect l="l" t="t" r="r" b="b"/>
              <a:pathLst>
                <a:path w="1572895" h="1137920">
                  <a:moveTo>
                    <a:pt x="1572767" y="0"/>
                  </a:moveTo>
                  <a:lnTo>
                    <a:pt x="0" y="0"/>
                  </a:lnTo>
                  <a:lnTo>
                    <a:pt x="0" y="1137602"/>
                  </a:lnTo>
                  <a:lnTo>
                    <a:pt x="1572767" y="1137602"/>
                  </a:lnTo>
                  <a:lnTo>
                    <a:pt x="1572767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5061838" y="5672772"/>
              <a:ext cx="1572895" cy="1137920"/>
            </a:xfrm>
            <a:custGeom>
              <a:avLst/>
              <a:gdLst/>
              <a:ahLst/>
              <a:cxnLst/>
              <a:rect l="l" t="t" r="r" b="b"/>
              <a:pathLst>
                <a:path w="1572895" h="1137920">
                  <a:moveTo>
                    <a:pt x="0" y="1137602"/>
                  </a:moveTo>
                  <a:lnTo>
                    <a:pt x="1572767" y="1137602"/>
                  </a:lnTo>
                  <a:lnTo>
                    <a:pt x="1572767" y="0"/>
                  </a:lnTo>
                  <a:lnTo>
                    <a:pt x="0" y="0"/>
                  </a:lnTo>
                  <a:lnTo>
                    <a:pt x="0" y="1137602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5465317" y="6166230"/>
            <a:ext cx="77914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FFFFFF"/>
                </a:solidFill>
                <a:latin typeface="Malgun Gothic"/>
                <a:cs typeface="Malgun Gothic"/>
              </a:rPr>
              <a:t>Connect</a:t>
            </a:r>
            <a:r>
              <a:rPr sz="800" spc="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Worker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64" name="object 64"/>
          <p:cNvGrpSpPr/>
          <p:nvPr/>
        </p:nvGrpSpPr>
        <p:grpSpPr>
          <a:xfrm>
            <a:off x="5029200" y="6777202"/>
            <a:ext cx="1687195" cy="633095"/>
            <a:chOff x="5029200" y="6777202"/>
            <a:chExt cx="1687195" cy="633095"/>
          </a:xfrm>
        </p:grpSpPr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029200" y="6777202"/>
              <a:ext cx="1687068" cy="632485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5061838" y="6810108"/>
              <a:ext cx="1572895" cy="517525"/>
            </a:xfrm>
            <a:custGeom>
              <a:avLst/>
              <a:gdLst/>
              <a:ahLst/>
              <a:cxnLst/>
              <a:rect l="l" t="t" r="r" b="b"/>
              <a:pathLst>
                <a:path w="1572895" h="517525">
                  <a:moveTo>
                    <a:pt x="1572767" y="0"/>
                  </a:moveTo>
                  <a:lnTo>
                    <a:pt x="0" y="0"/>
                  </a:lnTo>
                  <a:lnTo>
                    <a:pt x="0" y="517156"/>
                  </a:lnTo>
                  <a:lnTo>
                    <a:pt x="1572767" y="517156"/>
                  </a:lnTo>
                  <a:lnTo>
                    <a:pt x="15727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5061838" y="6810108"/>
              <a:ext cx="1572895" cy="517525"/>
            </a:xfrm>
            <a:custGeom>
              <a:avLst/>
              <a:gdLst/>
              <a:ahLst/>
              <a:cxnLst/>
              <a:rect l="l" t="t" r="r" b="b"/>
              <a:pathLst>
                <a:path w="1572895" h="517525">
                  <a:moveTo>
                    <a:pt x="0" y="517156"/>
                  </a:moveTo>
                  <a:lnTo>
                    <a:pt x="1572767" y="517156"/>
                  </a:lnTo>
                  <a:lnTo>
                    <a:pt x="1572767" y="0"/>
                  </a:lnTo>
                  <a:lnTo>
                    <a:pt x="0" y="0"/>
                  </a:lnTo>
                  <a:lnTo>
                    <a:pt x="0" y="517156"/>
                  </a:lnTo>
                  <a:close/>
                </a:path>
              </a:pathLst>
            </a:custGeom>
            <a:ln w="1269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5690870" y="6993128"/>
            <a:ext cx="3289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Node1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0946892" y="5972581"/>
            <a:ext cx="1042669" cy="721360"/>
            <a:chOff x="10946892" y="5972581"/>
            <a:chExt cx="1042669" cy="721360"/>
          </a:xfrm>
        </p:grpSpPr>
        <p:pic>
          <p:nvPicPr>
            <p:cNvPr id="70" name="object 7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946892" y="5972581"/>
              <a:ext cx="1042428" cy="720826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971276" y="6188900"/>
              <a:ext cx="993635" cy="320103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0979277" y="6005525"/>
              <a:ext cx="929005" cy="606425"/>
            </a:xfrm>
            <a:custGeom>
              <a:avLst/>
              <a:gdLst/>
              <a:ahLst/>
              <a:cxnLst/>
              <a:rect l="l" t="t" r="r" b="b"/>
              <a:pathLst>
                <a:path w="929004" h="606425">
                  <a:moveTo>
                    <a:pt x="928738" y="0"/>
                  </a:moveTo>
                  <a:lnTo>
                    <a:pt x="0" y="0"/>
                  </a:lnTo>
                  <a:lnTo>
                    <a:pt x="0" y="606348"/>
                  </a:lnTo>
                  <a:lnTo>
                    <a:pt x="928738" y="606348"/>
                  </a:lnTo>
                  <a:lnTo>
                    <a:pt x="928738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0979277" y="6005525"/>
              <a:ext cx="929005" cy="606425"/>
            </a:xfrm>
            <a:custGeom>
              <a:avLst/>
              <a:gdLst/>
              <a:ahLst/>
              <a:cxnLst/>
              <a:rect l="l" t="t" r="r" b="b"/>
              <a:pathLst>
                <a:path w="929004" h="606425">
                  <a:moveTo>
                    <a:pt x="0" y="606348"/>
                  </a:moveTo>
                  <a:lnTo>
                    <a:pt x="928738" y="606348"/>
                  </a:lnTo>
                  <a:lnTo>
                    <a:pt x="928738" y="0"/>
                  </a:lnTo>
                  <a:lnTo>
                    <a:pt x="0" y="0"/>
                  </a:lnTo>
                  <a:lnTo>
                    <a:pt x="0" y="60634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1060938" y="6233286"/>
            <a:ext cx="77914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dirty="0">
                <a:solidFill>
                  <a:srgbClr val="FFFFFF"/>
                </a:solidFill>
                <a:latin typeface="Malgun Gothic"/>
                <a:cs typeface="Malgun Gothic"/>
              </a:rPr>
              <a:t>Connect</a:t>
            </a:r>
            <a:r>
              <a:rPr sz="800" spc="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Worker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0946892" y="6579120"/>
            <a:ext cx="1042669" cy="390525"/>
            <a:chOff x="10946892" y="6579120"/>
            <a:chExt cx="1042669" cy="390525"/>
          </a:xfrm>
        </p:grpSpPr>
        <p:pic>
          <p:nvPicPr>
            <p:cNvPr id="76" name="object 7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946892" y="6579120"/>
              <a:ext cx="1042428" cy="390131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1196828" y="6629362"/>
              <a:ext cx="542556" cy="321602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10979277" y="6611696"/>
              <a:ext cx="929005" cy="276225"/>
            </a:xfrm>
            <a:custGeom>
              <a:avLst/>
              <a:gdLst/>
              <a:ahLst/>
              <a:cxnLst/>
              <a:rect l="l" t="t" r="r" b="b"/>
              <a:pathLst>
                <a:path w="929004" h="276225">
                  <a:moveTo>
                    <a:pt x="928738" y="0"/>
                  </a:moveTo>
                  <a:lnTo>
                    <a:pt x="0" y="0"/>
                  </a:lnTo>
                  <a:lnTo>
                    <a:pt x="0" y="275640"/>
                  </a:lnTo>
                  <a:lnTo>
                    <a:pt x="928738" y="275640"/>
                  </a:lnTo>
                  <a:lnTo>
                    <a:pt x="92873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0979277" y="6611696"/>
              <a:ext cx="929005" cy="276225"/>
            </a:xfrm>
            <a:custGeom>
              <a:avLst/>
              <a:gdLst/>
              <a:ahLst/>
              <a:cxnLst/>
              <a:rect l="l" t="t" r="r" b="b"/>
              <a:pathLst>
                <a:path w="929004" h="276225">
                  <a:moveTo>
                    <a:pt x="0" y="275640"/>
                  </a:moveTo>
                  <a:lnTo>
                    <a:pt x="928738" y="275640"/>
                  </a:lnTo>
                  <a:lnTo>
                    <a:pt x="928738" y="0"/>
                  </a:lnTo>
                  <a:lnTo>
                    <a:pt x="0" y="0"/>
                  </a:lnTo>
                  <a:lnTo>
                    <a:pt x="0" y="275640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0" name="object 80"/>
          <p:cNvSpPr txBox="1"/>
          <p:nvPr/>
        </p:nvSpPr>
        <p:spPr>
          <a:xfrm>
            <a:off x="11286490" y="6673977"/>
            <a:ext cx="3289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Node2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81" name="object 81"/>
          <p:cNvGrpSpPr/>
          <p:nvPr/>
        </p:nvGrpSpPr>
        <p:grpSpPr>
          <a:xfrm>
            <a:off x="9793223" y="5615914"/>
            <a:ext cx="957580" cy="605155"/>
            <a:chOff x="9793223" y="5615914"/>
            <a:chExt cx="957580" cy="605155"/>
          </a:xfrm>
        </p:grpSpPr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793223" y="5615914"/>
              <a:ext cx="957059" cy="605053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9826370" y="5649201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5">
                  <a:moveTo>
                    <a:pt x="841819" y="0"/>
                  </a:moveTo>
                  <a:lnTo>
                    <a:pt x="0" y="0"/>
                  </a:lnTo>
                  <a:lnTo>
                    <a:pt x="0" y="488962"/>
                  </a:lnTo>
                  <a:lnTo>
                    <a:pt x="841819" y="488962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9826370" y="5649201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5">
                  <a:moveTo>
                    <a:pt x="0" y="488962"/>
                  </a:moveTo>
                  <a:lnTo>
                    <a:pt x="841819" y="488962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488962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9996551" y="5818123"/>
            <a:ext cx="51371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Zookeeper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9793223" y="6105181"/>
            <a:ext cx="957580" cy="344805"/>
            <a:chOff x="9793223" y="6105181"/>
            <a:chExt cx="957580" cy="344805"/>
          </a:xfrm>
        </p:grpSpPr>
        <p:pic>
          <p:nvPicPr>
            <p:cNvPr id="87" name="object 8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793223" y="6105181"/>
              <a:ext cx="957059" cy="336765"/>
            </a:xfrm>
            <a:prstGeom prst="rect">
              <a:avLst/>
            </a:prstGeom>
          </p:spPr>
        </p:pic>
        <p:pic>
          <p:nvPicPr>
            <p:cNvPr id="88" name="object 8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000487" y="6129464"/>
              <a:ext cx="542556" cy="320103"/>
            </a:xfrm>
            <a:prstGeom prst="rect">
              <a:avLst/>
            </a:prstGeom>
          </p:spPr>
        </p:pic>
        <p:sp>
          <p:nvSpPr>
            <p:cNvPr id="89" name="object 89"/>
            <p:cNvSpPr/>
            <p:nvPr/>
          </p:nvSpPr>
          <p:spPr>
            <a:xfrm>
              <a:off x="9826370" y="6137998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5">
                  <a:moveTo>
                    <a:pt x="841819" y="0"/>
                  </a:moveTo>
                  <a:lnTo>
                    <a:pt x="0" y="0"/>
                  </a:lnTo>
                  <a:lnTo>
                    <a:pt x="0" y="222288"/>
                  </a:lnTo>
                  <a:lnTo>
                    <a:pt x="841819" y="222288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9826370" y="6137998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5">
                  <a:moveTo>
                    <a:pt x="0" y="222288"/>
                  </a:moveTo>
                  <a:lnTo>
                    <a:pt x="841819" y="222288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22228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10089515" y="6173165"/>
            <a:ext cx="32956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Node3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7729728" y="5626569"/>
            <a:ext cx="955675" cy="603885"/>
            <a:chOff x="7729728" y="5626569"/>
            <a:chExt cx="955675" cy="603885"/>
          </a:xfrm>
        </p:grpSpPr>
        <p:pic>
          <p:nvPicPr>
            <p:cNvPr id="93" name="object 93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729728" y="5626569"/>
              <a:ext cx="955548" cy="603542"/>
            </a:xfrm>
            <a:prstGeom prst="rect">
              <a:avLst/>
            </a:prstGeom>
          </p:spPr>
        </p:pic>
        <p:sp>
          <p:nvSpPr>
            <p:cNvPr id="94" name="object 94"/>
            <p:cNvSpPr/>
            <p:nvPr/>
          </p:nvSpPr>
          <p:spPr>
            <a:xfrm>
              <a:off x="7761732" y="5659869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5">
                  <a:moveTo>
                    <a:pt x="841819" y="0"/>
                  </a:moveTo>
                  <a:lnTo>
                    <a:pt x="0" y="0"/>
                  </a:lnTo>
                  <a:lnTo>
                    <a:pt x="0" y="488962"/>
                  </a:lnTo>
                  <a:lnTo>
                    <a:pt x="841819" y="488962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7761732" y="5659869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5">
                  <a:moveTo>
                    <a:pt x="0" y="488962"/>
                  </a:moveTo>
                  <a:lnTo>
                    <a:pt x="841819" y="488962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488962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7931784" y="5828791"/>
            <a:ext cx="513715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Zookeeper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7729728" y="6115849"/>
            <a:ext cx="955675" cy="344805"/>
            <a:chOff x="7729728" y="6115849"/>
            <a:chExt cx="955675" cy="344805"/>
          </a:xfrm>
        </p:grpSpPr>
        <p:pic>
          <p:nvPicPr>
            <p:cNvPr id="98" name="object 98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729728" y="6115849"/>
              <a:ext cx="955548" cy="336765"/>
            </a:xfrm>
            <a:prstGeom prst="rect">
              <a:avLst/>
            </a:prstGeom>
          </p:spPr>
        </p:pic>
        <p:pic>
          <p:nvPicPr>
            <p:cNvPr id="99" name="object 99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935468" y="6140132"/>
              <a:ext cx="542556" cy="320103"/>
            </a:xfrm>
            <a:prstGeom prst="rect">
              <a:avLst/>
            </a:prstGeom>
          </p:spPr>
        </p:pic>
        <p:sp>
          <p:nvSpPr>
            <p:cNvPr id="100" name="object 100"/>
            <p:cNvSpPr/>
            <p:nvPr/>
          </p:nvSpPr>
          <p:spPr>
            <a:xfrm>
              <a:off x="7761732" y="6148666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5">
                  <a:moveTo>
                    <a:pt x="841819" y="0"/>
                  </a:moveTo>
                  <a:lnTo>
                    <a:pt x="0" y="0"/>
                  </a:lnTo>
                  <a:lnTo>
                    <a:pt x="0" y="222288"/>
                  </a:lnTo>
                  <a:lnTo>
                    <a:pt x="841819" y="222288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761732" y="6148666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5">
                  <a:moveTo>
                    <a:pt x="0" y="222288"/>
                  </a:moveTo>
                  <a:lnTo>
                    <a:pt x="841819" y="222288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22228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8024748" y="6184138"/>
            <a:ext cx="3289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Node1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03" name="object 103"/>
          <p:cNvGrpSpPr/>
          <p:nvPr/>
        </p:nvGrpSpPr>
        <p:grpSpPr>
          <a:xfrm>
            <a:off x="8761476" y="6556273"/>
            <a:ext cx="957580" cy="584200"/>
            <a:chOff x="8761476" y="6556273"/>
            <a:chExt cx="957580" cy="584200"/>
          </a:xfrm>
        </p:grpSpPr>
        <p:pic>
          <p:nvPicPr>
            <p:cNvPr id="104" name="object 10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761476" y="6556273"/>
              <a:ext cx="957059" cy="583666"/>
            </a:xfrm>
            <a:prstGeom prst="rect">
              <a:avLst/>
            </a:prstGeom>
          </p:spPr>
        </p:pic>
        <p:sp>
          <p:nvSpPr>
            <p:cNvPr id="105" name="object 105"/>
            <p:cNvSpPr/>
            <p:nvPr/>
          </p:nvSpPr>
          <p:spPr>
            <a:xfrm>
              <a:off x="8794750" y="6589014"/>
              <a:ext cx="842010" cy="469265"/>
            </a:xfrm>
            <a:custGeom>
              <a:avLst/>
              <a:gdLst/>
              <a:ahLst/>
              <a:cxnLst/>
              <a:rect l="l" t="t" r="r" b="b"/>
              <a:pathLst>
                <a:path w="842009" h="469265">
                  <a:moveTo>
                    <a:pt x="841819" y="0"/>
                  </a:moveTo>
                  <a:lnTo>
                    <a:pt x="0" y="0"/>
                  </a:lnTo>
                  <a:lnTo>
                    <a:pt x="0" y="468884"/>
                  </a:lnTo>
                  <a:lnTo>
                    <a:pt x="841819" y="468884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8794750" y="6589014"/>
              <a:ext cx="842010" cy="469265"/>
            </a:xfrm>
            <a:custGeom>
              <a:avLst/>
              <a:gdLst/>
              <a:ahLst/>
              <a:cxnLst/>
              <a:rect l="l" t="t" r="r" b="b"/>
              <a:pathLst>
                <a:path w="842009" h="469265">
                  <a:moveTo>
                    <a:pt x="0" y="468884"/>
                  </a:moveTo>
                  <a:lnTo>
                    <a:pt x="841819" y="468884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468884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9063863" y="6748018"/>
            <a:ext cx="3162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8761476" y="7025678"/>
            <a:ext cx="957580" cy="340360"/>
            <a:chOff x="8761476" y="7025678"/>
            <a:chExt cx="957580" cy="340360"/>
          </a:xfrm>
        </p:grpSpPr>
        <p:pic>
          <p:nvPicPr>
            <p:cNvPr id="109" name="object 109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8761476" y="7025678"/>
              <a:ext cx="957059" cy="327621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8968740" y="7043889"/>
              <a:ext cx="542556" cy="321602"/>
            </a:xfrm>
            <a:prstGeom prst="rect">
              <a:avLst/>
            </a:prstGeom>
          </p:spPr>
        </p:pic>
        <p:sp>
          <p:nvSpPr>
            <p:cNvPr id="111" name="object 111"/>
            <p:cNvSpPr/>
            <p:nvPr/>
          </p:nvSpPr>
          <p:spPr>
            <a:xfrm>
              <a:off x="8794750" y="7057847"/>
              <a:ext cx="842010" cy="213360"/>
            </a:xfrm>
            <a:custGeom>
              <a:avLst/>
              <a:gdLst/>
              <a:ahLst/>
              <a:cxnLst/>
              <a:rect l="l" t="t" r="r" b="b"/>
              <a:pathLst>
                <a:path w="842009" h="213359">
                  <a:moveTo>
                    <a:pt x="841819" y="0"/>
                  </a:moveTo>
                  <a:lnTo>
                    <a:pt x="0" y="0"/>
                  </a:lnTo>
                  <a:lnTo>
                    <a:pt x="0" y="213156"/>
                  </a:lnTo>
                  <a:lnTo>
                    <a:pt x="841819" y="213156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8794750" y="7057847"/>
              <a:ext cx="842010" cy="213360"/>
            </a:xfrm>
            <a:custGeom>
              <a:avLst/>
              <a:gdLst/>
              <a:ahLst/>
              <a:cxnLst/>
              <a:rect l="l" t="t" r="r" b="b"/>
              <a:pathLst>
                <a:path w="842009" h="213359">
                  <a:moveTo>
                    <a:pt x="0" y="213156"/>
                  </a:moveTo>
                  <a:lnTo>
                    <a:pt x="841819" y="213156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213156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3" name="object 113"/>
          <p:cNvSpPr txBox="1"/>
          <p:nvPr/>
        </p:nvSpPr>
        <p:spPr>
          <a:xfrm>
            <a:off x="9057767" y="7089140"/>
            <a:ext cx="3289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Node2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14" name="object 114"/>
          <p:cNvGrpSpPr/>
          <p:nvPr/>
        </p:nvGrpSpPr>
        <p:grpSpPr>
          <a:xfrm>
            <a:off x="9174480" y="6566941"/>
            <a:ext cx="1548765" cy="584200"/>
            <a:chOff x="9174480" y="6566941"/>
            <a:chExt cx="1548765" cy="584200"/>
          </a:xfrm>
        </p:grpSpPr>
        <p:pic>
          <p:nvPicPr>
            <p:cNvPr id="115" name="object 11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174480" y="6871741"/>
              <a:ext cx="478548" cy="27124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201150" y="6897826"/>
              <a:ext cx="376758" cy="169087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765792" y="6566941"/>
              <a:ext cx="957059" cy="583666"/>
            </a:xfrm>
            <a:prstGeom prst="rect">
              <a:avLst/>
            </a:prstGeom>
          </p:spPr>
        </p:pic>
        <p:sp>
          <p:nvSpPr>
            <p:cNvPr id="118" name="object 118"/>
            <p:cNvSpPr/>
            <p:nvPr/>
          </p:nvSpPr>
          <p:spPr>
            <a:xfrm>
              <a:off x="9798558" y="6599046"/>
              <a:ext cx="842010" cy="469265"/>
            </a:xfrm>
            <a:custGeom>
              <a:avLst/>
              <a:gdLst/>
              <a:ahLst/>
              <a:cxnLst/>
              <a:rect l="l" t="t" r="r" b="b"/>
              <a:pathLst>
                <a:path w="842009" h="469265">
                  <a:moveTo>
                    <a:pt x="841819" y="0"/>
                  </a:moveTo>
                  <a:lnTo>
                    <a:pt x="0" y="0"/>
                  </a:lnTo>
                  <a:lnTo>
                    <a:pt x="0" y="468883"/>
                  </a:lnTo>
                  <a:lnTo>
                    <a:pt x="841819" y="468883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" name="object 119"/>
            <p:cNvSpPr/>
            <p:nvPr/>
          </p:nvSpPr>
          <p:spPr>
            <a:xfrm>
              <a:off x="9798558" y="6599046"/>
              <a:ext cx="842010" cy="469265"/>
            </a:xfrm>
            <a:custGeom>
              <a:avLst/>
              <a:gdLst/>
              <a:ahLst/>
              <a:cxnLst/>
              <a:rect l="l" t="t" r="r" b="b"/>
              <a:pathLst>
                <a:path w="842009" h="469265">
                  <a:moveTo>
                    <a:pt x="0" y="468883"/>
                  </a:moveTo>
                  <a:lnTo>
                    <a:pt x="841819" y="468883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468883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0" name="object 120"/>
          <p:cNvSpPr txBox="1"/>
          <p:nvPr/>
        </p:nvSpPr>
        <p:spPr>
          <a:xfrm>
            <a:off x="10067797" y="6758178"/>
            <a:ext cx="3162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Broker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21" name="object 121"/>
          <p:cNvGrpSpPr/>
          <p:nvPr/>
        </p:nvGrpSpPr>
        <p:grpSpPr>
          <a:xfrm>
            <a:off x="9765792" y="7034821"/>
            <a:ext cx="957580" cy="341630"/>
            <a:chOff x="9765792" y="7034821"/>
            <a:chExt cx="957580" cy="341630"/>
          </a:xfrm>
        </p:grpSpPr>
        <p:pic>
          <p:nvPicPr>
            <p:cNvPr id="122" name="object 122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765792" y="7034821"/>
              <a:ext cx="957059" cy="327621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9971532" y="7054557"/>
              <a:ext cx="542556" cy="321602"/>
            </a:xfrm>
            <a:prstGeom prst="rect">
              <a:avLst/>
            </a:prstGeom>
          </p:spPr>
        </p:pic>
        <p:sp>
          <p:nvSpPr>
            <p:cNvPr id="124" name="object 124"/>
            <p:cNvSpPr/>
            <p:nvPr/>
          </p:nvSpPr>
          <p:spPr>
            <a:xfrm>
              <a:off x="9798558" y="7067879"/>
              <a:ext cx="842010" cy="213360"/>
            </a:xfrm>
            <a:custGeom>
              <a:avLst/>
              <a:gdLst/>
              <a:ahLst/>
              <a:cxnLst/>
              <a:rect l="l" t="t" r="r" b="b"/>
              <a:pathLst>
                <a:path w="842009" h="213359">
                  <a:moveTo>
                    <a:pt x="841819" y="0"/>
                  </a:moveTo>
                  <a:lnTo>
                    <a:pt x="0" y="0"/>
                  </a:lnTo>
                  <a:lnTo>
                    <a:pt x="0" y="213156"/>
                  </a:lnTo>
                  <a:lnTo>
                    <a:pt x="841819" y="213156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9798558" y="7067879"/>
              <a:ext cx="842010" cy="213360"/>
            </a:xfrm>
            <a:custGeom>
              <a:avLst/>
              <a:gdLst/>
              <a:ahLst/>
              <a:cxnLst/>
              <a:rect l="l" t="t" r="r" b="b"/>
              <a:pathLst>
                <a:path w="842009" h="213359">
                  <a:moveTo>
                    <a:pt x="0" y="213156"/>
                  </a:moveTo>
                  <a:lnTo>
                    <a:pt x="841819" y="213156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213156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6" name="object 126"/>
          <p:cNvSpPr txBox="1"/>
          <p:nvPr/>
        </p:nvSpPr>
        <p:spPr>
          <a:xfrm>
            <a:off x="10061702" y="7098613"/>
            <a:ext cx="329565" cy="1504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Node3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27" name="object 127"/>
          <p:cNvGrpSpPr/>
          <p:nvPr/>
        </p:nvGrpSpPr>
        <p:grpSpPr>
          <a:xfrm>
            <a:off x="9680447" y="6880885"/>
            <a:ext cx="977265" cy="1339850"/>
            <a:chOff x="9680447" y="6880885"/>
            <a:chExt cx="977265" cy="1339850"/>
          </a:xfrm>
        </p:grpSpPr>
        <p:pic>
          <p:nvPicPr>
            <p:cNvPr id="128" name="object 12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0178795" y="6880885"/>
              <a:ext cx="478548" cy="271246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0204957" y="6907860"/>
              <a:ext cx="376758" cy="169087"/>
            </a:xfrm>
            <a:prstGeom prst="rect">
              <a:avLst/>
            </a:prstGeom>
          </p:spPr>
        </p:pic>
        <p:pic>
          <p:nvPicPr>
            <p:cNvPr id="130" name="object 130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680447" y="7616913"/>
              <a:ext cx="957059" cy="603542"/>
            </a:xfrm>
            <a:prstGeom prst="rect">
              <a:avLst/>
            </a:prstGeom>
          </p:spPr>
        </p:pic>
        <p:pic>
          <p:nvPicPr>
            <p:cNvPr id="131" name="object 131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857231" y="7711452"/>
              <a:ext cx="600443" cy="444995"/>
            </a:xfrm>
            <a:prstGeom prst="rect">
              <a:avLst/>
            </a:prstGeom>
          </p:spPr>
        </p:pic>
        <p:sp>
          <p:nvSpPr>
            <p:cNvPr id="132" name="object 132"/>
            <p:cNvSpPr/>
            <p:nvPr/>
          </p:nvSpPr>
          <p:spPr>
            <a:xfrm>
              <a:off x="9712959" y="7649451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4">
                  <a:moveTo>
                    <a:pt x="841819" y="0"/>
                  </a:moveTo>
                  <a:lnTo>
                    <a:pt x="0" y="0"/>
                  </a:lnTo>
                  <a:lnTo>
                    <a:pt x="0" y="488962"/>
                  </a:lnTo>
                  <a:lnTo>
                    <a:pt x="841819" y="488962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712959" y="7649451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4">
                  <a:moveTo>
                    <a:pt x="0" y="488962"/>
                  </a:moveTo>
                  <a:lnTo>
                    <a:pt x="841819" y="488962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488962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9947147" y="7756652"/>
            <a:ext cx="385445" cy="27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445">
              <a:lnSpc>
                <a:spcPct val="101299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Schema Registry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9680447" y="8106194"/>
            <a:ext cx="957580" cy="344805"/>
            <a:chOff x="9680447" y="8106194"/>
            <a:chExt cx="957580" cy="344805"/>
          </a:xfrm>
        </p:grpSpPr>
        <p:pic>
          <p:nvPicPr>
            <p:cNvPr id="136" name="object 136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80447" y="8106194"/>
              <a:ext cx="957059" cy="336765"/>
            </a:xfrm>
            <a:prstGeom prst="rect">
              <a:avLst/>
            </a:prstGeom>
          </p:spPr>
        </p:pic>
        <p:pic>
          <p:nvPicPr>
            <p:cNvPr id="137" name="object 137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886187" y="8128978"/>
              <a:ext cx="542556" cy="321602"/>
            </a:xfrm>
            <a:prstGeom prst="rect">
              <a:avLst/>
            </a:prstGeom>
          </p:spPr>
        </p:pic>
        <p:sp>
          <p:nvSpPr>
            <p:cNvPr id="138" name="object 138"/>
            <p:cNvSpPr/>
            <p:nvPr/>
          </p:nvSpPr>
          <p:spPr>
            <a:xfrm>
              <a:off x="9712959" y="8138249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4">
                  <a:moveTo>
                    <a:pt x="841819" y="0"/>
                  </a:moveTo>
                  <a:lnTo>
                    <a:pt x="0" y="0"/>
                  </a:lnTo>
                  <a:lnTo>
                    <a:pt x="0" y="222288"/>
                  </a:lnTo>
                  <a:lnTo>
                    <a:pt x="841819" y="222288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9" name="object 139"/>
            <p:cNvSpPr/>
            <p:nvPr/>
          </p:nvSpPr>
          <p:spPr>
            <a:xfrm>
              <a:off x="9712959" y="8138249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4">
                  <a:moveTo>
                    <a:pt x="0" y="222288"/>
                  </a:moveTo>
                  <a:lnTo>
                    <a:pt x="841819" y="222288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22228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0" name="object 140"/>
          <p:cNvSpPr txBox="1"/>
          <p:nvPr/>
        </p:nvSpPr>
        <p:spPr>
          <a:xfrm>
            <a:off x="9976104" y="8174228"/>
            <a:ext cx="3289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Node2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41" name="object 141"/>
          <p:cNvSpPr txBox="1"/>
          <p:nvPr/>
        </p:nvSpPr>
        <p:spPr>
          <a:xfrm>
            <a:off x="5039867" y="5739130"/>
            <a:ext cx="1637664" cy="2120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1200" dirty="0">
                <a:solidFill>
                  <a:srgbClr val="221F1F"/>
                </a:solidFill>
                <a:latin typeface="Malgun Gothic"/>
                <a:cs typeface="Malgun Gothic"/>
              </a:rPr>
              <a:t>CDC</a:t>
            </a:r>
            <a:r>
              <a:rPr sz="120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221F1F"/>
                </a:solidFill>
                <a:latin typeface="Malgun Gothic"/>
                <a:cs typeface="Malgun Gothic"/>
              </a:rPr>
              <a:t>Source</a:t>
            </a:r>
            <a:r>
              <a:rPr sz="1200" spc="4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221F1F"/>
                </a:solidFill>
                <a:latin typeface="Malgun Gothic"/>
                <a:cs typeface="Malgun Gothic"/>
              </a:rPr>
              <a:t>Connector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12223242" y="6515849"/>
            <a:ext cx="1014730" cy="461009"/>
            <a:chOff x="12223242" y="6515849"/>
            <a:chExt cx="1014730" cy="461009"/>
          </a:xfrm>
        </p:grpSpPr>
        <p:sp>
          <p:nvSpPr>
            <p:cNvPr id="143" name="object 143"/>
            <p:cNvSpPr/>
            <p:nvPr/>
          </p:nvSpPr>
          <p:spPr>
            <a:xfrm>
              <a:off x="12223242" y="6705473"/>
              <a:ext cx="1014730" cy="78105"/>
            </a:xfrm>
            <a:custGeom>
              <a:avLst/>
              <a:gdLst/>
              <a:ahLst/>
              <a:cxnLst/>
              <a:rect l="l" t="t" r="r" b="b"/>
              <a:pathLst>
                <a:path w="1014730" h="78104">
                  <a:moveTo>
                    <a:pt x="37973" y="1650"/>
                  </a:moveTo>
                  <a:lnTo>
                    <a:pt x="23199" y="4659"/>
                  </a:lnTo>
                  <a:lnTo>
                    <a:pt x="11128" y="12858"/>
                  </a:lnTo>
                  <a:lnTo>
                    <a:pt x="3094" y="24850"/>
                  </a:lnTo>
                  <a:lnTo>
                    <a:pt x="2986" y="25011"/>
                  </a:lnTo>
                  <a:lnTo>
                    <a:pt x="51" y="39624"/>
                  </a:lnTo>
                  <a:lnTo>
                    <a:pt x="0" y="39877"/>
                  </a:lnTo>
                  <a:lnTo>
                    <a:pt x="2973" y="54490"/>
                  </a:lnTo>
                  <a:lnTo>
                    <a:pt x="3006" y="54651"/>
                  </a:lnTo>
                  <a:lnTo>
                    <a:pt x="11191" y="66722"/>
                  </a:lnTo>
                  <a:lnTo>
                    <a:pt x="23306" y="74864"/>
                  </a:lnTo>
                  <a:lnTo>
                    <a:pt x="38100" y="77850"/>
                  </a:lnTo>
                  <a:lnTo>
                    <a:pt x="52839" y="74864"/>
                  </a:lnTo>
                  <a:lnTo>
                    <a:pt x="64938" y="66722"/>
                  </a:lnTo>
                  <a:lnTo>
                    <a:pt x="73103" y="54651"/>
                  </a:lnTo>
                  <a:lnTo>
                    <a:pt x="73211" y="54490"/>
                  </a:lnTo>
                  <a:lnTo>
                    <a:pt x="75229" y="44450"/>
                  </a:lnTo>
                  <a:lnTo>
                    <a:pt x="38100" y="44450"/>
                  </a:lnTo>
                  <a:lnTo>
                    <a:pt x="38100" y="34925"/>
                  </a:lnTo>
                  <a:lnTo>
                    <a:pt x="75243" y="34925"/>
                  </a:lnTo>
                  <a:lnTo>
                    <a:pt x="73224" y="25011"/>
                  </a:lnTo>
                  <a:lnTo>
                    <a:pt x="73191" y="24850"/>
                  </a:lnTo>
                  <a:lnTo>
                    <a:pt x="65046" y="12858"/>
                  </a:lnTo>
                  <a:lnTo>
                    <a:pt x="52872" y="4659"/>
                  </a:lnTo>
                  <a:lnTo>
                    <a:pt x="37973" y="1650"/>
                  </a:lnTo>
                  <a:close/>
                </a:path>
                <a:path w="1014730" h="78104">
                  <a:moveTo>
                    <a:pt x="938148" y="0"/>
                  </a:moveTo>
                  <a:lnTo>
                    <a:pt x="938275" y="76200"/>
                  </a:lnTo>
                  <a:lnTo>
                    <a:pt x="1004450" y="42947"/>
                  </a:lnTo>
                  <a:lnTo>
                    <a:pt x="950848" y="42947"/>
                  </a:lnTo>
                  <a:lnTo>
                    <a:pt x="950848" y="33422"/>
                  </a:lnTo>
                  <a:lnTo>
                    <a:pt x="1005216" y="33422"/>
                  </a:lnTo>
                  <a:lnTo>
                    <a:pt x="938148" y="0"/>
                  </a:lnTo>
                  <a:close/>
                </a:path>
                <a:path w="1014730" h="78104">
                  <a:moveTo>
                    <a:pt x="938204" y="33422"/>
                  </a:moveTo>
                  <a:lnTo>
                    <a:pt x="38100" y="34925"/>
                  </a:lnTo>
                  <a:lnTo>
                    <a:pt x="38100" y="44450"/>
                  </a:lnTo>
                  <a:lnTo>
                    <a:pt x="75229" y="44450"/>
                  </a:lnTo>
                  <a:lnTo>
                    <a:pt x="76148" y="39877"/>
                  </a:lnTo>
                  <a:lnTo>
                    <a:pt x="76200" y="39624"/>
                  </a:lnTo>
                  <a:lnTo>
                    <a:pt x="75243" y="34925"/>
                  </a:lnTo>
                  <a:lnTo>
                    <a:pt x="938207" y="34925"/>
                  </a:lnTo>
                  <a:lnTo>
                    <a:pt x="938204" y="33422"/>
                  </a:lnTo>
                  <a:close/>
                </a:path>
                <a:path w="1014730" h="78104">
                  <a:moveTo>
                    <a:pt x="938207" y="34925"/>
                  </a:moveTo>
                  <a:lnTo>
                    <a:pt x="75243" y="34925"/>
                  </a:lnTo>
                  <a:lnTo>
                    <a:pt x="76200" y="39624"/>
                  </a:lnTo>
                  <a:lnTo>
                    <a:pt x="75229" y="44450"/>
                  </a:lnTo>
                  <a:lnTo>
                    <a:pt x="38099" y="44450"/>
                  </a:lnTo>
                  <a:lnTo>
                    <a:pt x="938220" y="42947"/>
                  </a:lnTo>
                  <a:lnTo>
                    <a:pt x="938207" y="34925"/>
                  </a:lnTo>
                  <a:close/>
                </a:path>
                <a:path w="1014730" h="78104">
                  <a:moveTo>
                    <a:pt x="1005216" y="33422"/>
                  </a:moveTo>
                  <a:lnTo>
                    <a:pt x="950848" y="33422"/>
                  </a:lnTo>
                  <a:lnTo>
                    <a:pt x="950848" y="42947"/>
                  </a:lnTo>
                  <a:lnTo>
                    <a:pt x="1004450" y="42947"/>
                  </a:lnTo>
                  <a:lnTo>
                    <a:pt x="1014348" y="37973"/>
                  </a:lnTo>
                  <a:lnTo>
                    <a:pt x="1005216" y="33422"/>
                  </a:lnTo>
                  <a:close/>
                </a:path>
              </a:pathLst>
            </a:custGeom>
            <a:solidFill>
              <a:srgbClr val="007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4" name="object 144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489180" y="6515849"/>
              <a:ext cx="492785" cy="460895"/>
            </a:xfrm>
            <a:prstGeom prst="rect">
              <a:avLst/>
            </a:prstGeom>
          </p:spPr>
        </p:pic>
      </p:grpSp>
      <p:sp>
        <p:nvSpPr>
          <p:cNvPr id="145" name="object 145"/>
          <p:cNvSpPr txBox="1"/>
          <p:nvPr/>
        </p:nvSpPr>
        <p:spPr>
          <a:xfrm>
            <a:off x="12215494" y="7130288"/>
            <a:ext cx="1233805" cy="52451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R="5080" indent="-1905" algn="ctr">
              <a:lnSpc>
                <a:spcPts val="1310"/>
              </a:lnSpc>
              <a:spcBef>
                <a:spcPts val="140"/>
              </a:spcBef>
            </a:pPr>
            <a:r>
              <a:rPr sz="1100" spc="-10" dirty="0">
                <a:solidFill>
                  <a:srgbClr val="221F1F"/>
                </a:solidFill>
                <a:latin typeface="Malgun Gothic"/>
                <a:cs typeface="Malgun Gothic"/>
              </a:rPr>
              <a:t>Databricks</a:t>
            </a:r>
            <a:r>
              <a:rPr sz="1100" spc="-5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100" spc="-20" dirty="0">
                <a:solidFill>
                  <a:srgbClr val="221F1F"/>
                </a:solidFill>
                <a:latin typeface="Malgun Gothic"/>
                <a:cs typeface="Malgun Gothic"/>
              </a:rPr>
              <a:t>Delta </a:t>
            </a:r>
            <a:r>
              <a:rPr sz="1100" dirty="0">
                <a:solidFill>
                  <a:srgbClr val="221F1F"/>
                </a:solidFill>
                <a:latin typeface="Malgun Gothic"/>
                <a:cs typeface="Malgun Gothic"/>
              </a:rPr>
              <a:t>Lake</a:t>
            </a:r>
            <a:r>
              <a:rPr sz="1100" spc="-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100" spc="-20" dirty="0">
                <a:solidFill>
                  <a:srgbClr val="221F1F"/>
                </a:solidFill>
                <a:latin typeface="Malgun Gothic"/>
                <a:cs typeface="Malgun Gothic"/>
              </a:rPr>
              <a:t>Sink </a:t>
            </a:r>
            <a:r>
              <a:rPr sz="1100" spc="-10" dirty="0">
                <a:solidFill>
                  <a:srgbClr val="221F1F"/>
                </a:solidFill>
                <a:latin typeface="Malgun Gothic"/>
                <a:cs typeface="Malgun Gothic"/>
              </a:rPr>
              <a:t>Connector</a:t>
            </a:r>
            <a:r>
              <a:rPr sz="1100" spc="-5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221F1F"/>
                </a:solidFill>
                <a:latin typeface="Malgun Gothic"/>
                <a:cs typeface="Malgun Gothic"/>
              </a:rPr>
              <a:t>for</a:t>
            </a:r>
            <a:r>
              <a:rPr sz="1100" spc="-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100" spc="-25" dirty="0">
                <a:solidFill>
                  <a:srgbClr val="221F1F"/>
                </a:solidFill>
                <a:latin typeface="Malgun Gothic"/>
                <a:cs typeface="Malgun Gothic"/>
              </a:rPr>
              <a:t>AWS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5300471" y="6409435"/>
            <a:ext cx="1191895" cy="265430"/>
            <a:chOff x="5300471" y="6409435"/>
            <a:chExt cx="1191895" cy="265430"/>
          </a:xfrm>
        </p:grpSpPr>
        <p:sp>
          <p:nvSpPr>
            <p:cNvPr id="147" name="object 147"/>
            <p:cNvSpPr/>
            <p:nvPr/>
          </p:nvSpPr>
          <p:spPr>
            <a:xfrm>
              <a:off x="5313171" y="6422135"/>
              <a:ext cx="1166495" cy="240029"/>
            </a:xfrm>
            <a:custGeom>
              <a:avLst/>
              <a:gdLst/>
              <a:ahLst/>
              <a:cxnLst/>
              <a:rect l="l" t="t" r="r" b="b"/>
              <a:pathLst>
                <a:path w="1166495" h="240029">
                  <a:moveTo>
                    <a:pt x="1126489" y="0"/>
                  </a:moveTo>
                  <a:lnTo>
                    <a:pt x="40004" y="0"/>
                  </a:lnTo>
                  <a:lnTo>
                    <a:pt x="24431" y="3143"/>
                  </a:lnTo>
                  <a:lnTo>
                    <a:pt x="11715" y="11715"/>
                  </a:lnTo>
                  <a:lnTo>
                    <a:pt x="3143" y="24431"/>
                  </a:lnTo>
                  <a:lnTo>
                    <a:pt x="0" y="40004"/>
                  </a:lnTo>
                  <a:lnTo>
                    <a:pt x="0" y="199771"/>
                  </a:lnTo>
                  <a:lnTo>
                    <a:pt x="3143" y="215344"/>
                  </a:lnTo>
                  <a:lnTo>
                    <a:pt x="11715" y="228060"/>
                  </a:lnTo>
                  <a:lnTo>
                    <a:pt x="24431" y="236632"/>
                  </a:lnTo>
                  <a:lnTo>
                    <a:pt x="40004" y="239775"/>
                  </a:lnTo>
                  <a:lnTo>
                    <a:pt x="1126489" y="239775"/>
                  </a:lnTo>
                  <a:lnTo>
                    <a:pt x="1142063" y="236632"/>
                  </a:lnTo>
                  <a:lnTo>
                    <a:pt x="1154779" y="228060"/>
                  </a:lnTo>
                  <a:lnTo>
                    <a:pt x="1163351" y="215344"/>
                  </a:lnTo>
                  <a:lnTo>
                    <a:pt x="1166494" y="199771"/>
                  </a:lnTo>
                  <a:lnTo>
                    <a:pt x="1166494" y="40004"/>
                  </a:lnTo>
                  <a:lnTo>
                    <a:pt x="1163351" y="24431"/>
                  </a:lnTo>
                  <a:lnTo>
                    <a:pt x="1154779" y="11715"/>
                  </a:lnTo>
                  <a:lnTo>
                    <a:pt x="1142063" y="3143"/>
                  </a:lnTo>
                  <a:lnTo>
                    <a:pt x="1126489" y="0"/>
                  </a:lnTo>
                  <a:close/>
                </a:path>
              </a:pathLst>
            </a:custGeom>
            <a:solidFill>
              <a:srgbClr val="3E3E3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5313171" y="6422135"/>
              <a:ext cx="1166495" cy="240029"/>
            </a:xfrm>
            <a:custGeom>
              <a:avLst/>
              <a:gdLst/>
              <a:ahLst/>
              <a:cxnLst/>
              <a:rect l="l" t="t" r="r" b="b"/>
              <a:pathLst>
                <a:path w="1166495" h="240029">
                  <a:moveTo>
                    <a:pt x="0" y="40004"/>
                  </a:moveTo>
                  <a:lnTo>
                    <a:pt x="3143" y="24431"/>
                  </a:lnTo>
                  <a:lnTo>
                    <a:pt x="11715" y="11715"/>
                  </a:lnTo>
                  <a:lnTo>
                    <a:pt x="24431" y="3143"/>
                  </a:lnTo>
                  <a:lnTo>
                    <a:pt x="40004" y="0"/>
                  </a:lnTo>
                  <a:lnTo>
                    <a:pt x="1126489" y="0"/>
                  </a:lnTo>
                  <a:lnTo>
                    <a:pt x="1142063" y="3143"/>
                  </a:lnTo>
                  <a:lnTo>
                    <a:pt x="1154779" y="11715"/>
                  </a:lnTo>
                  <a:lnTo>
                    <a:pt x="1163351" y="24431"/>
                  </a:lnTo>
                  <a:lnTo>
                    <a:pt x="1166494" y="40004"/>
                  </a:lnTo>
                  <a:lnTo>
                    <a:pt x="1166494" y="199771"/>
                  </a:lnTo>
                  <a:lnTo>
                    <a:pt x="1163351" y="215344"/>
                  </a:lnTo>
                  <a:lnTo>
                    <a:pt x="1154779" y="228060"/>
                  </a:lnTo>
                  <a:lnTo>
                    <a:pt x="1142063" y="236632"/>
                  </a:lnTo>
                  <a:lnTo>
                    <a:pt x="1126489" y="239775"/>
                  </a:lnTo>
                  <a:lnTo>
                    <a:pt x="40004" y="239775"/>
                  </a:lnTo>
                  <a:lnTo>
                    <a:pt x="24431" y="236632"/>
                  </a:lnTo>
                  <a:lnTo>
                    <a:pt x="11715" y="228060"/>
                  </a:lnTo>
                  <a:lnTo>
                    <a:pt x="3143" y="215344"/>
                  </a:lnTo>
                  <a:lnTo>
                    <a:pt x="0" y="199771"/>
                  </a:lnTo>
                  <a:lnTo>
                    <a:pt x="0" y="40004"/>
                  </a:lnTo>
                  <a:close/>
                </a:path>
              </a:pathLst>
            </a:custGeom>
            <a:ln w="253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5494273" y="6444233"/>
            <a:ext cx="816610" cy="1924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FFFFFF"/>
                </a:solidFill>
                <a:latin typeface="Malgun Gothic"/>
                <a:cs typeface="Malgun Gothic"/>
              </a:rPr>
              <a:t>Custom</a:t>
            </a:r>
            <a:r>
              <a:rPr sz="1100" spc="-7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100" spc="-25" dirty="0">
                <a:solidFill>
                  <a:srgbClr val="FFFFFF"/>
                </a:solidFill>
                <a:latin typeface="Malgun Gothic"/>
                <a:cs typeface="Malgun Gothic"/>
              </a:rPr>
              <a:t>SMT</a:t>
            </a:r>
            <a:endParaRPr sz="1100">
              <a:latin typeface="Malgun Gothic"/>
              <a:cs typeface="Malgun Gothic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7979664" y="7616914"/>
            <a:ext cx="957580" cy="603885"/>
            <a:chOff x="7979664" y="7616914"/>
            <a:chExt cx="957580" cy="603885"/>
          </a:xfrm>
        </p:grpSpPr>
        <p:pic>
          <p:nvPicPr>
            <p:cNvPr id="151" name="object 151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7979664" y="7616914"/>
              <a:ext cx="957059" cy="603542"/>
            </a:xfrm>
            <a:prstGeom prst="rect">
              <a:avLst/>
            </a:prstGeom>
          </p:spPr>
        </p:pic>
        <p:pic>
          <p:nvPicPr>
            <p:cNvPr id="152" name="object 152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8156448" y="7711452"/>
              <a:ext cx="600443" cy="444995"/>
            </a:xfrm>
            <a:prstGeom prst="rect">
              <a:avLst/>
            </a:prstGeom>
          </p:spPr>
        </p:pic>
        <p:sp>
          <p:nvSpPr>
            <p:cNvPr id="153" name="object 153"/>
            <p:cNvSpPr/>
            <p:nvPr/>
          </p:nvSpPr>
          <p:spPr>
            <a:xfrm>
              <a:off x="8012303" y="7649451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4">
                  <a:moveTo>
                    <a:pt x="841819" y="0"/>
                  </a:moveTo>
                  <a:lnTo>
                    <a:pt x="0" y="0"/>
                  </a:lnTo>
                  <a:lnTo>
                    <a:pt x="0" y="488962"/>
                  </a:lnTo>
                  <a:lnTo>
                    <a:pt x="841819" y="488962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" name="object 154"/>
            <p:cNvSpPr/>
            <p:nvPr/>
          </p:nvSpPr>
          <p:spPr>
            <a:xfrm>
              <a:off x="8012303" y="7649451"/>
              <a:ext cx="842010" cy="489584"/>
            </a:xfrm>
            <a:custGeom>
              <a:avLst/>
              <a:gdLst/>
              <a:ahLst/>
              <a:cxnLst/>
              <a:rect l="l" t="t" r="r" b="b"/>
              <a:pathLst>
                <a:path w="842009" h="489584">
                  <a:moveTo>
                    <a:pt x="0" y="488962"/>
                  </a:moveTo>
                  <a:lnTo>
                    <a:pt x="841819" y="488962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488962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5" name="object 155"/>
          <p:cNvSpPr txBox="1"/>
          <p:nvPr/>
        </p:nvSpPr>
        <p:spPr>
          <a:xfrm>
            <a:off x="8246364" y="7756652"/>
            <a:ext cx="385445" cy="273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indent="4445">
              <a:lnSpc>
                <a:spcPct val="101299"/>
              </a:lnSpc>
              <a:spcBef>
                <a:spcPts val="100"/>
              </a:spcBef>
            </a:pPr>
            <a:r>
              <a:rPr sz="800" spc="-10" dirty="0">
                <a:solidFill>
                  <a:srgbClr val="FFFFFF"/>
                </a:solidFill>
                <a:latin typeface="Malgun Gothic"/>
                <a:cs typeface="Malgun Gothic"/>
              </a:rPr>
              <a:t>Schema Registry</a:t>
            </a:r>
            <a:endParaRPr sz="800">
              <a:latin typeface="Malgun Gothic"/>
              <a:cs typeface="Malgun Gothic"/>
            </a:endParaRPr>
          </a:p>
        </p:txBody>
      </p:sp>
      <p:grpSp>
        <p:nvGrpSpPr>
          <p:cNvPr id="156" name="object 156"/>
          <p:cNvGrpSpPr/>
          <p:nvPr/>
        </p:nvGrpSpPr>
        <p:grpSpPr>
          <a:xfrm>
            <a:off x="7979664" y="8106194"/>
            <a:ext cx="957580" cy="344805"/>
            <a:chOff x="7979664" y="8106194"/>
            <a:chExt cx="957580" cy="344805"/>
          </a:xfrm>
        </p:grpSpPr>
        <p:pic>
          <p:nvPicPr>
            <p:cNvPr id="157" name="object 157"/>
            <p:cNvPicPr/>
            <p:nvPr/>
          </p:nvPicPr>
          <p:blipFill>
            <a:blip r:embed="rId44" cstate="print"/>
            <a:stretch>
              <a:fillRect/>
            </a:stretch>
          </p:blipFill>
          <p:spPr>
            <a:xfrm>
              <a:off x="7979664" y="8106194"/>
              <a:ext cx="957059" cy="336765"/>
            </a:xfrm>
            <a:prstGeom prst="rect">
              <a:avLst/>
            </a:prstGeom>
          </p:spPr>
        </p:pic>
        <p:pic>
          <p:nvPicPr>
            <p:cNvPr id="158" name="object 158"/>
            <p:cNvPicPr/>
            <p:nvPr/>
          </p:nvPicPr>
          <p:blipFill>
            <a:blip r:embed="rId45" cstate="print"/>
            <a:stretch>
              <a:fillRect/>
            </a:stretch>
          </p:blipFill>
          <p:spPr>
            <a:xfrm>
              <a:off x="8185404" y="8128978"/>
              <a:ext cx="542556" cy="321602"/>
            </a:xfrm>
            <a:prstGeom prst="rect">
              <a:avLst/>
            </a:prstGeom>
          </p:spPr>
        </p:pic>
        <p:sp>
          <p:nvSpPr>
            <p:cNvPr id="159" name="object 159"/>
            <p:cNvSpPr/>
            <p:nvPr/>
          </p:nvSpPr>
          <p:spPr>
            <a:xfrm>
              <a:off x="8012303" y="8138249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4">
                  <a:moveTo>
                    <a:pt x="841819" y="0"/>
                  </a:moveTo>
                  <a:lnTo>
                    <a:pt x="0" y="0"/>
                  </a:lnTo>
                  <a:lnTo>
                    <a:pt x="0" y="222288"/>
                  </a:lnTo>
                  <a:lnTo>
                    <a:pt x="841819" y="222288"/>
                  </a:lnTo>
                  <a:lnTo>
                    <a:pt x="84181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0" name="object 160"/>
            <p:cNvSpPr/>
            <p:nvPr/>
          </p:nvSpPr>
          <p:spPr>
            <a:xfrm>
              <a:off x="8012303" y="8138249"/>
              <a:ext cx="842010" cy="222885"/>
            </a:xfrm>
            <a:custGeom>
              <a:avLst/>
              <a:gdLst/>
              <a:ahLst/>
              <a:cxnLst/>
              <a:rect l="l" t="t" r="r" b="b"/>
              <a:pathLst>
                <a:path w="842009" h="222884">
                  <a:moveTo>
                    <a:pt x="0" y="222288"/>
                  </a:moveTo>
                  <a:lnTo>
                    <a:pt x="841819" y="222288"/>
                  </a:lnTo>
                  <a:lnTo>
                    <a:pt x="841819" y="0"/>
                  </a:lnTo>
                  <a:lnTo>
                    <a:pt x="0" y="0"/>
                  </a:lnTo>
                  <a:lnTo>
                    <a:pt x="0" y="222288"/>
                  </a:lnTo>
                  <a:close/>
                </a:path>
              </a:pathLst>
            </a:custGeom>
            <a:ln w="12700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1" name="object 161"/>
          <p:cNvSpPr txBox="1"/>
          <p:nvPr/>
        </p:nvSpPr>
        <p:spPr>
          <a:xfrm>
            <a:off x="8275319" y="8174228"/>
            <a:ext cx="328930" cy="1498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z="800" spc="-10" dirty="0">
                <a:latin typeface="Malgun Gothic"/>
                <a:cs typeface="Malgun Gothic"/>
              </a:rPr>
              <a:t>Node1</a:t>
            </a:r>
            <a:endParaRPr sz="800">
              <a:latin typeface="Malgun Gothic"/>
              <a:cs typeface="Malgun Gothic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9923653" y="3487039"/>
            <a:ext cx="1878964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AWS</a:t>
            </a:r>
            <a:r>
              <a:rPr sz="1600" b="1" spc="9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분석용</a:t>
            </a:r>
            <a:r>
              <a:rPr sz="1600" b="1" spc="1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spc="-25" dirty="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163" name="object 163"/>
          <p:cNvGrpSpPr/>
          <p:nvPr/>
        </p:nvGrpSpPr>
        <p:grpSpPr>
          <a:xfrm>
            <a:off x="2871159" y="3069455"/>
            <a:ext cx="12623800" cy="4109085"/>
            <a:chOff x="2871159" y="3069455"/>
            <a:chExt cx="12623800" cy="4109085"/>
          </a:xfrm>
        </p:grpSpPr>
        <p:pic>
          <p:nvPicPr>
            <p:cNvPr id="164" name="object 164"/>
            <p:cNvPicPr/>
            <p:nvPr/>
          </p:nvPicPr>
          <p:blipFill>
            <a:blip r:embed="rId46" cstate="print"/>
            <a:stretch>
              <a:fillRect/>
            </a:stretch>
          </p:blipFill>
          <p:spPr>
            <a:xfrm>
              <a:off x="3165475" y="6250254"/>
              <a:ext cx="1469644" cy="560247"/>
            </a:xfrm>
            <a:prstGeom prst="rect">
              <a:avLst/>
            </a:prstGeom>
          </p:spPr>
        </p:pic>
        <p:sp>
          <p:nvSpPr>
            <p:cNvPr id="165" name="object 165"/>
            <p:cNvSpPr/>
            <p:nvPr/>
          </p:nvSpPr>
          <p:spPr>
            <a:xfrm>
              <a:off x="12197334" y="6013195"/>
              <a:ext cx="1014730" cy="78105"/>
            </a:xfrm>
            <a:custGeom>
              <a:avLst/>
              <a:gdLst/>
              <a:ahLst/>
              <a:cxnLst/>
              <a:rect l="l" t="t" r="r" b="b"/>
              <a:pathLst>
                <a:path w="1014730" h="78104">
                  <a:moveTo>
                    <a:pt x="38100" y="1524"/>
                  </a:moveTo>
                  <a:lnTo>
                    <a:pt x="23252" y="4585"/>
                  </a:lnTo>
                  <a:lnTo>
                    <a:pt x="11144" y="12779"/>
                  </a:lnTo>
                  <a:lnTo>
                    <a:pt x="2988" y="24901"/>
                  </a:lnTo>
                  <a:lnTo>
                    <a:pt x="0" y="39750"/>
                  </a:lnTo>
                  <a:lnTo>
                    <a:pt x="3025" y="54417"/>
                  </a:lnTo>
                  <a:lnTo>
                    <a:pt x="3061" y="54596"/>
                  </a:lnTo>
                  <a:lnTo>
                    <a:pt x="11147" y="66532"/>
                  </a:lnTo>
                  <a:lnTo>
                    <a:pt x="11255" y="66690"/>
                  </a:lnTo>
                  <a:lnTo>
                    <a:pt x="23377" y="74808"/>
                  </a:lnTo>
                  <a:lnTo>
                    <a:pt x="38226" y="77724"/>
                  </a:lnTo>
                  <a:lnTo>
                    <a:pt x="52569" y="74808"/>
                  </a:lnTo>
                  <a:lnTo>
                    <a:pt x="52883" y="74808"/>
                  </a:lnTo>
                  <a:lnTo>
                    <a:pt x="65119" y="66532"/>
                  </a:lnTo>
                  <a:lnTo>
                    <a:pt x="73146" y="54596"/>
                  </a:lnTo>
                  <a:lnTo>
                    <a:pt x="73267" y="54417"/>
                  </a:lnTo>
                  <a:lnTo>
                    <a:pt x="75243" y="44450"/>
                  </a:lnTo>
                  <a:lnTo>
                    <a:pt x="38100" y="44450"/>
                  </a:lnTo>
                  <a:lnTo>
                    <a:pt x="38100" y="34925"/>
                  </a:lnTo>
                  <a:lnTo>
                    <a:pt x="75248" y="34925"/>
                  </a:lnTo>
                  <a:lnTo>
                    <a:pt x="73218" y="24901"/>
                  </a:lnTo>
                  <a:lnTo>
                    <a:pt x="65083" y="12779"/>
                  </a:lnTo>
                  <a:lnTo>
                    <a:pt x="53002" y="4585"/>
                  </a:lnTo>
                  <a:lnTo>
                    <a:pt x="53256" y="4585"/>
                  </a:lnTo>
                  <a:lnTo>
                    <a:pt x="38100" y="1524"/>
                  </a:lnTo>
                  <a:close/>
                </a:path>
                <a:path w="1014730" h="78104">
                  <a:moveTo>
                    <a:pt x="938149" y="0"/>
                  </a:moveTo>
                  <a:lnTo>
                    <a:pt x="938276" y="76200"/>
                  </a:lnTo>
                  <a:lnTo>
                    <a:pt x="1004810" y="42822"/>
                  </a:lnTo>
                  <a:lnTo>
                    <a:pt x="950976" y="42822"/>
                  </a:lnTo>
                  <a:lnTo>
                    <a:pt x="950976" y="33297"/>
                  </a:lnTo>
                  <a:lnTo>
                    <a:pt x="1005077" y="33297"/>
                  </a:lnTo>
                  <a:lnTo>
                    <a:pt x="938149" y="0"/>
                  </a:lnTo>
                  <a:close/>
                </a:path>
                <a:path w="1014730" h="78104">
                  <a:moveTo>
                    <a:pt x="938204" y="33297"/>
                  </a:moveTo>
                  <a:lnTo>
                    <a:pt x="38100" y="34925"/>
                  </a:lnTo>
                  <a:lnTo>
                    <a:pt x="38100" y="44450"/>
                  </a:lnTo>
                  <a:lnTo>
                    <a:pt x="75243" y="44450"/>
                  </a:lnTo>
                  <a:lnTo>
                    <a:pt x="76174" y="39750"/>
                  </a:lnTo>
                  <a:lnTo>
                    <a:pt x="75865" y="37973"/>
                  </a:lnTo>
                  <a:lnTo>
                    <a:pt x="75248" y="34925"/>
                  </a:lnTo>
                  <a:lnTo>
                    <a:pt x="938207" y="34925"/>
                  </a:lnTo>
                  <a:lnTo>
                    <a:pt x="938204" y="33297"/>
                  </a:lnTo>
                  <a:close/>
                </a:path>
                <a:path w="1014730" h="78104">
                  <a:moveTo>
                    <a:pt x="938207" y="34925"/>
                  </a:moveTo>
                  <a:lnTo>
                    <a:pt x="75248" y="34925"/>
                  </a:lnTo>
                  <a:lnTo>
                    <a:pt x="75865" y="37973"/>
                  </a:lnTo>
                  <a:lnTo>
                    <a:pt x="76174" y="39750"/>
                  </a:lnTo>
                  <a:lnTo>
                    <a:pt x="75243" y="44450"/>
                  </a:lnTo>
                  <a:lnTo>
                    <a:pt x="38099" y="44450"/>
                  </a:lnTo>
                  <a:lnTo>
                    <a:pt x="938220" y="42822"/>
                  </a:lnTo>
                  <a:lnTo>
                    <a:pt x="938207" y="34925"/>
                  </a:lnTo>
                  <a:close/>
                </a:path>
                <a:path w="1014730" h="78104">
                  <a:moveTo>
                    <a:pt x="1005077" y="33297"/>
                  </a:moveTo>
                  <a:lnTo>
                    <a:pt x="950976" y="33297"/>
                  </a:lnTo>
                  <a:lnTo>
                    <a:pt x="950976" y="42822"/>
                  </a:lnTo>
                  <a:lnTo>
                    <a:pt x="1004810" y="42822"/>
                  </a:lnTo>
                  <a:lnTo>
                    <a:pt x="1014476" y="37973"/>
                  </a:lnTo>
                  <a:lnTo>
                    <a:pt x="1005077" y="33297"/>
                  </a:lnTo>
                  <a:close/>
                </a:path>
              </a:pathLst>
            </a:custGeom>
            <a:solidFill>
              <a:srgbClr val="0071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6" name="object 16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2463399" y="5823445"/>
              <a:ext cx="492785" cy="460895"/>
            </a:xfrm>
            <a:prstGeom prst="rect">
              <a:avLst/>
            </a:prstGeom>
          </p:spPr>
        </p:pic>
        <p:pic>
          <p:nvPicPr>
            <p:cNvPr id="167" name="object 167"/>
            <p:cNvPicPr/>
            <p:nvPr/>
          </p:nvPicPr>
          <p:blipFill>
            <a:blip r:embed="rId47" cstate="print"/>
            <a:stretch>
              <a:fillRect/>
            </a:stretch>
          </p:blipFill>
          <p:spPr>
            <a:xfrm>
              <a:off x="13338937" y="5672734"/>
              <a:ext cx="1719580" cy="717016"/>
            </a:xfrm>
            <a:prstGeom prst="rect">
              <a:avLst/>
            </a:prstGeom>
          </p:spPr>
        </p:pic>
        <p:pic>
          <p:nvPicPr>
            <p:cNvPr id="168" name="object 168"/>
            <p:cNvPicPr/>
            <p:nvPr/>
          </p:nvPicPr>
          <p:blipFill>
            <a:blip r:embed="rId48" cstate="print"/>
            <a:stretch>
              <a:fillRect/>
            </a:stretch>
          </p:blipFill>
          <p:spPr>
            <a:xfrm>
              <a:off x="12885292" y="6308636"/>
              <a:ext cx="2609341" cy="869784"/>
            </a:xfrm>
            <a:prstGeom prst="rect">
              <a:avLst/>
            </a:prstGeom>
          </p:spPr>
        </p:pic>
        <p:sp>
          <p:nvSpPr>
            <p:cNvPr id="169" name="object 169"/>
            <p:cNvSpPr/>
            <p:nvPr/>
          </p:nvSpPr>
          <p:spPr>
            <a:xfrm>
              <a:off x="2875921" y="3074217"/>
              <a:ext cx="3624579" cy="1370965"/>
            </a:xfrm>
            <a:custGeom>
              <a:avLst/>
              <a:gdLst/>
              <a:ahLst/>
              <a:cxnLst/>
              <a:rect l="l" t="t" r="r" b="b"/>
              <a:pathLst>
                <a:path w="3624579" h="1370964">
                  <a:moveTo>
                    <a:pt x="12439" y="33218"/>
                  </a:moveTo>
                  <a:lnTo>
                    <a:pt x="49730" y="17647"/>
                  </a:lnTo>
                  <a:lnTo>
                    <a:pt x="87108" y="7381"/>
                  </a:lnTo>
                  <a:lnTo>
                    <a:pt x="124773" y="1730"/>
                  </a:lnTo>
                  <a:lnTo>
                    <a:pt x="162926" y="0"/>
                  </a:lnTo>
                  <a:lnTo>
                    <a:pt x="201766" y="1499"/>
                  </a:lnTo>
                  <a:lnTo>
                    <a:pt x="241494" y="5536"/>
                  </a:lnTo>
                  <a:lnTo>
                    <a:pt x="282310" y="11418"/>
                  </a:lnTo>
                  <a:lnTo>
                    <a:pt x="324414" y="18454"/>
                  </a:lnTo>
                  <a:lnTo>
                    <a:pt x="368007" y="25951"/>
                  </a:lnTo>
                  <a:lnTo>
                    <a:pt x="413288" y="33218"/>
                  </a:lnTo>
                  <a:lnTo>
                    <a:pt x="460457" y="39562"/>
                  </a:lnTo>
                  <a:lnTo>
                    <a:pt x="509715" y="44291"/>
                  </a:lnTo>
                  <a:lnTo>
                    <a:pt x="561262" y="46713"/>
                  </a:lnTo>
                  <a:lnTo>
                    <a:pt x="615299" y="46136"/>
                  </a:lnTo>
                  <a:lnTo>
                    <a:pt x="672025" y="41869"/>
                  </a:lnTo>
                  <a:lnTo>
                    <a:pt x="731640" y="33218"/>
                  </a:lnTo>
                  <a:lnTo>
                    <a:pt x="803201" y="22503"/>
                  </a:lnTo>
                  <a:lnTo>
                    <a:pt x="867970" y="16992"/>
                  </a:lnTo>
                  <a:lnTo>
                    <a:pt x="926683" y="15753"/>
                  </a:lnTo>
                  <a:lnTo>
                    <a:pt x="980077" y="17854"/>
                  </a:lnTo>
                  <a:lnTo>
                    <a:pt x="1028889" y="22362"/>
                  </a:lnTo>
                  <a:lnTo>
                    <a:pt x="1073857" y="28345"/>
                  </a:lnTo>
                  <a:lnTo>
                    <a:pt x="1115717" y="34871"/>
                  </a:lnTo>
                  <a:lnTo>
                    <a:pt x="1155207" y="41008"/>
                  </a:lnTo>
                  <a:lnTo>
                    <a:pt x="1193063" y="45823"/>
                  </a:lnTo>
                  <a:lnTo>
                    <a:pt x="1230022" y="48383"/>
                  </a:lnTo>
                  <a:lnTo>
                    <a:pt x="1266822" y="47758"/>
                  </a:lnTo>
                  <a:lnTo>
                    <a:pt x="1304199" y="43013"/>
                  </a:lnTo>
                  <a:lnTo>
                    <a:pt x="1342891" y="33218"/>
                  </a:lnTo>
                  <a:lnTo>
                    <a:pt x="1381605" y="24258"/>
                  </a:lnTo>
                  <a:lnTo>
                    <a:pt x="1423822" y="20242"/>
                  </a:lnTo>
                  <a:lnTo>
                    <a:pt x="1468956" y="20278"/>
                  </a:lnTo>
                  <a:lnTo>
                    <a:pt x="1516420" y="23476"/>
                  </a:lnTo>
                  <a:lnTo>
                    <a:pt x="1565629" y="28944"/>
                  </a:lnTo>
                  <a:lnTo>
                    <a:pt x="1615994" y="35791"/>
                  </a:lnTo>
                  <a:lnTo>
                    <a:pt x="1666931" y="43124"/>
                  </a:lnTo>
                  <a:lnTo>
                    <a:pt x="1717853" y="50053"/>
                  </a:lnTo>
                  <a:lnTo>
                    <a:pt x="1768172" y="55686"/>
                  </a:lnTo>
                  <a:lnTo>
                    <a:pt x="1817302" y="59133"/>
                  </a:lnTo>
                  <a:lnTo>
                    <a:pt x="1864658" y="59500"/>
                  </a:lnTo>
                  <a:lnTo>
                    <a:pt x="1909652" y="55898"/>
                  </a:lnTo>
                  <a:lnTo>
                    <a:pt x="1951698" y="47434"/>
                  </a:lnTo>
                  <a:lnTo>
                    <a:pt x="1990210" y="33218"/>
                  </a:lnTo>
                  <a:lnTo>
                    <a:pt x="2024553" y="20236"/>
                  </a:lnTo>
                  <a:lnTo>
                    <a:pt x="2059554" y="13133"/>
                  </a:lnTo>
                  <a:lnTo>
                    <a:pt x="2095431" y="10980"/>
                  </a:lnTo>
                  <a:lnTo>
                    <a:pt x="2132401" y="12848"/>
                  </a:lnTo>
                  <a:lnTo>
                    <a:pt x="2170681" y="17809"/>
                  </a:lnTo>
                  <a:lnTo>
                    <a:pt x="2210491" y="24933"/>
                  </a:lnTo>
                  <a:lnTo>
                    <a:pt x="2252046" y="33294"/>
                  </a:lnTo>
                  <a:lnTo>
                    <a:pt x="2295566" y="41961"/>
                  </a:lnTo>
                  <a:lnTo>
                    <a:pt x="2341266" y="50006"/>
                  </a:lnTo>
                  <a:lnTo>
                    <a:pt x="2389366" y="56501"/>
                  </a:lnTo>
                  <a:lnTo>
                    <a:pt x="2440083" y="60517"/>
                  </a:lnTo>
                  <a:lnTo>
                    <a:pt x="2493634" y="61125"/>
                  </a:lnTo>
                  <a:lnTo>
                    <a:pt x="2550237" y="57397"/>
                  </a:lnTo>
                  <a:lnTo>
                    <a:pt x="2610110" y="48404"/>
                  </a:lnTo>
                  <a:lnTo>
                    <a:pt x="2673470" y="33218"/>
                  </a:lnTo>
                  <a:lnTo>
                    <a:pt x="2721600" y="21373"/>
                  </a:lnTo>
                  <a:lnTo>
                    <a:pt x="2768397" y="13433"/>
                  </a:lnTo>
                  <a:lnTo>
                    <a:pt x="2814058" y="8953"/>
                  </a:lnTo>
                  <a:lnTo>
                    <a:pt x="2858781" y="7493"/>
                  </a:lnTo>
                  <a:lnTo>
                    <a:pt x="2902764" y="8608"/>
                  </a:lnTo>
                  <a:lnTo>
                    <a:pt x="2946206" y="11855"/>
                  </a:lnTo>
                  <a:lnTo>
                    <a:pt x="2989303" y="16793"/>
                  </a:lnTo>
                  <a:lnTo>
                    <a:pt x="3032254" y="22977"/>
                  </a:lnTo>
                  <a:lnTo>
                    <a:pt x="3075257" y="29965"/>
                  </a:lnTo>
                  <a:lnTo>
                    <a:pt x="3118510" y="37314"/>
                  </a:lnTo>
                  <a:lnTo>
                    <a:pt x="3162210" y="44581"/>
                  </a:lnTo>
                  <a:lnTo>
                    <a:pt x="3206556" y="51323"/>
                  </a:lnTo>
                  <a:lnTo>
                    <a:pt x="3251745" y="57098"/>
                  </a:lnTo>
                  <a:lnTo>
                    <a:pt x="3297976" y="61461"/>
                  </a:lnTo>
                  <a:lnTo>
                    <a:pt x="3345447" y="63972"/>
                  </a:lnTo>
                  <a:lnTo>
                    <a:pt x="3394354" y="64186"/>
                  </a:lnTo>
                  <a:lnTo>
                    <a:pt x="3444897" y="61660"/>
                  </a:lnTo>
                  <a:lnTo>
                    <a:pt x="3497273" y="55952"/>
                  </a:lnTo>
                  <a:lnTo>
                    <a:pt x="3551681" y="46619"/>
                  </a:lnTo>
                  <a:lnTo>
                    <a:pt x="3608317" y="33218"/>
                  </a:lnTo>
                  <a:lnTo>
                    <a:pt x="3609399" y="93291"/>
                  </a:lnTo>
                  <a:lnTo>
                    <a:pt x="3608565" y="148528"/>
                  </a:lnTo>
                  <a:lnTo>
                    <a:pt x="3606288" y="199695"/>
                  </a:lnTo>
                  <a:lnTo>
                    <a:pt x="3603041" y="247560"/>
                  </a:lnTo>
                  <a:lnTo>
                    <a:pt x="3599299" y="292891"/>
                  </a:lnTo>
                  <a:lnTo>
                    <a:pt x="3595534" y="336455"/>
                  </a:lnTo>
                  <a:lnTo>
                    <a:pt x="3592220" y="379020"/>
                  </a:lnTo>
                  <a:lnTo>
                    <a:pt x="3589830" y="421353"/>
                  </a:lnTo>
                  <a:lnTo>
                    <a:pt x="3588838" y="464222"/>
                  </a:lnTo>
                  <a:lnTo>
                    <a:pt x="3589718" y="508394"/>
                  </a:lnTo>
                  <a:lnTo>
                    <a:pt x="3592942" y="554637"/>
                  </a:lnTo>
                  <a:lnTo>
                    <a:pt x="3598983" y="603719"/>
                  </a:lnTo>
                  <a:lnTo>
                    <a:pt x="3608317" y="656407"/>
                  </a:lnTo>
                  <a:lnTo>
                    <a:pt x="3616806" y="707715"/>
                  </a:lnTo>
                  <a:lnTo>
                    <a:pt x="3621886" y="759719"/>
                  </a:lnTo>
                  <a:lnTo>
                    <a:pt x="3624083" y="812125"/>
                  </a:lnTo>
                  <a:lnTo>
                    <a:pt x="3623923" y="864642"/>
                  </a:lnTo>
                  <a:lnTo>
                    <a:pt x="3621932" y="916976"/>
                  </a:lnTo>
                  <a:lnTo>
                    <a:pt x="3618634" y="968836"/>
                  </a:lnTo>
                  <a:lnTo>
                    <a:pt x="3614556" y="1019929"/>
                  </a:lnTo>
                  <a:lnTo>
                    <a:pt x="3610223" y="1069962"/>
                  </a:lnTo>
                  <a:lnTo>
                    <a:pt x="3606161" y="1118643"/>
                  </a:lnTo>
                  <a:lnTo>
                    <a:pt x="3602896" y="1165681"/>
                  </a:lnTo>
                  <a:lnTo>
                    <a:pt x="3600954" y="1210781"/>
                  </a:lnTo>
                  <a:lnTo>
                    <a:pt x="3600859" y="1253653"/>
                  </a:lnTo>
                  <a:lnTo>
                    <a:pt x="3603138" y="1294003"/>
                  </a:lnTo>
                  <a:lnTo>
                    <a:pt x="3608317" y="1331539"/>
                  </a:lnTo>
                  <a:lnTo>
                    <a:pt x="3566433" y="1338337"/>
                  </a:lnTo>
                  <a:lnTo>
                    <a:pt x="3524256" y="1340870"/>
                  </a:lnTo>
                  <a:lnTo>
                    <a:pt x="3481593" y="1339942"/>
                  </a:lnTo>
                  <a:lnTo>
                    <a:pt x="3438251" y="1336360"/>
                  </a:lnTo>
                  <a:lnTo>
                    <a:pt x="3394038" y="1330927"/>
                  </a:lnTo>
                  <a:lnTo>
                    <a:pt x="3348762" y="1324448"/>
                  </a:lnTo>
                  <a:lnTo>
                    <a:pt x="3302231" y="1317728"/>
                  </a:lnTo>
                  <a:lnTo>
                    <a:pt x="3254251" y="1311571"/>
                  </a:lnTo>
                  <a:lnTo>
                    <a:pt x="3204631" y="1306784"/>
                  </a:lnTo>
                  <a:lnTo>
                    <a:pt x="3153177" y="1304169"/>
                  </a:lnTo>
                  <a:lnTo>
                    <a:pt x="3099698" y="1304533"/>
                  </a:lnTo>
                  <a:lnTo>
                    <a:pt x="3044001" y="1308679"/>
                  </a:lnTo>
                  <a:lnTo>
                    <a:pt x="2985894" y="1317413"/>
                  </a:lnTo>
                  <a:lnTo>
                    <a:pt x="2925184" y="1331539"/>
                  </a:lnTo>
                  <a:lnTo>
                    <a:pt x="2872127" y="1344579"/>
                  </a:lnTo>
                  <a:lnTo>
                    <a:pt x="2821415" y="1354052"/>
                  </a:lnTo>
                  <a:lnTo>
                    <a:pt x="2772711" y="1360350"/>
                  </a:lnTo>
                  <a:lnTo>
                    <a:pt x="2725681" y="1363864"/>
                  </a:lnTo>
                  <a:lnTo>
                    <a:pt x="2679989" y="1364987"/>
                  </a:lnTo>
                  <a:lnTo>
                    <a:pt x="2635302" y="1364110"/>
                  </a:lnTo>
                  <a:lnTo>
                    <a:pt x="2591282" y="1361625"/>
                  </a:lnTo>
                  <a:lnTo>
                    <a:pt x="2547597" y="1357923"/>
                  </a:lnTo>
                  <a:lnTo>
                    <a:pt x="2503910" y="1353397"/>
                  </a:lnTo>
                  <a:lnTo>
                    <a:pt x="2459886" y="1348438"/>
                  </a:lnTo>
                  <a:lnTo>
                    <a:pt x="2415191" y="1343439"/>
                  </a:lnTo>
                  <a:lnTo>
                    <a:pt x="2369489" y="1338790"/>
                  </a:lnTo>
                  <a:lnTo>
                    <a:pt x="2322446" y="1334884"/>
                  </a:lnTo>
                  <a:lnTo>
                    <a:pt x="2273726" y="1332112"/>
                  </a:lnTo>
                  <a:lnTo>
                    <a:pt x="2222994" y="1330866"/>
                  </a:lnTo>
                  <a:lnTo>
                    <a:pt x="2169915" y="1331539"/>
                  </a:lnTo>
                  <a:lnTo>
                    <a:pt x="2108303" y="1333120"/>
                  </a:lnTo>
                  <a:lnTo>
                    <a:pt x="2047760" y="1333925"/>
                  </a:lnTo>
                  <a:lnTo>
                    <a:pt x="1988412" y="1334087"/>
                  </a:lnTo>
                  <a:lnTo>
                    <a:pt x="1930386" y="1333738"/>
                  </a:lnTo>
                  <a:lnTo>
                    <a:pt x="1873810" y="1333014"/>
                  </a:lnTo>
                  <a:lnTo>
                    <a:pt x="1818811" y="1332045"/>
                  </a:lnTo>
                  <a:lnTo>
                    <a:pt x="1765515" y="1330967"/>
                  </a:lnTo>
                  <a:lnTo>
                    <a:pt x="1714051" y="1329913"/>
                  </a:lnTo>
                  <a:lnTo>
                    <a:pt x="1664545" y="1329015"/>
                  </a:lnTo>
                  <a:lnTo>
                    <a:pt x="1617124" y="1328407"/>
                  </a:lnTo>
                  <a:lnTo>
                    <a:pt x="1571916" y="1328222"/>
                  </a:lnTo>
                  <a:lnTo>
                    <a:pt x="1529048" y="1328593"/>
                  </a:lnTo>
                  <a:lnTo>
                    <a:pt x="1488647" y="1329654"/>
                  </a:lnTo>
                  <a:lnTo>
                    <a:pt x="1450841" y="1331539"/>
                  </a:lnTo>
                  <a:lnTo>
                    <a:pt x="1415028" y="1332298"/>
                  </a:lnTo>
                  <a:lnTo>
                    <a:pt x="1375949" y="1330570"/>
                  </a:lnTo>
                  <a:lnTo>
                    <a:pt x="1333957" y="1326906"/>
                  </a:lnTo>
                  <a:lnTo>
                    <a:pt x="1289406" y="1321853"/>
                  </a:lnTo>
                  <a:lnTo>
                    <a:pt x="1242650" y="1315960"/>
                  </a:lnTo>
                  <a:lnTo>
                    <a:pt x="1194043" y="1309776"/>
                  </a:lnTo>
                  <a:lnTo>
                    <a:pt x="1143938" y="1303850"/>
                  </a:lnTo>
                  <a:lnTo>
                    <a:pt x="1092689" y="1298729"/>
                  </a:lnTo>
                  <a:lnTo>
                    <a:pt x="1040650" y="1294963"/>
                  </a:lnTo>
                  <a:lnTo>
                    <a:pt x="988175" y="1293100"/>
                  </a:lnTo>
                  <a:lnTo>
                    <a:pt x="935618" y="1293690"/>
                  </a:lnTo>
                  <a:lnTo>
                    <a:pt x="883332" y="1297279"/>
                  </a:lnTo>
                  <a:lnTo>
                    <a:pt x="831671" y="1304419"/>
                  </a:lnTo>
                  <a:lnTo>
                    <a:pt x="780989" y="1315655"/>
                  </a:lnTo>
                  <a:lnTo>
                    <a:pt x="731640" y="1331539"/>
                  </a:lnTo>
                  <a:lnTo>
                    <a:pt x="684630" y="1347475"/>
                  </a:lnTo>
                  <a:lnTo>
                    <a:pt x="640297" y="1358853"/>
                  </a:lnTo>
                  <a:lnTo>
                    <a:pt x="597992" y="1366201"/>
                  </a:lnTo>
                  <a:lnTo>
                    <a:pt x="557067" y="1370044"/>
                  </a:lnTo>
                  <a:lnTo>
                    <a:pt x="516873" y="1370909"/>
                  </a:lnTo>
                  <a:lnTo>
                    <a:pt x="476762" y="1369322"/>
                  </a:lnTo>
                  <a:lnTo>
                    <a:pt x="436084" y="1365809"/>
                  </a:lnTo>
                  <a:lnTo>
                    <a:pt x="394192" y="1360897"/>
                  </a:lnTo>
                  <a:lnTo>
                    <a:pt x="350436" y="1355112"/>
                  </a:lnTo>
                  <a:lnTo>
                    <a:pt x="304167" y="1348980"/>
                  </a:lnTo>
                  <a:lnTo>
                    <a:pt x="254738" y="1343028"/>
                  </a:lnTo>
                  <a:lnTo>
                    <a:pt x="201499" y="1337781"/>
                  </a:lnTo>
                  <a:lnTo>
                    <a:pt x="143802" y="1333767"/>
                  </a:lnTo>
                  <a:lnTo>
                    <a:pt x="80998" y="1331510"/>
                  </a:lnTo>
                  <a:lnTo>
                    <a:pt x="12439" y="1331539"/>
                  </a:lnTo>
                  <a:lnTo>
                    <a:pt x="9049" y="1280046"/>
                  </a:lnTo>
                  <a:lnTo>
                    <a:pt x="7900" y="1229786"/>
                  </a:lnTo>
                  <a:lnTo>
                    <a:pt x="8562" y="1180577"/>
                  </a:lnTo>
                  <a:lnTo>
                    <a:pt x="10606" y="1132235"/>
                  </a:lnTo>
                  <a:lnTo>
                    <a:pt x="13601" y="1084578"/>
                  </a:lnTo>
                  <a:lnTo>
                    <a:pt x="17117" y="1037425"/>
                  </a:lnTo>
                  <a:lnTo>
                    <a:pt x="20726" y="990592"/>
                  </a:lnTo>
                  <a:lnTo>
                    <a:pt x="23995" y="943896"/>
                  </a:lnTo>
                  <a:lnTo>
                    <a:pt x="26497" y="897157"/>
                  </a:lnTo>
                  <a:lnTo>
                    <a:pt x="27801" y="850190"/>
                  </a:lnTo>
                  <a:lnTo>
                    <a:pt x="27477" y="802815"/>
                  </a:lnTo>
                  <a:lnTo>
                    <a:pt x="25095" y="754847"/>
                  </a:lnTo>
                  <a:lnTo>
                    <a:pt x="20226" y="706105"/>
                  </a:lnTo>
                  <a:lnTo>
                    <a:pt x="12439" y="656407"/>
                  </a:lnTo>
                  <a:lnTo>
                    <a:pt x="4558" y="603367"/>
                  </a:lnTo>
                  <a:lnTo>
                    <a:pt x="654" y="552257"/>
                  </a:lnTo>
                  <a:lnTo>
                    <a:pt x="0" y="502780"/>
                  </a:lnTo>
                  <a:lnTo>
                    <a:pt x="1869" y="454645"/>
                  </a:lnTo>
                  <a:lnTo>
                    <a:pt x="5537" y="407555"/>
                  </a:lnTo>
                  <a:lnTo>
                    <a:pt x="10276" y="361218"/>
                  </a:lnTo>
                  <a:lnTo>
                    <a:pt x="15360" y="315340"/>
                  </a:lnTo>
                  <a:lnTo>
                    <a:pt x="20062" y="269625"/>
                  </a:lnTo>
                  <a:lnTo>
                    <a:pt x="23658" y="223780"/>
                  </a:lnTo>
                  <a:lnTo>
                    <a:pt x="25419" y="177511"/>
                  </a:lnTo>
                  <a:lnTo>
                    <a:pt x="24621" y="130524"/>
                  </a:lnTo>
                  <a:lnTo>
                    <a:pt x="20536" y="82524"/>
                  </a:lnTo>
                  <a:lnTo>
                    <a:pt x="12439" y="33218"/>
                  </a:lnTo>
                  <a:close/>
                </a:path>
              </a:pathLst>
            </a:custGeom>
            <a:ln w="9525">
              <a:solidFill>
                <a:srgbClr val="6F2F9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0" name="object 170"/>
          <p:cNvSpPr txBox="1"/>
          <p:nvPr/>
        </p:nvSpPr>
        <p:spPr>
          <a:xfrm>
            <a:off x="12226797" y="5220080"/>
            <a:ext cx="1030605" cy="35814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82245" marR="5080" indent="-182880">
              <a:lnSpc>
                <a:spcPts val="1310"/>
              </a:lnSpc>
              <a:spcBef>
                <a:spcPts val="140"/>
              </a:spcBef>
            </a:pPr>
            <a:r>
              <a:rPr sz="1100" dirty="0">
                <a:solidFill>
                  <a:srgbClr val="221F1F"/>
                </a:solidFill>
                <a:latin typeface="Malgun Gothic"/>
                <a:cs typeface="Malgun Gothic"/>
              </a:rPr>
              <a:t>Amazon</a:t>
            </a:r>
            <a:r>
              <a:rPr sz="1100" spc="-7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100" dirty="0">
                <a:solidFill>
                  <a:srgbClr val="221F1F"/>
                </a:solidFill>
                <a:latin typeface="Malgun Gothic"/>
                <a:cs typeface="Malgun Gothic"/>
              </a:rPr>
              <a:t>S3</a:t>
            </a:r>
            <a:r>
              <a:rPr sz="1100" spc="-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100" spc="-20" dirty="0">
                <a:solidFill>
                  <a:srgbClr val="221F1F"/>
                </a:solidFill>
                <a:latin typeface="Malgun Gothic"/>
                <a:cs typeface="Malgun Gothic"/>
              </a:rPr>
              <a:t>Sink </a:t>
            </a:r>
            <a:r>
              <a:rPr sz="1100" spc="-10" dirty="0">
                <a:solidFill>
                  <a:srgbClr val="221F1F"/>
                </a:solidFill>
                <a:latin typeface="Malgun Gothic"/>
                <a:cs typeface="Malgun Gothic"/>
              </a:rPr>
              <a:t>Connector</a:t>
            </a:r>
            <a:endParaRPr sz="1100">
              <a:latin typeface="Malgun Gothic"/>
              <a:cs typeface="Malgun Gothic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3012948" y="3222752"/>
            <a:ext cx="3255010" cy="10629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>
              <a:lnSpc>
                <a:spcPct val="101000"/>
              </a:lnSpc>
              <a:spcBef>
                <a:spcPts val="90"/>
              </a:spcBef>
            </a:pP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법률상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개인정보</a:t>
            </a:r>
            <a:r>
              <a:rPr sz="1350" spc="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데이터는</a:t>
            </a:r>
            <a:r>
              <a:rPr sz="1350" spc="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클라우드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환경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에</a:t>
            </a:r>
            <a:r>
              <a:rPr sz="1350" spc="-2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적재되기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전에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비식별화가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되어야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하는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요건과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데이터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정제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작업도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필요한</a:t>
            </a:r>
            <a:r>
              <a:rPr sz="1350" spc="2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상황에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서</a:t>
            </a:r>
            <a:r>
              <a:rPr sz="1350" spc="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요건을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수용하기</a:t>
            </a:r>
            <a:r>
              <a:rPr sz="1350" spc="30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위한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다양한</a:t>
            </a:r>
            <a:r>
              <a:rPr sz="1350" spc="1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221F1F"/>
                </a:solidFill>
                <a:latin typeface="Malgun Gothic"/>
                <a:cs typeface="Malgun Gothic"/>
              </a:rPr>
              <a:t>Custom </a:t>
            </a:r>
            <a:r>
              <a:rPr sz="1350" dirty="0">
                <a:solidFill>
                  <a:srgbClr val="221F1F"/>
                </a:solidFill>
                <a:latin typeface="Malgun Gothic"/>
                <a:cs typeface="Malgun Gothic"/>
              </a:rPr>
              <a:t>SMT</a:t>
            </a:r>
            <a:r>
              <a:rPr sz="1350" spc="-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221F1F"/>
                </a:solidFill>
                <a:latin typeface="Malgun Gothic"/>
                <a:cs typeface="Malgun Gothic"/>
              </a:rPr>
              <a:t>개발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4413250" y="4251452"/>
            <a:ext cx="1518285" cy="2170430"/>
          </a:xfrm>
          <a:custGeom>
            <a:avLst/>
            <a:gdLst/>
            <a:ahLst/>
            <a:cxnLst/>
            <a:rect l="l" t="t" r="r" b="b"/>
            <a:pathLst>
              <a:path w="1518285" h="2170429">
                <a:moveTo>
                  <a:pt x="1475195" y="2094468"/>
                </a:moveTo>
                <a:lnTo>
                  <a:pt x="1442085" y="2095627"/>
                </a:lnTo>
                <a:lnTo>
                  <a:pt x="1482852" y="2170430"/>
                </a:lnTo>
                <a:lnTo>
                  <a:pt x="1511779" y="2107184"/>
                </a:lnTo>
                <a:lnTo>
                  <a:pt x="1475866" y="2107184"/>
                </a:lnTo>
                <a:lnTo>
                  <a:pt x="1475256" y="2095627"/>
                </a:lnTo>
                <a:lnTo>
                  <a:pt x="1475195" y="2094468"/>
                </a:lnTo>
                <a:close/>
              </a:path>
              <a:path w="1518285" h="2170429">
                <a:moveTo>
                  <a:pt x="1484738" y="2094134"/>
                </a:moveTo>
                <a:lnTo>
                  <a:pt x="1475195" y="2094468"/>
                </a:lnTo>
                <a:lnTo>
                  <a:pt x="1475840" y="2106676"/>
                </a:lnTo>
                <a:lnTo>
                  <a:pt x="1475866" y="2107184"/>
                </a:lnTo>
                <a:lnTo>
                  <a:pt x="1485391" y="2106676"/>
                </a:lnTo>
                <a:lnTo>
                  <a:pt x="1484816" y="2095627"/>
                </a:lnTo>
                <a:lnTo>
                  <a:pt x="1484738" y="2094134"/>
                </a:lnTo>
                <a:close/>
              </a:path>
              <a:path w="1518285" h="2170429">
                <a:moveTo>
                  <a:pt x="1518285" y="2092960"/>
                </a:moveTo>
                <a:lnTo>
                  <a:pt x="1484738" y="2094134"/>
                </a:lnTo>
                <a:lnTo>
                  <a:pt x="1485391" y="2106676"/>
                </a:lnTo>
                <a:lnTo>
                  <a:pt x="1475866" y="2107184"/>
                </a:lnTo>
                <a:lnTo>
                  <a:pt x="1511779" y="2107184"/>
                </a:lnTo>
                <a:lnTo>
                  <a:pt x="1518285" y="2092960"/>
                </a:lnTo>
                <a:close/>
              </a:path>
              <a:path w="1518285" h="2170429">
                <a:moveTo>
                  <a:pt x="43553" y="75035"/>
                </a:moveTo>
                <a:lnTo>
                  <a:pt x="38862" y="76073"/>
                </a:lnTo>
                <a:lnTo>
                  <a:pt x="34141" y="76073"/>
                </a:lnTo>
                <a:lnTo>
                  <a:pt x="34411" y="87884"/>
                </a:lnTo>
                <a:lnTo>
                  <a:pt x="37426" y="137540"/>
                </a:lnTo>
                <a:lnTo>
                  <a:pt x="37464" y="138175"/>
                </a:lnTo>
                <a:lnTo>
                  <a:pt x="42441" y="187071"/>
                </a:lnTo>
                <a:lnTo>
                  <a:pt x="42545" y="188087"/>
                </a:lnTo>
                <a:lnTo>
                  <a:pt x="49529" y="237617"/>
                </a:lnTo>
                <a:lnTo>
                  <a:pt x="58420" y="286765"/>
                </a:lnTo>
                <a:lnTo>
                  <a:pt x="69087" y="335534"/>
                </a:lnTo>
                <a:lnTo>
                  <a:pt x="81534" y="383539"/>
                </a:lnTo>
                <a:lnTo>
                  <a:pt x="95630" y="430911"/>
                </a:lnTo>
                <a:lnTo>
                  <a:pt x="111251" y="477647"/>
                </a:lnTo>
                <a:lnTo>
                  <a:pt x="128397" y="523239"/>
                </a:lnTo>
                <a:lnTo>
                  <a:pt x="147065" y="568071"/>
                </a:lnTo>
                <a:lnTo>
                  <a:pt x="167132" y="611759"/>
                </a:lnTo>
                <a:lnTo>
                  <a:pt x="188467" y="654303"/>
                </a:lnTo>
                <a:lnTo>
                  <a:pt x="211074" y="695578"/>
                </a:lnTo>
                <a:lnTo>
                  <a:pt x="234950" y="735457"/>
                </a:lnTo>
                <a:lnTo>
                  <a:pt x="259969" y="773811"/>
                </a:lnTo>
                <a:lnTo>
                  <a:pt x="285876" y="810640"/>
                </a:lnTo>
                <a:lnTo>
                  <a:pt x="312927" y="845820"/>
                </a:lnTo>
                <a:lnTo>
                  <a:pt x="340867" y="879348"/>
                </a:lnTo>
                <a:lnTo>
                  <a:pt x="369697" y="910844"/>
                </a:lnTo>
                <a:lnTo>
                  <a:pt x="399288" y="940435"/>
                </a:lnTo>
                <a:lnTo>
                  <a:pt x="429767" y="968121"/>
                </a:lnTo>
                <a:lnTo>
                  <a:pt x="460883" y="993521"/>
                </a:lnTo>
                <a:lnTo>
                  <a:pt x="492505" y="1016762"/>
                </a:lnTo>
                <a:lnTo>
                  <a:pt x="524763" y="1037589"/>
                </a:lnTo>
                <a:lnTo>
                  <a:pt x="574039" y="1064133"/>
                </a:lnTo>
                <a:lnTo>
                  <a:pt x="624204" y="1084961"/>
                </a:lnTo>
                <a:lnTo>
                  <a:pt x="675004" y="1099565"/>
                </a:lnTo>
                <a:lnTo>
                  <a:pt x="692521" y="1103122"/>
                </a:lnTo>
                <a:lnTo>
                  <a:pt x="692681" y="1103122"/>
                </a:lnTo>
                <a:lnTo>
                  <a:pt x="709167" y="1105789"/>
                </a:lnTo>
                <a:lnTo>
                  <a:pt x="726186" y="1107694"/>
                </a:lnTo>
                <a:lnTo>
                  <a:pt x="743330" y="1108837"/>
                </a:lnTo>
                <a:lnTo>
                  <a:pt x="777494" y="1109599"/>
                </a:lnTo>
                <a:lnTo>
                  <a:pt x="794130" y="1110742"/>
                </a:lnTo>
                <a:lnTo>
                  <a:pt x="844169" y="1118615"/>
                </a:lnTo>
                <a:lnTo>
                  <a:pt x="893952" y="1132839"/>
                </a:lnTo>
                <a:lnTo>
                  <a:pt x="943101" y="1153414"/>
                </a:lnTo>
                <a:lnTo>
                  <a:pt x="991488" y="1179576"/>
                </a:lnTo>
                <a:lnTo>
                  <a:pt x="1038987" y="1211199"/>
                </a:lnTo>
                <a:lnTo>
                  <a:pt x="1085341" y="1248028"/>
                </a:lnTo>
                <a:lnTo>
                  <a:pt x="1115314" y="1275334"/>
                </a:lnTo>
                <a:lnTo>
                  <a:pt x="1144651" y="1304671"/>
                </a:lnTo>
                <a:lnTo>
                  <a:pt x="1173226" y="1335913"/>
                </a:lnTo>
                <a:lnTo>
                  <a:pt x="1200785" y="1368933"/>
                </a:lnTo>
                <a:lnTo>
                  <a:pt x="1227709" y="1403858"/>
                </a:lnTo>
                <a:lnTo>
                  <a:pt x="1253489" y="1440434"/>
                </a:lnTo>
                <a:lnTo>
                  <a:pt x="1278254" y="1478407"/>
                </a:lnTo>
                <a:lnTo>
                  <a:pt x="1301877" y="1518031"/>
                </a:lnTo>
                <a:lnTo>
                  <a:pt x="1324228" y="1558925"/>
                </a:lnTo>
                <a:lnTo>
                  <a:pt x="1345438" y="1601089"/>
                </a:lnTo>
                <a:lnTo>
                  <a:pt x="1365377" y="1644523"/>
                </a:lnTo>
                <a:lnTo>
                  <a:pt x="1383791" y="1688973"/>
                </a:lnTo>
                <a:lnTo>
                  <a:pt x="1400937" y="1734312"/>
                </a:lnTo>
                <a:lnTo>
                  <a:pt x="1416430" y="1780539"/>
                </a:lnTo>
                <a:lnTo>
                  <a:pt x="1430401" y="1827657"/>
                </a:lnTo>
                <a:lnTo>
                  <a:pt x="1442720" y="1875409"/>
                </a:lnTo>
                <a:lnTo>
                  <a:pt x="1453261" y="1923669"/>
                </a:lnTo>
                <a:lnTo>
                  <a:pt x="1462024" y="1972437"/>
                </a:lnTo>
                <a:lnTo>
                  <a:pt x="1469009" y="2021586"/>
                </a:lnTo>
                <a:lnTo>
                  <a:pt x="1473860" y="2070100"/>
                </a:lnTo>
                <a:lnTo>
                  <a:pt x="1475195" y="2094468"/>
                </a:lnTo>
                <a:lnTo>
                  <a:pt x="1484738" y="2094134"/>
                </a:lnTo>
                <a:lnTo>
                  <a:pt x="1483539" y="2071115"/>
                </a:lnTo>
                <a:lnTo>
                  <a:pt x="1483487" y="2070100"/>
                </a:lnTo>
                <a:lnTo>
                  <a:pt x="1478407" y="2020315"/>
                </a:lnTo>
                <a:lnTo>
                  <a:pt x="1471422" y="1970786"/>
                </a:lnTo>
                <a:lnTo>
                  <a:pt x="1462532" y="1921637"/>
                </a:lnTo>
                <a:lnTo>
                  <a:pt x="1451864" y="1872996"/>
                </a:lnTo>
                <a:lnTo>
                  <a:pt x="1439417" y="1824863"/>
                </a:lnTo>
                <a:lnTo>
                  <a:pt x="1425448" y="1777492"/>
                </a:lnTo>
                <a:lnTo>
                  <a:pt x="1409827" y="1731010"/>
                </a:lnTo>
                <a:lnTo>
                  <a:pt x="1392682" y="1685289"/>
                </a:lnTo>
                <a:lnTo>
                  <a:pt x="1374013" y="1640586"/>
                </a:lnTo>
                <a:lnTo>
                  <a:pt x="1353947" y="1596898"/>
                </a:lnTo>
                <a:lnTo>
                  <a:pt x="1332611" y="1554352"/>
                </a:lnTo>
                <a:lnTo>
                  <a:pt x="1310004" y="1513077"/>
                </a:lnTo>
                <a:lnTo>
                  <a:pt x="1286255" y="1473200"/>
                </a:lnTo>
                <a:lnTo>
                  <a:pt x="1261237" y="1434846"/>
                </a:lnTo>
                <a:lnTo>
                  <a:pt x="1235202" y="1398015"/>
                </a:lnTo>
                <a:lnTo>
                  <a:pt x="1208151" y="1362837"/>
                </a:lnTo>
                <a:lnTo>
                  <a:pt x="1180211" y="1329436"/>
                </a:lnTo>
                <a:lnTo>
                  <a:pt x="1151382" y="1297813"/>
                </a:lnTo>
                <a:lnTo>
                  <a:pt x="1121664" y="1268222"/>
                </a:lnTo>
                <a:lnTo>
                  <a:pt x="1091311" y="1240663"/>
                </a:lnTo>
                <a:lnTo>
                  <a:pt x="1060323" y="1215389"/>
                </a:lnTo>
                <a:lnTo>
                  <a:pt x="1028573" y="1192149"/>
                </a:lnTo>
                <a:lnTo>
                  <a:pt x="996314" y="1171321"/>
                </a:lnTo>
                <a:lnTo>
                  <a:pt x="947038" y="1144651"/>
                </a:lnTo>
                <a:lnTo>
                  <a:pt x="896874" y="1123823"/>
                </a:lnTo>
                <a:lnTo>
                  <a:pt x="846074" y="1109345"/>
                </a:lnTo>
                <a:lnTo>
                  <a:pt x="794765" y="1101217"/>
                </a:lnTo>
                <a:lnTo>
                  <a:pt x="743965" y="1099312"/>
                </a:lnTo>
                <a:lnTo>
                  <a:pt x="727201" y="1098169"/>
                </a:lnTo>
                <a:lnTo>
                  <a:pt x="677290" y="1090295"/>
                </a:lnTo>
                <a:lnTo>
                  <a:pt x="627507" y="1076071"/>
                </a:lnTo>
                <a:lnTo>
                  <a:pt x="578230" y="1055624"/>
                </a:lnTo>
                <a:lnTo>
                  <a:pt x="529844" y="1029462"/>
                </a:lnTo>
                <a:lnTo>
                  <a:pt x="482346" y="997838"/>
                </a:lnTo>
                <a:lnTo>
                  <a:pt x="436117" y="961009"/>
                </a:lnTo>
                <a:lnTo>
                  <a:pt x="406019" y="933703"/>
                </a:lnTo>
                <a:lnTo>
                  <a:pt x="376809" y="904494"/>
                </a:lnTo>
                <a:lnTo>
                  <a:pt x="348234" y="873125"/>
                </a:lnTo>
                <a:lnTo>
                  <a:pt x="320421" y="839977"/>
                </a:lnTo>
                <a:lnTo>
                  <a:pt x="293750" y="805052"/>
                </a:lnTo>
                <a:lnTo>
                  <a:pt x="267842" y="768603"/>
                </a:lnTo>
                <a:lnTo>
                  <a:pt x="243077" y="730503"/>
                </a:lnTo>
                <a:lnTo>
                  <a:pt x="219455" y="691007"/>
                </a:lnTo>
                <a:lnTo>
                  <a:pt x="196976" y="649986"/>
                </a:lnTo>
                <a:lnTo>
                  <a:pt x="175767" y="607822"/>
                </a:lnTo>
                <a:lnTo>
                  <a:pt x="155955" y="564514"/>
                </a:lnTo>
                <a:lnTo>
                  <a:pt x="137287" y="519938"/>
                </a:lnTo>
                <a:lnTo>
                  <a:pt x="120269" y="474599"/>
                </a:lnTo>
                <a:lnTo>
                  <a:pt x="104775" y="428244"/>
                </a:lnTo>
                <a:lnTo>
                  <a:pt x="90804" y="381126"/>
                </a:lnTo>
                <a:lnTo>
                  <a:pt x="78486" y="333375"/>
                </a:lnTo>
                <a:lnTo>
                  <a:pt x="67817" y="285114"/>
                </a:lnTo>
                <a:lnTo>
                  <a:pt x="58927" y="236220"/>
                </a:lnTo>
                <a:lnTo>
                  <a:pt x="52070" y="187071"/>
                </a:lnTo>
                <a:lnTo>
                  <a:pt x="47055" y="138175"/>
                </a:lnTo>
                <a:lnTo>
                  <a:pt x="43831" y="88137"/>
                </a:lnTo>
                <a:lnTo>
                  <a:pt x="43574" y="76073"/>
                </a:lnTo>
                <a:lnTo>
                  <a:pt x="38862" y="76073"/>
                </a:lnTo>
                <a:lnTo>
                  <a:pt x="34122" y="75229"/>
                </a:lnTo>
                <a:lnTo>
                  <a:pt x="43557" y="75229"/>
                </a:lnTo>
                <a:lnTo>
                  <a:pt x="43553" y="75035"/>
                </a:lnTo>
                <a:close/>
              </a:path>
              <a:path w="1518285" h="2170429">
                <a:moveTo>
                  <a:pt x="42801" y="38100"/>
                </a:moveTo>
                <a:lnTo>
                  <a:pt x="33274" y="38100"/>
                </a:lnTo>
                <a:lnTo>
                  <a:pt x="34066" y="72804"/>
                </a:lnTo>
                <a:lnTo>
                  <a:pt x="34122" y="75229"/>
                </a:lnTo>
                <a:lnTo>
                  <a:pt x="38862" y="76073"/>
                </a:lnTo>
                <a:lnTo>
                  <a:pt x="43553" y="75035"/>
                </a:lnTo>
                <a:lnTo>
                  <a:pt x="42817" y="38862"/>
                </a:lnTo>
                <a:lnTo>
                  <a:pt x="42801" y="38100"/>
                </a:lnTo>
                <a:close/>
              </a:path>
              <a:path w="1518285" h="2170429">
                <a:moveTo>
                  <a:pt x="37211" y="0"/>
                </a:moveTo>
                <a:lnTo>
                  <a:pt x="22484" y="3268"/>
                </a:lnTo>
                <a:lnTo>
                  <a:pt x="10556" y="11668"/>
                </a:lnTo>
                <a:lnTo>
                  <a:pt x="2653" y="23949"/>
                </a:lnTo>
                <a:lnTo>
                  <a:pt x="0" y="38862"/>
                </a:lnTo>
                <a:lnTo>
                  <a:pt x="3268" y="53588"/>
                </a:lnTo>
                <a:lnTo>
                  <a:pt x="11668" y="65516"/>
                </a:lnTo>
                <a:lnTo>
                  <a:pt x="23949" y="73419"/>
                </a:lnTo>
                <a:lnTo>
                  <a:pt x="34122" y="75229"/>
                </a:lnTo>
                <a:lnTo>
                  <a:pt x="33291" y="38862"/>
                </a:lnTo>
                <a:lnTo>
                  <a:pt x="33274" y="38100"/>
                </a:lnTo>
                <a:lnTo>
                  <a:pt x="76038" y="38100"/>
                </a:lnTo>
                <a:lnTo>
                  <a:pt x="76200" y="37211"/>
                </a:lnTo>
                <a:lnTo>
                  <a:pt x="72858" y="22484"/>
                </a:lnTo>
                <a:lnTo>
                  <a:pt x="64420" y="10556"/>
                </a:lnTo>
                <a:lnTo>
                  <a:pt x="52125" y="2653"/>
                </a:lnTo>
                <a:lnTo>
                  <a:pt x="37211" y="0"/>
                </a:lnTo>
                <a:close/>
              </a:path>
              <a:path w="1518285" h="2170429">
                <a:moveTo>
                  <a:pt x="76038" y="38100"/>
                </a:moveTo>
                <a:lnTo>
                  <a:pt x="42801" y="38100"/>
                </a:lnTo>
                <a:lnTo>
                  <a:pt x="43508" y="72804"/>
                </a:lnTo>
                <a:lnTo>
                  <a:pt x="43553" y="75035"/>
                </a:lnTo>
                <a:lnTo>
                  <a:pt x="53643" y="72804"/>
                </a:lnTo>
                <a:lnTo>
                  <a:pt x="65579" y="64404"/>
                </a:lnTo>
                <a:lnTo>
                  <a:pt x="73491" y="52123"/>
                </a:lnTo>
                <a:lnTo>
                  <a:pt x="76038" y="38100"/>
                </a:lnTo>
                <a:close/>
              </a:path>
            </a:pathLst>
          </a:custGeom>
          <a:solidFill>
            <a:srgbClr val="007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 txBox="1"/>
          <p:nvPr/>
        </p:nvSpPr>
        <p:spPr>
          <a:xfrm>
            <a:off x="3894454" y="4804409"/>
            <a:ext cx="147320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sz="1600" b="1" dirty="0">
                <a:solidFill>
                  <a:srgbClr val="221F1F"/>
                </a:solidFill>
                <a:latin typeface="Malgun Gothic"/>
                <a:cs typeface="Malgun Gothic"/>
              </a:rPr>
              <a:t>IDC</a:t>
            </a:r>
            <a:r>
              <a:rPr sz="1600" b="1" spc="45" dirty="0">
                <a:solidFill>
                  <a:srgbClr val="221F1F"/>
                </a:solidFill>
                <a:latin typeface="Malgun Gothic"/>
                <a:cs typeface="Malgun Gothic"/>
              </a:rPr>
              <a:t> </a:t>
            </a:r>
            <a:r>
              <a:rPr sz="1600" b="1" spc="-10" dirty="0">
                <a:solidFill>
                  <a:srgbClr val="221F1F"/>
                </a:solidFill>
                <a:latin typeface="Malgun Gothic"/>
                <a:cs typeface="Malgun Gothic"/>
              </a:rPr>
              <a:t>원천데이터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75" name="object 17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62</a:t>
            </a:fld>
            <a:endParaRPr spc="-2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교통정보서비스</a:t>
            </a:r>
            <a:r>
              <a:rPr spc="50" dirty="0"/>
              <a:t> </a:t>
            </a:r>
            <a:r>
              <a:rPr dirty="0"/>
              <a:t>(GateWay</a:t>
            </a:r>
            <a:r>
              <a:rPr spc="15" dirty="0"/>
              <a:t> </a:t>
            </a:r>
            <a:r>
              <a:rPr dirty="0"/>
              <a:t>로그</a:t>
            </a:r>
            <a:r>
              <a:rPr spc="15" dirty="0"/>
              <a:t> </a:t>
            </a:r>
            <a:r>
              <a:rPr dirty="0"/>
              <a:t>시스템</a:t>
            </a:r>
            <a:r>
              <a:rPr spc="15" dirty="0"/>
              <a:t> </a:t>
            </a:r>
            <a:r>
              <a:rPr dirty="0"/>
              <a:t>개선</a:t>
            </a:r>
            <a:r>
              <a:rPr spc="15" dirty="0"/>
              <a:t> </a:t>
            </a:r>
            <a:r>
              <a:rPr spc="-10" dirty="0"/>
              <a:t>프로젝트)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5" name="object 5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91764" y="1828292"/>
            <a:ext cx="1230249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50" spc="-10" dirty="0">
                <a:solidFill>
                  <a:srgbClr val="17719D"/>
                </a:solidFill>
                <a:latin typeface="Malgun Gothic"/>
                <a:cs typeface="Malgun Gothic"/>
              </a:rPr>
              <a:t>AS-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IS</a:t>
            </a:r>
            <a:r>
              <a:rPr sz="2450" spc="-10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Architecture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&gt;&gt;</a:t>
            </a:r>
            <a:r>
              <a:rPr sz="2450" spc="-9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Mobile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Gateway에서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실시간으로</a:t>
            </a:r>
            <a:r>
              <a:rPr sz="2450" spc="-8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대량의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로그가</a:t>
            </a:r>
            <a:r>
              <a:rPr sz="2450" spc="-9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유입되면서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17719D"/>
                </a:solidFill>
                <a:latin typeface="Malgun Gothic"/>
                <a:cs typeface="Malgun Gothic"/>
              </a:rPr>
              <a:t>건당</a:t>
            </a:r>
            <a:endParaRPr sz="24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</a:pPr>
            <a:r>
              <a:rPr sz="2450" b="1" spc="-20" dirty="0">
                <a:solidFill>
                  <a:srgbClr val="17719D"/>
                </a:solidFill>
                <a:latin typeface="Malgun Gothic"/>
                <a:cs typeface="Malgun Gothic"/>
              </a:rPr>
              <a:t>INSERT-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COMMIT으로</a:t>
            </a:r>
            <a:r>
              <a:rPr sz="2450" b="1" spc="-4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CPU,</a:t>
            </a:r>
            <a:r>
              <a:rPr sz="2450" b="1" spc="-5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DISK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I/O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과점유등의</a:t>
            </a:r>
            <a:r>
              <a:rPr sz="2450" b="1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Oracle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DB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병목현상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17719D"/>
                </a:solidFill>
                <a:latin typeface="Malgun Gothic"/>
                <a:cs typeface="Malgun Gothic"/>
              </a:rPr>
              <a:t>발생.</a:t>
            </a:r>
            <a:endParaRPr sz="245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075" y="2859087"/>
            <a:ext cx="13236575" cy="7425690"/>
            <a:chOff x="2509075" y="2859087"/>
            <a:chExt cx="13236575" cy="7425690"/>
          </a:xfrm>
        </p:grpSpPr>
        <p:sp>
          <p:nvSpPr>
            <p:cNvPr id="9" name="object 9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79648" y="8072625"/>
              <a:ext cx="2081022" cy="221208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70849" y="5805246"/>
              <a:ext cx="1743731" cy="5067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022625" y="6484124"/>
              <a:ext cx="668983" cy="15005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6831" y="4534357"/>
              <a:ext cx="1224845" cy="11703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856080" y="6761962"/>
              <a:ext cx="999720" cy="34051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294126" y="4181983"/>
            <a:ext cx="2054225" cy="3880485"/>
          </a:xfrm>
          <a:prstGeom prst="rect">
            <a:avLst/>
          </a:prstGeom>
          <a:ln w="25400">
            <a:solidFill>
              <a:srgbClr val="B4E0E3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490855">
              <a:lnSpc>
                <a:spcPct val="100000"/>
              </a:lnSpc>
              <a:spcBef>
                <a:spcPts val="625"/>
              </a:spcBef>
            </a:pPr>
            <a:r>
              <a:rPr sz="1500" b="1" dirty="0">
                <a:latin typeface="Malgun Gothic"/>
                <a:cs typeface="Malgun Gothic"/>
              </a:rPr>
              <a:t>Mobile</a:t>
            </a:r>
            <a:r>
              <a:rPr sz="1500" b="1" spc="-70" dirty="0">
                <a:latin typeface="Malgun Gothic"/>
                <a:cs typeface="Malgun Gothic"/>
              </a:rPr>
              <a:t> </a:t>
            </a:r>
            <a:r>
              <a:rPr sz="1500" b="1" spc="-20" dirty="0">
                <a:latin typeface="Malgun Gothic"/>
                <a:cs typeface="Malgun Gothic"/>
              </a:rPr>
              <a:t>APPs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41419" y="3950069"/>
            <a:ext cx="10760075" cy="3801110"/>
            <a:chOff x="4241419" y="3950069"/>
            <a:chExt cx="10760075" cy="3801110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41419" y="7366635"/>
              <a:ext cx="87629" cy="8762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241419" y="7514717"/>
              <a:ext cx="87629" cy="8763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41419" y="7662926"/>
              <a:ext cx="87629" cy="8763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257194" y="5419997"/>
              <a:ext cx="1368142" cy="14012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3557763" y="5263454"/>
              <a:ext cx="1443409" cy="19502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442522" y="5622157"/>
              <a:ext cx="997266" cy="99726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239732" y="3950069"/>
              <a:ext cx="1760266" cy="58699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539984" y="4017264"/>
              <a:ext cx="1158227" cy="51663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10292969" y="3982085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5" y="0"/>
                  </a:moveTo>
                  <a:lnTo>
                    <a:pt x="81025" y="0"/>
                  </a:lnTo>
                  <a:lnTo>
                    <a:pt x="49506" y="6375"/>
                  </a:lnTo>
                  <a:lnTo>
                    <a:pt x="23749" y="23764"/>
                  </a:lnTo>
                  <a:lnTo>
                    <a:pt x="6373" y="49559"/>
                  </a:lnTo>
                  <a:lnTo>
                    <a:pt x="0" y="81152"/>
                  </a:lnTo>
                  <a:lnTo>
                    <a:pt x="0" y="486537"/>
                  </a:lnTo>
                  <a:lnTo>
                    <a:pt x="1577339" y="486537"/>
                  </a:lnTo>
                  <a:lnTo>
                    <a:pt x="1608859" y="480163"/>
                  </a:lnTo>
                  <a:lnTo>
                    <a:pt x="1634616" y="462788"/>
                  </a:lnTo>
                  <a:lnTo>
                    <a:pt x="1651992" y="437030"/>
                  </a:lnTo>
                  <a:lnTo>
                    <a:pt x="1658365" y="405511"/>
                  </a:lnTo>
                  <a:lnTo>
                    <a:pt x="1658365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292969" y="3982085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5" y="0"/>
                  </a:lnTo>
                  <a:lnTo>
                    <a:pt x="1658365" y="405511"/>
                  </a:lnTo>
                  <a:lnTo>
                    <a:pt x="1651992" y="437030"/>
                  </a:lnTo>
                  <a:lnTo>
                    <a:pt x="1634616" y="462788"/>
                  </a:lnTo>
                  <a:lnTo>
                    <a:pt x="1608859" y="480163"/>
                  </a:lnTo>
                  <a:lnTo>
                    <a:pt x="1577339" y="486537"/>
                  </a:lnTo>
                  <a:lnTo>
                    <a:pt x="0" y="486537"/>
                  </a:lnTo>
                  <a:lnTo>
                    <a:pt x="0" y="81152"/>
                  </a:lnTo>
                  <a:lnTo>
                    <a:pt x="6373" y="49559"/>
                  </a:lnTo>
                  <a:lnTo>
                    <a:pt x="23749" y="23764"/>
                  </a:lnTo>
                  <a:lnTo>
                    <a:pt x="49506" y="6375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39732" y="4608437"/>
              <a:ext cx="1760266" cy="5869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0539984" y="4677143"/>
              <a:ext cx="1158227" cy="5151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0292969" y="4641469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5" y="0"/>
                  </a:moveTo>
                  <a:lnTo>
                    <a:pt x="81025" y="0"/>
                  </a:lnTo>
                  <a:lnTo>
                    <a:pt x="49506" y="6373"/>
                  </a:lnTo>
                  <a:lnTo>
                    <a:pt x="23749" y="23749"/>
                  </a:lnTo>
                  <a:lnTo>
                    <a:pt x="6373" y="49506"/>
                  </a:lnTo>
                  <a:lnTo>
                    <a:pt x="0" y="81025"/>
                  </a:lnTo>
                  <a:lnTo>
                    <a:pt x="0" y="486536"/>
                  </a:lnTo>
                  <a:lnTo>
                    <a:pt x="1577339" y="486536"/>
                  </a:lnTo>
                  <a:lnTo>
                    <a:pt x="1608859" y="480161"/>
                  </a:lnTo>
                  <a:lnTo>
                    <a:pt x="1634616" y="462772"/>
                  </a:lnTo>
                  <a:lnTo>
                    <a:pt x="1651992" y="436977"/>
                  </a:lnTo>
                  <a:lnTo>
                    <a:pt x="1658365" y="405383"/>
                  </a:lnTo>
                  <a:lnTo>
                    <a:pt x="1658365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292969" y="4641469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5" y="0"/>
                  </a:lnTo>
                  <a:lnTo>
                    <a:pt x="1658365" y="405383"/>
                  </a:lnTo>
                  <a:lnTo>
                    <a:pt x="1651992" y="436977"/>
                  </a:lnTo>
                  <a:lnTo>
                    <a:pt x="1634616" y="462772"/>
                  </a:lnTo>
                  <a:lnTo>
                    <a:pt x="1608859" y="480161"/>
                  </a:lnTo>
                  <a:lnTo>
                    <a:pt x="1577339" y="486536"/>
                  </a:lnTo>
                  <a:lnTo>
                    <a:pt x="0" y="486536"/>
                  </a:lnTo>
                  <a:lnTo>
                    <a:pt x="0" y="81025"/>
                  </a:lnTo>
                  <a:lnTo>
                    <a:pt x="6373" y="49506"/>
                  </a:lnTo>
                  <a:lnTo>
                    <a:pt x="23749" y="23749"/>
                  </a:lnTo>
                  <a:lnTo>
                    <a:pt x="49506" y="6373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695558" y="4745227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상태정보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0239732" y="5268329"/>
            <a:ext cx="1760855" cy="587375"/>
            <a:chOff x="10239732" y="5268329"/>
            <a:chExt cx="1760855" cy="587375"/>
          </a:xfrm>
        </p:grpSpPr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0239732" y="5268329"/>
              <a:ext cx="1760266" cy="5869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0539983" y="5337035"/>
              <a:ext cx="1158227" cy="51512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0292968" y="5300725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5" y="0"/>
                  </a:moveTo>
                  <a:lnTo>
                    <a:pt x="81025" y="0"/>
                  </a:lnTo>
                  <a:lnTo>
                    <a:pt x="49506" y="6373"/>
                  </a:lnTo>
                  <a:lnTo>
                    <a:pt x="23749" y="23749"/>
                  </a:lnTo>
                  <a:lnTo>
                    <a:pt x="6373" y="49506"/>
                  </a:lnTo>
                  <a:lnTo>
                    <a:pt x="0" y="81025"/>
                  </a:lnTo>
                  <a:lnTo>
                    <a:pt x="0" y="486537"/>
                  </a:lnTo>
                  <a:lnTo>
                    <a:pt x="1577339" y="486537"/>
                  </a:lnTo>
                  <a:lnTo>
                    <a:pt x="1608859" y="480161"/>
                  </a:lnTo>
                  <a:lnTo>
                    <a:pt x="1634616" y="462772"/>
                  </a:lnTo>
                  <a:lnTo>
                    <a:pt x="1651992" y="436977"/>
                  </a:lnTo>
                  <a:lnTo>
                    <a:pt x="1658365" y="405384"/>
                  </a:lnTo>
                  <a:lnTo>
                    <a:pt x="1658365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0292968" y="5300725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5" y="0"/>
                  </a:lnTo>
                  <a:lnTo>
                    <a:pt x="1658365" y="405384"/>
                  </a:lnTo>
                  <a:lnTo>
                    <a:pt x="1651992" y="436977"/>
                  </a:lnTo>
                  <a:lnTo>
                    <a:pt x="1634616" y="462772"/>
                  </a:lnTo>
                  <a:lnTo>
                    <a:pt x="1608859" y="480161"/>
                  </a:lnTo>
                  <a:lnTo>
                    <a:pt x="1577339" y="486537"/>
                  </a:lnTo>
                  <a:lnTo>
                    <a:pt x="0" y="486537"/>
                  </a:lnTo>
                  <a:lnTo>
                    <a:pt x="0" y="81025"/>
                  </a:lnTo>
                  <a:lnTo>
                    <a:pt x="6373" y="49506"/>
                  </a:lnTo>
                  <a:lnTo>
                    <a:pt x="23749" y="23749"/>
                  </a:lnTo>
                  <a:lnTo>
                    <a:pt x="49506" y="6373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695558" y="5404484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거래내역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0239732" y="6329033"/>
            <a:ext cx="1760855" cy="587375"/>
            <a:chOff x="10239732" y="6329033"/>
            <a:chExt cx="1760855" cy="587375"/>
          </a:xfrm>
        </p:grpSpPr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239732" y="6329033"/>
              <a:ext cx="1760266" cy="586992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539983" y="6397739"/>
              <a:ext cx="1158227" cy="51512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10292968" y="6361810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5" y="0"/>
                  </a:moveTo>
                  <a:lnTo>
                    <a:pt x="81025" y="0"/>
                  </a:lnTo>
                  <a:lnTo>
                    <a:pt x="49506" y="6375"/>
                  </a:lnTo>
                  <a:lnTo>
                    <a:pt x="23749" y="23764"/>
                  </a:lnTo>
                  <a:lnTo>
                    <a:pt x="6373" y="49559"/>
                  </a:lnTo>
                  <a:lnTo>
                    <a:pt x="0" y="81152"/>
                  </a:lnTo>
                  <a:lnTo>
                    <a:pt x="0" y="486537"/>
                  </a:lnTo>
                  <a:lnTo>
                    <a:pt x="1577339" y="486537"/>
                  </a:lnTo>
                  <a:lnTo>
                    <a:pt x="1608859" y="480161"/>
                  </a:lnTo>
                  <a:lnTo>
                    <a:pt x="1634616" y="462772"/>
                  </a:lnTo>
                  <a:lnTo>
                    <a:pt x="1651992" y="436977"/>
                  </a:lnTo>
                  <a:lnTo>
                    <a:pt x="1658365" y="405384"/>
                  </a:lnTo>
                  <a:lnTo>
                    <a:pt x="1658365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0292968" y="6361810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5" y="0"/>
                  </a:lnTo>
                  <a:lnTo>
                    <a:pt x="1658365" y="405384"/>
                  </a:lnTo>
                  <a:lnTo>
                    <a:pt x="1651992" y="436977"/>
                  </a:lnTo>
                  <a:lnTo>
                    <a:pt x="1634616" y="462772"/>
                  </a:lnTo>
                  <a:lnTo>
                    <a:pt x="1608859" y="480161"/>
                  </a:lnTo>
                  <a:lnTo>
                    <a:pt x="1577339" y="486537"/>
                  </a:lnTo>
                  <a:lnTo>
                    <a:pt x="0" y="486537"/>
                  </a:lnTo>
                  <a:lnTo>
                    <a:pt x="0" y="81152"/>
                  </a:lnTo>
                  <a:lnTo>
                    <a:pt x="6373" y="49559"/>
                  </a:lnTo>
                  <a:lnTo>
                    <a:pt x="23749" y="23764"/>
                  </a:lnTo>
                  <a:lnTo>
                    <a:pt x="49506" y="6375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695558" y="6465823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계좌환불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0239732" y="6988925"/>
            <a:ext cx="1760855" cy="587375"/>
            <a:chOff x="10239732" y="6988925"/>
            <a:chExt cx="1760855" cy="587375"/>
          </a:xfrm>
        </p:grpSpPr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0239732" y="6988925"/>
              <a:ext cx="1760266" cy="5869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539983" y="7056120"/>
              <a:ext cx="1158227" cy="51663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0292968" y="7021068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5" y="0"/>
                  </a:moveTo>
                  <a:lnTo>
                    <a:pt x="81025" y="0"/>
                  </a:lnTo>
                  <a:lnTo>
                    <a:pt x="49506" y="6375"/>
                  </a:lnTo>
                  <a:lnTo>
                    <a:pt x="23749" y="23764"/>
                  </a:lnTo>
                  <a:lnTo>
                    <a:pt x="6373" y="49559"/>
                  </a:lnTo>
                  <a:lnTo>
                    <a:pt x="0" y="81153"/>
                  </a:lnTo>
                  <a:lnTo>
                    <a:pt x="0" y="486537"/>
                  </a:lnTo>
                  <a:lnTo>
                    <a:pt x="1577339" y="486537"/>
                  </a:lnTo>
                  <a:lnTo>
                    <a:pt x="1608859" y="480163"/>
                  </a:lnTo>
                  <a:lnTo>
                    <a:pt x="1634616" y="462788"/>
                  </a:lnTo>
                  <a:lnTo>
                    <a:pt x="1651992" y="437030"/>
                  </a:lnTo>
                  <a:lnTo>
                    <a:pt x="1658365" y="405511"/>
                  </a:lnTo>
                  <a:lnTo>
                    <a:pt x="1658365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0292968" y="7021068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5" y="0"/>
                  </a:lnTo>
                  <a:lnTo>
                    <a:pt x="1658365" y="405511"/>
                  </a:lnTo>
                  <a:lnTo>
                    <a:pt x="1651992" y="437030"/>
                  </a:lnTo>
                  <a:lnTo>
                    <a:pt x="1634616" y="462788"/>
                  </a:lnTo>
                  <a:lnTo>
                    <a:pt x="1608859" y="480163"/>
                  </a:lnTo>
                  <a:lnTo>
                    <a:pt x="1577339" y="486537"/>
                  </a:lnTo>
                  <a:lnTo>
                    <a:pt x="0" y="486537"/>
                  </a:lnTo>
                  <a:lnTo>
                    <a:pt x="0" y="81153"/>
                  </a:lnTo>
                  <a:lnTo>
                    <a:pt x="6373" y="49559"/>
                  </a:lnTo>
                  <a:lnTo>
                    <a:pt x="23749" y="23764"/>
                  </a:lnTo>
                  <a:lnTo>
                    <a:pt x="49506" y="6375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695558" y="7124775"/>
            <a:ext cx="854710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선불충전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10239732" y="7647292"/>
            <a:ext cx="1760855" cy="587375"/>
            <a:chOff x="10239732" y="7647292"/>
            <a:chExt cx="1760855" cy="587375"/>
          </a:xfrm>
        </p:grpSpPr>
        <p:pic>
          <p:nvPicPr>
            <p:cNvPr id="51" name="object 5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239732" y="7647292"/>
              <a:ext cx="1760266" cy="58699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539983" y="7715998"/>
              <a:ext cx="1158227" cy="51512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292968" y="7680451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5" y="0"/>
                  </a:moveTo>
                  <a:lnTo>
                    <a:pt x="81025" y="0"/>
                  </a:lnTo>
                  <a:lnTo>
                    <a:pt x="49506" y="6373"/>
                  </a:lnTo>
                  <a:lnTo>
                    <a:pt x="23749" y="23749"/>
                  </a:lnTo>
                  <a:lnTo>
                    <a:pt x="6373" y="49506"/>
                  </a:lnTo>
                  <a:lnTo>
                    <a:pt x="0" y="81025"/>
                  </a:lnTo>
                  <a:lnTo>
                    <a:pt x="0" y="486537"/>
                  </a:lnTo>
                  <a:lnTo>
                    <a:pt x="1577339" y="486537"/>
                  </a:lnTo>
                  <a:lnTo>
                    <a:pt x="1608859" y="480161"/>
                  </a:lnTo>
                  <a:lnTo>
                    <a:pt x="1634616" y="462772"/>
                  </a:lnTo>
                  <a:lnTo>
                    <a:pt x="1651992" y="436977"/>
                  </a:lnTo>
                  <a:lnTo>
                    <a:pt x="1658365" y="405384"/>
                  </a:lnTo>
                  <a:lnTo>
                    <a:pt x="1658365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0292968" y="7680451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5" y="0"/>
                  </a:lnTo>
                  <a:lnTo>
                    <a:pt x="1658365" y="405384"/>
                  </a:lnTo>
                  <a:lnTo>
                    <a:pt x="1651992" y="436977"/>
                  </a:lnTo>
                  <a:lnTo>
                    <a:pt x="1634616" y="462772"/>
                  </a:lnTo>
                  <a:lnTo>
                    <a:pt x="1608859" y="480161"/>
                  </a:lnTo>
                  <a:lnTo>
                    <a:pt x="1577339" y="486537"/>
                  </a:lnTo>
                  <a:lnTo>
                    <a:pt x="0" y="486537"/>
                  </a:lnTo>
                  <a:lnTo>
                    <a:pt x="0" y="81025"/>
                  </a:lnTo>
                  <a:lnTo>
                    <a:pt x="6373" y="49506"/>
                  </a:lnTo>
                  <a:lnTo>
                    <a:pt x="23749" y="23749"/>
                  </a:lnTo>
                  <a:lnTo>
                    <a:pt x="49506" y="6373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0695558" y="7784718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후불충전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348351" y="4219321"/>
            <a:ext cx="10147935" cy="4592955"/>
            <a:chOff x="5348351" y="4219321"/>
            <a:chExt cx="10147935" cy="4592955"/>
          </a:xfrm>
        </p:grpSpPr>
        <p:pic>
          <p:nvPicPr>
            <p:cNvPr id="57" name="object 5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078336" y="8427974"/>
              <a:ext cx="87630" cy="8763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1078336" y="8576183"/>
              <a:ext cx="87630" cy="8763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078336" y="8724392"/>
              <a:ext cx="87630" cy="87503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5348351" y="4225416"/>
              <a:ext cx="4944745" cy="3698240"/>
            </a:xfrm>
            <a:custGeom>
              <a:avLst/>
              <a:gdLst/>
              <a:ahLst/>
              <a:cxnLst/>
              <a:rect l="l" t="t" r="r" b="b"/>
              <a:pathLst>
                <a:path w="4944745" h="3698240">
                  <a:moveTo>
                    <a:pt x="982218" y="1895221"/>
                  </a:moveTo>
                  <a:lnTo>
                    <a:pt x="944333" y="1876336"/>
                  </a:lnTo>
                  <a:lnTo>
                    <a:pt x="867918" y="1838198"/>
                  </a:lnTo>
                  <a:lnTo>
                    <a:pt x="867956" y="1876336"/>
                  </a:lnTo>
                  <a:lnTo>
                    <a:pt x="0" y="1877568"/>
                  </a:lnTo>
                  <a:lnTo>
                    <a:pt x="127" y="1915668"/>
                  </a:lnTo>
                  <a:lnTo>
                    <a:pt x="867994" y="1914436"/>
                  </a:lnTo>
                  <a:lnTo>
                    <a:pt x="868045" y="1952498"/>
                  </a:lnTo>
                  <a:lnTo>
                    <a:pt x="943927" y="1914436"/>
                  </a:lnTo>
                  <a:lnTo>
                    <a:pt x="982218" y="1895221"/>
                  </a:lnTo>
                  <a:close/>
                </a:path>
                <a:path w="4944745" h="3698240">
                  <a:moveTo>
                    <a:pt x="2970657" y="1895348"/>
                  </a:moveTo>
                  <a:lnTo>
                    <a:pt x="2932557" y="1876298"/>
                  </a:lnTo>
                  <a:lnTo>
                    <a:pt x="2856357" y="1838198"/>
                  </a:lnTo>
                  <a:lnTo>
                    <a:pt x="2856357" y="1876298"/>
                  </a:lnTo>
                  <a:lnTo>
                    <a:pt x="2236851" y="1876298"/>
                  </a:lnTo>
                  <a:lnTo>
                    <a:pt x="2236851" y="1914398"/>
                  </a:lnTo>
                  <a:lnTo>
                    <a:pt x="2856357" y="1914398"/>
                  </a:lnTo>
                  <a:lnTo>
                    <a:pt x="2856357" y="1952498"/>
                  </a:lnTo>
                  <a:lnTo>
                    <a:pt x="2932557" y="1914398"/>
                  </a:lnTo>
                  <a:lnTo>
                    <a:pt x="2970657" y="1895348"/>
                  </a:lnTo>
                  <a:close/>
                </a:path>
                <a:path w="4944745" h="3698240">
                  <a:moveTo>
                    <a:pt x="4944618" y="0"/>
                  </a:moveTo>
                  <a:lnTo>
                    <a:pt x="4869307" y="39878"/>
                  </a:lnTo>
                  <a:lnTo>
                    <a:pt x="4892535" y="56451"/>
                  </a:lnTo>
                  <a:lnTo>
                    <a:pt x="3649662" y="1798789"/>
                  </a:lnTo>
                  <a:lnTo>
                    <a:pt x="3649662" y="1849488"/>
                  </a:lnTo>
                  <a:lnTo>
                    <a:pt x="3612121" y="1884375"/>
                  </a:lnTo>
                  <a:lnTo>
                    <a:pt x="3631908" y="1856625"/>
                  </a:lnTo>
                  <a:lnTo>
                    <a:pt x="3649662" y="1849488"/>
                  </a:lnTo>
                  <a:lnTo>
                    <a:pt x="3649662" y="1798789"/>
                  </a:lnTo>
                  <a:lnTo>
                    <a:pt x="3619474" y="1841106"/>
                  </a:lnTo>
                  <a:lnTo>
                    <a:pt x="3598951" y="1849361"/>
                  </a:lnTo>
                  <a:lnTo>
                    <a:pt x="3598951" y="1869871"/>
                  </a:lnTo>
                  <a:lnTo>
                    <a:pt x="3593935" y="1876907"/>
                  </a:lnTo>
                  <a:lnTo>
                    <a:pt x="3593935" y="1901266"/>
                  </a:lnTo>
                  <a:lnTo>
                    <a:pt x="3592004" y="1903056"/>
                  </a:lnTo>
                  <a:lnTo>
                    <a:pt x="3586708" y="1898662"/>
                  </a:lnTo>
                  <a:lnTo>
                    <a:pt x="3593935" y="1901266"/>
                  </a:lnTo>
                  <a:lnTo>
                    <a:pt x="3593935" y="1876907"/>
                  </a:lnTo>
                  <a:lnTo>
                    <a:pt x="3591598" y="1880184"/>
                  </a:lnTo>
                  <a:lnTo>
                    <a:pt x="3581984" y="1876704"/>
                  </a:lnTo>
                  <a:lnTo>
                    <a:pt x="3598951" y="1869871"/>
                  </a:lnTo>
                  <a:lnTo>
                    <a:pt x="3598951" y="1849361"/>
                  </a:lnTo>
                  <a:lnTo>
                    <a:pt x="3560699" y="1864741"/>
                  </a:lnTo>
                  <a:lnTo>
                    <a:pt x="3565588" y="1876894"/>
                  </a:lnTo>
                  <a:lnTo>
                    <a:pt x="3561080" y="1889379"/>
                  </a:lnTo>
                  <a:lnTo>
                    <a:pt x="3565423" y="1890953"/>
                  </a:lnTo>
                  <a:lnTo>
                    <a:pt x="3558159" y="1899666"/>
                  </a:lnTo>
                  <a:lnTo>
                    <a:pt x="3562464" y="1903260"/>
                  </a:lnTo>
                  <a:lnTo>
                    <a:pt x="3556762" y="1907667"/>
                  </a:lnTo>
                  <a:lnTo>
                    <a:pt x="4890643" y="3643592"/>
                  </a:lnTo>
                  <a:lnTo>
                    <a:pt x="4867910" y="3661029"/>
                  </a:lnTo>
                  <a:lnTo>
                    <a:pt x="4944618" y="3698240"/>
                  </a:lnTo>
                  <a:lnTo>
                    <a:pt x="4935944" y="3653663"/>
                  </a:lnTo>
                  <a:lnTo>
                    <a:pt x="4928362" y="3614674"/>
                  </a:lnTo>
                  <a:lnTo>
                    <a:pt x="4905667" y="3632085"/>
                  </a:lnTo>
                  <a:lnTo>
                    <a:pt x="3603879" y="1937664"/>
                  </a:lnTo>
                  <a:lnTo>
                    <a:pt x="4879848" y="2997593"/>
                  </a:lnTo>
                  <a:lnTo>
                    <a:pt x="4861560" y="3019552"/>
                  </a:lnTo>
                  <a:lnTo>
                    <a:pt x="4944618" y="3038983"/>
                  </a:lnTo>
                  <a:lnTo>
                    <a:pt x="4929975" y="3005709"/>
                  </a:lnTo>
                  <a:lnTo>
                    <a:pt x="4910328" y="2961005"/>
                  </a:lnTo>
                  <a:lnTo>
                    <a:pt x="4892027" y="2982976"/>
                  </a:lnTo>
                  <a:lnTo>
                    <a:pt x="3606850" y="1915388"/>
                  </a:lnTo>
                  <a:lnTo>
                    <a:pt x="3614166" y="1908594"/>
                  </a:lnTo>
                  <a:lnTo>
                    <a:pt x="4869624" y="2362695"/>
                  </a:lnTo>
                  <a:lnTo>
                    <a:pt x="4859909" y="2389632"/>
                  </a:lnTo>
                  <a:lnTo>
                    <a:pt x="4944618" y="2379599"/>
                  </a:lnTo>
                  <a:lnTo>
                    <a:pt x="4932629" y="2367026"/>
                  </a:lnTo>
                  <a:lnTo>
                    <a:pt x="4885817" y="2317877"/>
                  </a:lnTo>
                  <a:lnTo>
                    <a:pt x="4876101" y="2344788"/>
                  </a:lnTo>
                  <a:lnTo>
                    <a:pt x="3629850" y="1894014"/>
                  </a:lnTo>
                  <a:lnTo>
                    <a:pt x="3699167" y="1829587"/>
                  </a:lnTo>
                  <a:lnTo>
                    <a:pt x="4877435" y="1355902"/>
                  </a:lnTo>
                  <a:lnTo>
                    <a:pt x="4888103" y="1382395"/>
                  </a:lnTo>
                  <a:lnTo>
                    <a:pt x="4931461" y="1333373"/>
                  </a:lnTo>
                  <a:lnTo>
                    <a:pt x="4944618" y="1318514"/>
                  </a:lnTo>
                  <a:lnTo>
                    <a:pt x="4859655" y="1311656"/>
                  </a:lnTo>
                  <a:lnTo>
                    <a:pt x="4870297" y="1338135"/>
                  </a:lnTo>
                  <a:lnTo>
                    <a:pt x="3738105" y="1793405"/>
                  </a:lnTo>
                  <a:lnTo>
                    <a:pt x="4895177" y="718070"/>
                  </a:lnTo>
                  <a:lnTo>
                    <a:pt x="4914646" y="739013"/>
                  </a:lnTo>
                  <a:lnTo>
                    <a:pt x="4930965" y="695579"/>
                  </a:lnTo>
                  <a:lnTo>
                    <a:pt x="4944618" y="659257"/>
                  </a:lnTo>
                  <a:lnTo>
                    <a:pt x="4862830" y="683260"/>
                  </a:lnTo>
                  <a:lnTo>
                    <a:pt x="4882273" y="704189"/>
                  </a:lnTo>
                  <a:lnTo>
                    <a:pt x="3688600" y="1813318"/>
                  </a:lnTo>
                  <a:lnTo>
                    <a:pt x="3652431" y="1827860"/>
                  </a:lnTo>
                  <a:lnTo>
                    <a:pt x="4908029" y="67500"/>
                  </a:lnTo>
                  <a:lnTo>
                    <a:pt x="4931283" y="84074"/>
                  </a:lnTo>
                  <a:lnTo>
                    <a:pt x="4937303" y="46101"/>
                  </a:lnTo>
                  <a:lnTo>
                    <a:pt x="4944618" y="0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8941054" y="6004814"/>
              <a:ext cx="4589145" cy="228600"/>
            </a:xfrm>
            <a:custGeom>
              <a:avLst/>
              <a:gdLst/>
              <a:ahLst/>
              <a:cxnLst/>
              <a:rect l="l" t="t" r="r" b="b"/>
              <a:pathLst>
                <a:path w="4589144" h="228600">
                  <a:moveTo>
                    <a:pt x="4360417" y="0"/>
                  </a:moveTo>
                  <a:lnTo>
                    <a:pt x="4360417" y="228600"/>
                  </a:lnTo>
                  <a:lnTo>
                    <a:pt x="4512817" y="152400"/>
                  </a:lnTo>
                  <a:lnTo>
                    <a:pt x="4398517" y="152400"/>
                  </a:lnTo>
                  <a:lnTo>
                    <a:pt x="4398517" y="76200"/>
                  </a:lnTo>
                  <a:lnTo>
                    <a:pt x="4512817" y="76200"/>
                  </a:lnTo>
                  <a:lnTo>
                    <a:pt x="4360417" y="0"/>
                  </a:lnTo>
                  <a:close/>
                </a:path>
                <a:path w="4589144" h="228600">
                  <a:moveTo>
                    <a:pt x="4360417" y="76200"/>
                  </a:moveTo>
                  <a:lnTo>
                    <a:pt x="0" y="76200"/>
                  </a:lnTo>
                  <a:lnTo>
                    <a:pt x="0" y="152400"/>
                  </a:lnTo>
                  <a:lnTo>
                    <a:pt x="4360417" y="152400"/>
                  </a:lnTo>
                  <a:lnTo>
                    <a:pt x="4360417" y="76200"/>
                  </a:lnTo>
                  <a:close/>
                </a:path>
                <a:path w="4589144" h="228600">
                  <a:moveTo>
                    <a:pt x="4512817" y="76200"/>
                  </a:moveTo>
                  <a:lnTo>
                    <a:pt x="4398517" y="76200"/>
                  </a:lnTo>
                  <a:lnTo>
                    <a:pt x="4398517" y="152400"/>
                  </a:lnTo>
                  <a:lnTo>
                    <a:pt x="4512817" y="152400"/>
                  </a:lnTo>
                  <a:lnTo>
                    <a:pt x="4589017" y="114300"/>
                  </a:lnTo>
                  <a:lnTo>
                    <a:pt x="4512817" y="7620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1944096" y="4219320"/>
              <a:ext cx="1586230" cy="3710940"/>
            </a:xfrm>
            <a:custGeom>
              <a:avLst/>
              <a:gdLst/>
              <a:ahLst/>
              <a:cxnLst/>
              <a:rect l="l" t="t" r="r" b="b"/>
              <a:pathLst>
                <a:path w="1586230" h="3710940">
                  <a:moveTo>
                    <a:pt x="1586103" y="1875917"/>
                  </a:moveTo>
                  <a:lnTo>
                    <a:pt x="1582991" y="1876463"/>
                  </a:lnTo>
                  <a:lnTo>
                    <a:pt x="1575993" y="1846961"/>
                  </a:lnTo>
                  <a:lnTo>
                    <a:pt x="1566418" y="1806575"/>
                  </a:lnTo>
                  <a:lnTo>
                    <a:pt x="1544548" y="1824926"/>
                  </a:lnTo>
                  <a:lnTo>
                    <a:pt x="14605" y="0"/>
                  </a:lnTo>
                  <a:lnTo>
                    <a:pt x="0" y="12192"/>
                  </a:lnTo>
                  <a:lnTo>
                    <a:pt x="1510563" y="1814144"/>
                  </a:lnTo>
                  <a:lnTo>
                    <a:pt x="1504607" y="1821776"/>
                  </a:lnTo>
                  <a:lnTo>
                    <a:pt x="13081" y="657860"/>
                  </a:lnTo>
                  <a:lnTo>
                    <a:pt x="1397" y="672846"/>
                  </a:lnTo>
                  <a:lnTo>
                    <a:pt x="1492923" y="1836762"/>
                  </a:lnTo>
                  <a:lnTo>
                    <a:pt x="1487258" y="1844027"/>
                  </a:lnTo>
                  <a:lnTo>
                    <a:pt x="10414" y="1315720"/>
                  </a:lnTo>
                  <a:lnTo>
                    <a:pt x="4064" y="1333627"/>
                  </a:lnTo>
                  <a:lnTo>
                    <a:pt x="1511134" y="1872907"/>
                  </a:lnTo>
                  <a:lnTo>
                    <a:pt x="1504950" y="1890179"/>
                  </a:lnTo>
                  <a:lnTo>
                    <a:pt x="1502283" y="1890649"/>
                  </a:lnTo>
                  <a:lnTo>
                    <a:pt x="1503972" y="1892935"/>
                  </a:lnTo>
                  <a:lnTo>
                    <a:pt x="1501521" y="1899793"/>
                  </a:lnTo>
                  <a:lnTo>
                    <a:pt x="1508417" y="1898954"/>
                  </a:lnTo>
                  <a:lnTo>
                    <a:pt x="1518742" y="1912899"/>
                  </a:lnTo>
                  <a:lnTo>
                    <a:pt x="1474851" y="1905254"/>
                  </a:lnTo>
                  <a:lnTo>
                    <a:pt x="1483093" y="1932673"/>
                  </a:lnTo>
                  <a:lnTo>
                    <a:pt x="4445" y="2376678"/>
                  </a:lnTo>
                  <a:lnTo>
                    <a:pt x="10033" y="2394839"/>
                  </a:lnTo>
                  <a:lnTo>
                    <a:pt x="1455559" y="1960867"/>
                  </a:lnTo>
                  <a:lnTo>
                    <a:pt x="1524" y="3037459"/>
                  </a:lnTo>
                  <a:lnTo>
                    <a:pt x="12954" y="3052699"/>
                  </a:lnTo>
                  <a:lnTo>
                    <a:pt x="1490814" y="1958365"/>
                  </a:lnTo>
                  <a:lnTo>
                    <a:pt x="1495996" y="1975586"/>
                  </a:lnTo>
                  <a:lnTo>
                    <a:pt x="0" y="3698113"/>
                  </a:lnTo>
                  <a:lnTo>
                    <a:pt x="14478" y="3710559"/>
                  </a:lnTo>
                  <a:lnTo>
                    <a:pt x="1543354" y="1950161"/>
                  </a:lnTo>
                  <a:lnTo>
                    <a:pt x="1564894" y="1968881"/>
                  </a:lnTo>
                  <a:lnTo>
                    <a:pt x="1575396" y="1927987"/>
                  </a:lnTo>
                  <a:lnTo>
                    <a:pt x="1585252" y="1889620"/>
                  </a:lnTo>
                  <a:lnTo>
                    <a:pt x="1586103" y="1889506"/>
                  </a:lnTo>
                  <a:lnTo>
                    <a:pt x="1585709" y="1887867"/>
                  </a:lnTo>
                  <a:lnTo>
                    <a:pt x="1586103" y="1886331"/>
                  </a:lnTo>
                  <a:lnTo>
                    <a:pt x="1585404" y="1886623"/>
                  </a:lnTo>
                  <a:lnTo>
                    <a:pt x="1583893" y="1880260"/>
                  </a:lnTo>
                  <a:lnTo>
                    <a:pt x="1586103" y="1875917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3310107" y="5306695"/>
              <a:ext cx="2173605" cy="1637664"/>
            </a:xfrm>
            <a:custGeom>
              <a:avLst/>
              <a:gdLst/>
              <a:ahLst/>
              <a:cxnLst/>
              <a:rect l="l" t="t" r="r" b="b"/>
              <a:pathLst>
                <a:path w="2173605" h="1637665">
                  <a:moveTo>
                    <a:pt x="1487932" y="0"/>
                  </a:moveTo>
                  <a:lnTo>
                    <a:pt x="1153159" y="329183"/>
                  </a:lnTo>
                  <a:lnTo>
                    <a:pt x="978153" y="143128"/>
                  </a:lnTo>
                  <a:lnTo>
                    <a:pt x="860171" y="483869"/>
                  </a:lnTo>
                  <a:lnTo>
                    <a:pt x="453009" y="274827"/>
                  </a:lnTo>
                  <a:lnTo>
                    <a:pt x="540511" y="592581"/>
                  </a:lnTo>
                  <a:lnTo>
                    <a:pt x="117982" y="626999"/>
                  </a:lnTo>
                  <a:lnTo>
                    <a:pt x="395859" y="878839"/>
                  </a:lnTo>
                  <a:lnTo>
                    <a:pt x="0" y="976249"/>
                  </a:lnTo>
                  <a:lnTo>
                    <a:pt x="335026" y="1165225"/>
                  </a:lnTo>
                  <a:lnTo>
                    <a:pt x="129286" y="1351279"/>
                  </a:lnTo>
                  <a:lnTo>
                    <a:pt x="483488" y="1382776"/>
                  </a:lnTo>
                  <a:lnTo>
                    <a:pt x="494665" y="1637410"/>
                  </a:lnTo>
                  <a:lnTo>
                    <a:pt x="757301" y="1374013"/>
                  </a:lnTo>
                  <a:lnTo>
                    <a:pt x="875284" y="1494281"/>
                  </a:lnTo>
                  <a:lnTo>
                    <a:pt x="993140" y="1316735"/>
                  </a:lnTo>
                  <a:lnTo>
                    <a:pt x="1168273" y="1428368"/>
                  </a:lnTo>
                  <a:lnTo>
                    <a:pt x="1225423" y="1208024"/>
                  </a:lnTo>
                  <a:lnTo>
                    <a:pt x="1503299" y="1316735"/>
                  </a:lnTo>
                  <a:lnTo>
                    <a:pt x="1472946" y="1087881"/>
                  </a:lnTo>
                  <a:lnTo>
                    <a:pt x="1899157" y="1185037"/>
                  </a:lnTo>
                  <a:lnTo>
                    <a:pt x="1647952" y="933195"/>
                  </a:lnTo>
                  <a:lnTo>
                    <a:pt x="1838071" y="855852"/>
                  </a:lnTo>
                  <a:lnTo>
                    <a:pt x="1708784" y="712724"/>
                  </a:lnTo>
                  <a:lnTo>
                    <a:pt x="2173097" y="503808"/>
                  </a:lnTo>
                  <a:lnTo>
                    <a:pt x="1647952" y="495172"/>
                  </a:lnTo>
                  <a:lnTo>
                    <a:pt x="1811655" y="240537"/>
                  </a:lnTo>
                  <a:lnTo>
                    <a:pt x="1461261" y="437895"/>
                  </a:lnTo>
                  <a:lnTo>
                    <a:pt x="148793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3310107" y="5306695"/>
              <a:ext cx="2173605" cy="1637664"/>
            </a:xfrm>
            <a:custGeom>
              <a:avLst/>
              <a:gdLst/>
              <a:ahLst/>
              <a:cxnLst/>
              <a:rect l="l" t="t" r="r" b="b"/>
              <a:pathLst>
                <a:path w="2173605" h="1637665">
                  <a:moveTo>
                    <a:pt x="1153159" y="329183"/>
                  </a:moveTo>
                  <a:lnTo>
                    <a:pt x="1487932" y="0"/>
                  </a:lnTo>
                  <a:lnTo>
                    <a:pt x="1461261" y="437895"/>
                  </a:lnTo>
                  <a:lnTo>
                    <a:pt x="1811655" y="240537"/>
                  </a:lnTo>
                  <a:lnTo>
                    <a:pt x="1647952" y="495172"/>
                  </a:lnTo>
                  <a:lnTo>
                    <a:pt x="2173097" y="503808"/>
                  </a:lnTo>
                  <a:lnTo>
                    <a:pt x="1708784" y="712724"/>
                  </a:lnTo>
                  <a:lnTo>
                    <a:pt x="1838071" y="855852"/>
                  </a:lnTo>
                  <a:lnTo>
                    <a:pt x="1647952" y="933195"/>
                  </a:lnTo>
                  <a:lnTo>
                    <a:pt x="1899157" y="1185037"/>
                  </a:lnTo>
                  <a:lnTo>
                    <a:pt x="1472946" y="1087881"/>
                  </a:lnTo>
                  <a:lnTo>
                    <a:pt x="1503299" y="1316735"/>
                  </a:lnTo>
                  <a:lnTo>
                    <a:pt x="1225423" y="1208024"/>
                  </a:lnTo>
                  <a:lnTo>
                    <a:pt x="1168273" y="1428368"/>
                  </a:lnTo>
                  <a:lnTo>
                    <a:pt x="993140" y="1316735"/>
                  </a:lnTo>
                  <a:lnTo>
                    <a:pt x="875284" y="1494281"/>
                  </a:lnTo>
                  <a:lnTo>
                    <a:pt x="757301" y="1374013"/>
                  </a:lnTo>
                  <a:lnTo>
                    <a:pt x="494665" y="1637410"/>
                  </a:lnTo>
                  <a:lnTo>
                    <a:pt x="483488" y="1382776"/>
                  </a:lnTo>
                  <a:lnTo>
                    <a:pt x="129286" y="1351279"/>
                  </a:lnTo>
                  <a:lnTo>
                    <a:pt x="335026" y="1165225"/>
                  </a:lnTo>
                  <a:lnTo>
                    <a:pt x="0" y="976249"/>
                  </a:lnTo>
                  <a:lnTo>
                    <a:pt x="395859" y="878839"/>
                  </a:lnTo>
                  <a:lnTo>
                    <a:pt x="117982" y="626999"/>
                  </a:lnTo>
                  <a:lnTo>
                    <a:pt x="540511" y="592581"/>
                  </a:lnTo>
                  <a:lnTo>
                    <a:pt x="453009" y="274827"/>
                  </a:lnTo>
                  <a:lnTo>
                    <a:pt x="860171" y="483869"/>
                  </a:lnTo>
                  <a:lnTo>
                    <a:pt x="978153" y="143128"/>
                  </a:lnTo>
                  <a:lnTo>
                    <a:pt x="1153159" y="329183"/>
                  </a:lnTo>
                  <a:close/>
                </a:path>
              </a:pathLst>
            </a:custGeom>
            <a:ln w="25400">
              <a:solidFill>
                <a:srgbClr val="F0F9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5" name="object 65"/>
          <p:cNvSpPr txBox="1"/>
          <p:nvPr/>
        </p:nvSpPr>
        <p:spPr>
          <a:xfrm>
            <a:off x="13941297" y="5845505"/>
            <a:ext cx="752475" cy="60642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1900" b="1" spc="-25" dirty="0">
                <a:solidFill>
                  <a:srgbClr val="FFFFFF"/>
                </a:solidFill>
                <a:latin typeface="Malgun Gothic"/>
                <a:cs typeface="Malgun Gothic"/>
              </a:rPr>
              <a:t>부하집</a:t>
            </a:r>
            <a:endParaRPr sz="19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1900" b="1" spc="-50" dirty="0">
                <a:solidFill>
                  <a:srgbClr val="FFFFFF"/>
                </a:solidFill>
                <a:latin typeface="Malgun Gothic"/>
                <a:cs typeface="Malgun Gothic"/>
              </a:rPr>
              <a:t>중</a:t>
            </a:r>
            <a:endParaRPr sz="1900">
              <a:latin typeface="Malgun Gothic"/>
              <a:cs typeface="Malgun Gothic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71" name="object 7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63</a:t>
            </a:fld>
            <a:endParaRPr spc="-25" dirty="0"/>
          </a:p>
        </p:txBody>
      </p:sp>
      <p:sp>
        <p:nvSpPr>
          <p:cNvPr id="66" name="object 66"/>
          <p:cNvSpPr txBox="1"/>
          <p:nvPr/>
        </p:nvSpPr>
        <p:spPr>
          <a:xfrm>
            <a:off x="6362191" y="4793107"/>
            <a:ext cx="1155065" cy="4813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1465" marR="5080" indent="-279400">
              <a:lnSpc>
                <a:spcPts val="1789"/>
              </a:lnSpc>
              <a:spcBef>
                <a:spcPts val="165"/>
              </a:spcBef>
            </a:pPr>
            <a:r>
              <a:rPr sz="1500" b="1" dirty="0">
                <a:latin typeface="Malgun Gothic"/>
                <a:cs typeface="Malgun Gothic"/>
              </a:rPr>
              <a:t>Mobile</a:t>
            </a:r>
            <a:r>
              <a:rPr sz="1500" b="1" spc="-70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WAS </a:t>
            </a:r>
            <a:r>
              <a:rPr sz="1500" b="1" spc="-10" dirty="0">
                <a:latin typeface="Malgun Gothic"/>
                <a:cs typeface="Malgun Gothic"/>
              </a:rPr>
              <a:t>Server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0639425" y="3465068"/>
            <a:ext cx="910590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ts val="1795"/>
              </a:lnSpc>
              <a:spcBef>
                <a:spcPts val="100"/>
              </a:spcBef>
            </a:pPr>
            <a:r>
              <a:rPr sz="1500" b="1" dirty="0">
                <a:latin typeface="Malgun Gothic"/>
                <a:cs typeface="Malgun Gothic"/>
              </a:rPr>
              <a:t>MSA</a:t>
            </a:r>
            <a:r>
              <a:rPr sz="1500" b="1" spc="-35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업무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ts val="1795"/>
              </a:lnSpc>
            </a:pPr>
            <a:r>
              <a:rPr sz="1500" b="1" spc="-10" dirty="0">
                <a:latin typeface="Malgun Gothic"/>
                <a:cs typeface="Malgun Gothic"/>
              </a:rPr>
              <a:t>Container</a:t>
            </a:r>
            <a:endParaRPr sz="1500">
              <a:latin typeface="Malgun Gothic"/>
              <a:cs typeface="Malgun Gothic"/>
            </a:endParaRPr>
          </a:p>
          <a:p>
            <a:pPr marL="68580">
              <a:lnSpc>
                <a:spcPct val="100000"/>
              </a:lnSpc>
              <a:spcBef>
                <a:spcPts val="13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회원정보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8189214" y="5270119"/>
            <a:ext cx="14973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Malgun Gothic"/>
                <a:cs typeface="Malgun Gothic"/>
              </a:rPr>
              <a:t>Mobile</a:t>
            </a:r>
            <a:r>
              <a:rPr sz="1500" b="1" spc="-70" dirty="0">
                <a:latin typeface="Malgun Gothic"/>
                <a:cs typeface="Malgun Gothic"/>
              </a:rPr>
              <a:t> </a:t>
            </a:r>
            <a:r>
              <a:rPr sz="1500" b="1" spc="-10" dirty="0">
                <a:latin typeface="Malgun Gothic"/>
                <a:cs typeface="Malgun Gothic"/>
              </a:rPr>
              <a:t>Gateway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3785595" y="4840351"/>
            <a:ext cx="93091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Malgun Gothic"/>
                <a:cs typeface="Malgun Gothic"/>
              </a:rPr>
              <a:t>Oracle</a:t>
            </a:r>
            <a:r>
              <a:rPr sz="1500" b="1" spc="-15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DB</a:t>
            </a:r>
            <a:endParaRPr sz="15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교통정보서비스</a:t>
            </a:r>
            <a:r>
              <a:rPr spc="50" dirty="0"/>
              <a:t> </a:t>
            </a:r>
            <a:r>
              <a:rPr dirty="0"/>
              <a:t>(GateWay</a:t>
            </a:r>
            <a:r>
              <a:rPr spc="15" dirty="0"/>
              <a:t> </a:t>
            </a:r>
            <a:r>
              <a:rPr dirty="0"/>
              <a:t>로그</a:t>
            </a:r>
            <a:r>
              <a:rPr spc="15" dirty="0"/>
              <a:t> </a:t>
            </a:r>
            <a:r>
              <a:rPr dirty="0"/>
              <a:t>시스템</a:t>
            </a:r>
            <a:r>
              <a:rPr spc="15" dirty="0"/>
              <a:t> </a:t>
            </a:r>
            <a:r>
              <a:rPr dirty="0"/>
              <a:t>개선</a:t>
            </a:r>
            <a:r>
              <a:rPr spc="15" dirty="0"/>
              <a:t> </a:t>
            </a:r>
            <a:r>
              <a:rPr spc="-10" dirty="0"/>
              <a:t>프로젝트)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5" name="object 5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227701" y="1786508"/>
            <a:ext cx="7833995" cy="8553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실시간 버스</a:t>
            </a:r>
            <a:r>
              <a:rPr sz="2700" spc="1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정보</a:t>
            </a:r>
            <a:r>
              <a:rPr sz="2700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파이프라인</a:t>
            </a:r>
            <a:r>
              <a:rPr sz="2700" spc="1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700" spc="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BMT</a:t>
            </a:r>
            <a:r>
              <a:rPr sz="2700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5" dirty="0">
                <a:solidFill>
                  <a:srgbClr val="17719D"/>
                </a:solidFill>
                <a:latin typeface="Malgun Gothic"/>
                <a:cs typeface="Malgun Gothic"/>
              </a:rPr>
              <a:t>결과</a:t>
            </a:r>
            <a:endParaRPr sz="27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DB</a:t>
            </a:r>
            <a:r>
              <a:rPr sz="2700" b="1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부하(CPU, I/O)가</a:t>
            </a:r>
            <a:r>
              <a:rPr sz="2700" b="1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약</a:t>
            </a:r>
            <a:r>
              <a:rPr sz="2700" b="1" spc="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1/3이하로</a:t>
            </a:r>
            <a:r>
              <a:rPr sz="2700" b="1" spc="-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b="1" spc="-25" dirty="0">
                <a:solidFill>
                  <a:srgbClr val="17719D"/>
                </a:solidFill>
                <a:latin typeface="Malgun Gothic"/>
                <a:cs typeface="Malgun Gothic"/>
              </a:rPr>
              <a:t>감소됨</a:t>
            </a:r>
            <a:endParaRPr sz="2700">
              <a:latin typeface="Malgun Gothic"/>
              <a:cs typeface="Malgun Gothic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513838" y="2863850"/>
            <a:ext cx="13227050" cy="6858634"/>
          </a:xfrm>
          <a:custGeom>
            <a:avLst/>
            <a:gdLst/>
            <a:ahLst/>
            <a:cxnLst/>
            <a:rect l="l" t="t" r="r" b="b"/>
            <a:pathLst>
              <a:path w="13227050" h="6858634">
                <a:moveTo>
                  <a:pt x="0" y="6858254"/>
                </a:moveTo>
                <a:lnTo>
                  <a:pt x="13226669" y="6858254"/>
                </a:lnTo>
                <a:lnTo>
                  <a:pt x="13226669" y="0"/>
                </a:lnTo>
                <a:lnTo>
                  <a:pt x="0" y="0"/>
                </a:lnTo>
                <a:lnTo>
                  <a:pt x="0" y="6858254"/>
                </a:lnTo>
                <a:close/>
              </a:path>
            </a:pathLst>
          </a:custGeom>
          <a:ln w="9525">
            <a:solidFill>
              <a:srgbClr val="BEBEB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030533" y="3409886"/>
          <a:ext cx="8224520" cy="1424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20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13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511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dirty="0">
                          <a:latin typeface="Malgun Gothic"/>
                          <a:cs typeface="Malgun Gothic"/>
                        </a:rPr>
                        <a:t>DB모니터링</a:t>
                      </a:r>
                      <a:r>
                        <a:rPr sz="150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25" dirty="0">
                          <a:latin typeface="Malgun Gothic"/>
                          <a:cs typeface="Malgun Gothic"/>
                        </a:rPr>
                        <a:t>내용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dirty="0">
                          <a:latin typeface="Malgun Gothic"/>
                          <a:cs typeface="Malgun Gothic"/>
                        </a:rPr>
                        <a:t>부하기</a:t>
                      </a:r>
                      <a:r>
                        <a:rPr sz="1500" spc="-10" dirty="0">
                          <a:latin typeface="Malgun Gothic"/>
                          <a:cs typeface="Malgun Gothic"/>
                        </a:rPr>
                        <a:t> -</a:t>
                      </a:r>
                      <a:r>
                        <a:rPr sz="1500" dirty="0">
                          <a:latin typeface="Malgun Gothic"/>
                          <a:cs typeface="Malgun Gothic"/>
                        </a:rPr>
                        <a:t>&gt;</a:t>
                      </a:r>
                      <a:r>
                        <a:rPr sz="15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20" dirty="0">
                          <a:latin typeface="Malgun Gothic"/>
                          <a:cs typeface="Malgun Gothic"/>
                        </a:rPr>
                        <a:t>MySQL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5E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500" dirty="0">
                          <a:latin typeface="Malgun Gothic"/>
                          <a:cs typeface="Malgun Gothic"/>
                        </a:rPr>
                        <a:t>부하기</a:t>
                      </a:r>
                      <a:r>
                        <a:rPr sz="15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1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1500" dirty="0">
                          <a:latin typeface="Malgun Gothic"/>
                          <a:cs typeface="Malgun Gothic"/>
                        </a:rPr>
                        <a:t>&gt;</a:t>
                      </a:r>
                      <a:r>
                        <a:rPr sz="15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dirty="0">
                          <a:latin typeface="Malgun Gothic"/>
                          <a:cs typeface="Malgun Gothic"/>
                        </a:rPr>
                        <a:t>Confluent</a:t>
                      </a:r>
                      <a:r>
                        <a:rPr sz="1500" spc="-1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10" dirty="0">
                          <a:latin typeface="Malgun Gothic"/>
                          <a:cs typeface="Malgun Gothic"/>
                        </a:rPr>
                        <a:t>-</a:t>
                      </a:r>
                      <a:r>
                        <a:rPr sz="1500" dirty="0">
                          <a:latin typeface="Malgun Gothic"/>
                          <a:cs typeface="Malgun Gothic"/>
                        </a:rPr>
                        <a:t>&gt;</a:t>
                      </a:r>
                      <a:r>
                        <a:rPr sz="1500" spc="-1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500" spc="-20" dirty="0">
                          <a:latin typeface="Malgun Gothic"/>
                          <a:cs typeface="Malgun Gothic"/>
                        </a:rPr>
                        <a:t>MySQL</a:t>
                      </a:r>
                      <a:endParaRPr sz="1500">
                        <a:latin typeface="Malgun Gothic"/>
                        <a:cs typeface="Malgun Gothic"/>
                      </a:endParaRPr>
                    </a:p>
                  </a:txBody>
                  <a:tcPr marL="0" marR="0" marT="32384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BAD5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spc="-20" dirty="0">
                          <a:latin typeface="Malgun Gothic"/>
                          <a:cs typeface="Malgun Gothic"/>
                        </a:rPr>
                        <a:t>Task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16개</a:t>
                      </a:r>
                      <a:r>
                        <a:rPr sz="140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latin typeface="Malgun Gothic"/>
                          <a:cs typeface="Malgun Gothic"/>
                        </a:rPr>
                        <a:t>프로세스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JDBC</a:t>
                      </a:r>
                      <a:r>
                        <a:rPr sz="1400" spc="-6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Sink</a:t>
                      </a:r>
                      <a:r>
                        <a:rPr sz="140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Connector</a:t>
                      </a:r>
                      <a:r>
                        <a:rPr sz="1400" spc="-4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dirty="0">
                          <a:latin typeface="Malgun Gothic"/>
                          <a:cs typeface="Malgun Gothic"/>
                        </a:rPr>
                        <a:t>Task</a:t>
                      </a:r>
                      <a:r>
                        <a:rPr sz="140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10개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CPU</a:t>
                      </a:r>
                      <a:r>
                        <a:rPr sz="1400" spc="-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사용량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Malgun Gothic"/>
                          <a:cs typeface="Malgun Gothic"/>
                        </a:rPr>
                        <a:t>80%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b="1" spc="-25" dirty="0">
                          <a:latin typeface="Malgun Gothic"/>
                          <a:cs typeface="Malgun Gothic"/>
                        </a:rPr>
                        <a:t>25%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spc="-10" dirty="0">
                          <a:latin typeface="Malgun Gothic"/>
                          <a:cs typeface="Malgun Gothic"/>
                        </a:rPr>
                        <a:t>WriteIOPS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1.8K</a:t>
                      </a:r>
                      <a:r>
                        <a:rPr sz="140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latin typeface="Malgun Gothic"/>
                          <a:cs typeface="Malgun Gothic"/>
                        </a:rPr>
                        <a:t>io/s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0.5K</a:t>
                      </a:r>
                      <a:r>
                        <a:rPr sz="1400" spc="-3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latin typeface="Malgun Gothic"/>
                          <a:cs typeface="Malgun Gothic"/>
                        </a:rPr>
                        <a:t>io/s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6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Write</a:t>
                      </a:r>
                      <a:r>
                        <a:rPr sz="1400" spc="-4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10" dirty="0">
                          <a:latin typeface="Malgun Gothic"/>
                          <a:cs typeface="Malgun Gothic"/>
                        </a:rPr>
                        <a:t>Throughput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20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0" dirty="0">
                          <a:latin typeface="Malgun Gothic"/>
                          <a:cs typeface="Malgun Gothic"/>
                        </a:rPr>
                        <a:t>MB/s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115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400" dirty="0">
                          <a:latin typeface="Malgun Gothic"/>
                          <a:cs typeface="Malgun Gothic"/>
                        </a:rPr>
                        <a:t>5.5</a:t>
                      </a:r>
                      <a:r>
                        <a:rPr sz="1400" spc="-30" dirty="0">
                          <a:latin typeface="Malgun Gothic"/>
                          <a:cs typeface="Malgun Gothic"/>
                        </a:rPr>
                        <a:t> </a:t>
                      </a:r>
                      <a:r>
                        <a:rPr sz="1400" spc="-25" dirty="0">
                          <a:latin typeface="Malgun Gothic"/>
                          <a:cs typeface="Malgun Gothic"/>
                        </a:rPr>
                        <a:t>M/s</a:t>
                      </a:r>
                      <a:endParaRPr sz="1400">
                        <a:latin typeface="Malgun Gothic"/>
                        <a:cs typeface="Malgun Gothic"/>
                      </a:endParaRPr>
                    </a:p>
                  </a:txBody>
                  <a:tcPr marL="0" marR="0" marT="400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3311397" y="6073381"/>
            <a:ext cx="5324475" cy="2972435"/>
            <a:chOff x="3311397" y="6073381"/>
            <a:chExt cx="5324475" cy="297243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11397" y="6073381"/>
              <a:ext cx="5324094" cy="297243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971922" y="7432801"/>
              <a:ext cx="996315" cy="255904"/>
            </a:xfrm>
            <a:custGeom>
              <a:avLst/>
              <a:gdLst/>
              <a:ahLst/>
              <a:cxnLst/>
              <a:rect l="l" t="t" r="r" b="b"/>
              <a:pathLst>
                <a:path w="996314" h="255904">
                  <a:moveTo>
                    <a:pt x="0" y="127762"/>
                  </a:moveTo>
                  <a:lnTo>
                    <a:pt x="9294" y="78009"/>
                  </a:lnTo>
                  <a:lnTo>
                    <a:pt x="34639" y="37401"/>
                  </a:lnTo>
                  <a:lnTo>
                    <a:pt x="72223" y="10033"/>
                  </a:lnTo>
                  <a:lnTo>
                    <a:pt x="118237" y="0"/>
                  </a:lnTo>
                  <a:lnTo>
                    <a:pt x="164230" y="10032"/>
                  </a:lnTo>
                  <a:lnTo>
                    <a:pt x="201771" y="37401"/>
                  </a:lnTo>
                  <a:lnTo>
                    <a:pt x="227072" y="78009"/>
                  </a:lnTo>
                  <a:lnTo>
                    <a:pt x="236347" y="127762"/>
                  </a:lnTo>
                  <a:lnTo>
                    <a:pt x="227072" y="177460"/>
                  </a:lnTo>
                  <a:lnTo>
                    <a:pt x="201771" y="218074"/>
                  </a:lnTo>
                  <a:lnTo>
                    <a:pt x="164230" y="245473"/>
                  </a:lnTo>
                  <a:lnTo>
                    <a:pt x="118237" y="255524"/>
                  </a:lnTo>
                  <a:lnTo>
                    <a:pt x="72223" y="245473"/>
                  </a:lnTo>
                  <a:lnTo>
                    <a:pt x="34639" y="218074"/>
                  </a:lnTo>
                  <a:lnTo>
                    <a:pt x="9294" y="177460"/>
                  </a:lnTo>
                  <a:lnTo>
                    <a:pt x="0" y="127762"/>
                  </a:lnTo>
                  <a:close/>
                </a:path>
                <a:path w="996314" h="255904">
                  <a:moveTo>
                    <a:pt x="759587" y="127762"/>
                  </a:moveTo>
                  <a:lnTo>
                    <a:pt x="768881" y="78009"/>
                  </a:lnTo>
                  <a:lnTo>
                    <a:pt x="794226" y="37401"/>
                  </a:lnTo>
                  <a:lnTo>
                    <a:pt x="831810" y="10033"/>
                  </a:lnTo>
                  <a:lnTo>
                    <a:pt x="877824" y="0"/>
                  </a:lnTo>
                  <a:lnTo>
                    <a:pt x="923817" y="10032"/>
                  </a:lnTo>
                  <a:lnTo>
                    <a:pt x="961358" y="37401"/>
                  </a:lnTo>
                  <a:lnTo>
                    <a:pt x="986659" y="78009"/>
                  </a:lnTo>
                  <a:lnTo>
                    <a:pt x="995934" y="127762"/>
                  </a:lnTo>
                  <a:lnTo>
                    <a:pt x="986659" y="177460"/>
                  </a:lnTo>
                  <a:lnTo>
                    <a:pt x="961358" y="218074"/>
                  </a:lnTo>
                  <a:lnTo>
                    <a:pt x="923817" y="245473"/>
                  </a:lnTo>
                  <a:lnTo>
                    <a:pt x="877824" y="255524"/>
                  </a:lnTo>
                  <a:lnTo>
                    <a:pt x="831810" y="245473"/>
                  </a:lnTo>
                  <a:lnTo>
                    <a:pt x="794226" y="218074"/>
                  </a:lnTo>
                  <a:lnTo>
                    <a:pt x="768881" y="177460"/>
                  </a:lnTo>
                  <a:lnTo>
                    <a:pt x="759587" y="127762"/>
                  </a:lnTo>
                  <a:close/>
                </a:path>
              </a:pathLst>
            </a:custGeom>
            <a:ln w="25400">
              <a:solidFill>
                <a:srgbClr val="CF3A0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182871" y="7021448"/>
            <a:ext cx="2918460" cy="12706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0480">
              <a:lnSpc>
                <a:spcPct val="100699"/>
              </a:lnSpc>
              <a:spcBef>
                <a:spcPts val="95"/>
              </a:spcBef>
            </a:pP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부하기(데이터</a:t>
            </a:r>
            <a:r>
              <a:rPr sz="1350" spc="3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한 건당</a:t>
            </a:r>
            <a:r>
              <a:rPr sz="1350" spc="1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commit</a:t>
            </a:r>
            <a:r>
              <a:rPr sz="1350" spc="2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F1F1F1"/>
                </a:solidFill>
                <a:latin typeface="Malgun Gothic"/>
                <a:cs typeface="Malgun Gothic"/>
              </a:rPr>
              <a:t>수행)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16개</a:t>
            </a:r>
            <a:r>
              <a:rPr sz="1350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Process</a:t>
            </a:r>
            <a:r>
              <a:rPr sz="1350" spc="-1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* 초당</a:t>
            </a:r>
            <a:r>
              <a:rPr sz="1350" spc="-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평균</a:t>
            </a:r>
            <a:r>
              <a:rPr sz="1350" spc="1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78건</a:t>
            </a:r>
            <a:r>
              <a:rPr sz="1350" spc="1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spc="-10" dirty="0">
                <a:solidFill>
                  <a:srgbClr val="F1F1F1"/>
                </a:solidFill>
                <a:latin typeface="Malgun Gothic"/>
                <a:cs typeface="Malgun Gothic"/>
              </a:rPr>
              <a:t>insert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= 초당</a:t>
            </a:r>
            <a:r>
              <a:rPr sz="1350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약</a:t>
            </a:r>
            <a:r>
              <a:rPr sz="1350" spc="2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1250건</a:t>
            </a:r>
            <a:r>
              <a:rPr sz="1350" spc="2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데이터</a:t>
            </a:r>
            <a:r>
              <a:rPr sz="1350" spc="1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F1F1F1"/>
                </a:solidFill>
                <a:latin typeface="Malgun Gothic"/>
                <a:cs typeface="Malgun Gothic"/>
              </a:rPr>
              <a:t>입력</a:t>
            </a:r>
            <a:endParaRPr sz="1350">
              <a:latin typeface="Malgun Gothic"/>
              <a:cs typeface="Malgun Gothic"/>
            </a:endParaRPr>
          </a:p>
          <a:p>
            <a:pPr marL="12700" marR="5080">
              <a:lnSpc>
                <a:spcPct val="100699"/>
              </a:lnSpc>
              <a:spcBef>
                <a:spcPts val="1640"/>
              </a:spcBef>
            </a:pP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Mysql</a:t>
            </a:r>
            <a:r>
              <a:rPr sz="1350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CPU</a:t>
            </a:r>
            <a:r>
              <a:rPr sz="1350" spc="-1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사용량</a:t>
            </a:r>
            <a:r>
              <a:rPr sz="1350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1F1F1"/>
                </a:solidFill>
                <a:latin typeface="Malgun Gothic"/>
                <a:cs typeface="Malgun Gothic"/>
              </a:rPr>
              <a:t>평균 80%</a:t>
            </a:r>
            <a:r>
              <a:rPr sz="1350" b="1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1F1F1"/>
                </a:solidFill>
                <a:latin typeface="Malgun Gothic"/>
                <a:cs typeface="Malgun Gothic"/>
              </a:rPr>
              <a:t>사용</a:t>
            </a:r>
            <a:r>
              <a:rPr sz="1350" b="1" spc="-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b="1" spc="-50" dirty="0">
                <a:solidFill>
                  <a:srgbClr val="F1F1F1"/>
                </a:solidFill>
                <a:latin typeface="Malgun Gothic"/>
                <a:cs typeface="Malgun Gothic"/>
              </a:rPr>
              <a:t>확 인</a:t>
            </a:r>
            <a:endParaRPr sz="1350">
              <a:latin typeface="Malgun Gothic"/>
              <a:cs typeface="Malgun Gothic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56521" y="6073279"/>
            <a:ext cx="5324093" cy="2974441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10405109" y="7829804"/>
            <a:ext cx="2918460" cy="4394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Mysql</a:t>
            </a:r>
            <a:r>
              <a:rPr sz="1350" spc="1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CPU</a:t>
            </a:r>
            <a:r>
              <a:rPr sz="1350" spc="-1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사용량</a:t>
            </a:r>
            <a:r>
              <a:rPr sz="1350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1F1F1"/>
                </a:solidFill>
                <a:latin typeface="Malgun Gothic"/>
                <a:cs typeface="Malgun Gothic"/>
              </a:rPr>
              <a:t>평균 25%</a:t>
            </a:r>
            <a:r>
              <a:rPr sz="1350" b="1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1F1F1"/>
                </a:solidFill>
                <a:latin typeface="Malgun Gothic"/>
                <a:cs typeface="Malgun Gothic"/>
              </a:rPr>
              <a:t>사용</a:t>
            </a:r>
            <a:r>
              <a:rPr sz="1350" b="1" spc="-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b="1" spc="-50" dirty="0">
                <a:solidFill>
                  <a:srgbClr val="F1F1F1"/>
                </a:solidFill>
                <a:latin typeface="Malgun Gothic"/>
                <a:cs typeface="Malgun Gothic"/>
              </a:rPr>
              <a:t>확</a:t>
            </a:r>
            <a:endParaRPr sz="13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350" b="1" spc="-50" dirty="0">
                <a:solidFill>
                  <a:srgbClr val="F1F1F1"/>
                </a:solidFill>
                <a:latin typeface="Malgun Gothic"/>
                <a:cs typeface="Malgun Gothic"/>
              </a:rPr>
              <a:t>인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564114" y="7231506"/>
            <a:ext cx="2453640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Sink</a:t>
            </a:r>
            <a:r>
              <a:rPr sz="1350" spc="-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Connector</a:t>
            </a:r>
            <a:r>
              <a:rPr sz="1350" spc="10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Task</a:t>
            </a:r>
            <a:r>
              <a:rPr sz="1350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dirty="0">
                <a:solidFill>
                  <a:srgbClr val="F1F1F1"/>
                </a:solidFill>
                <a:latin typeface="Malgun Gothic"/>
                <a:cs typeface="Malgun Gothic"/>
              </a:rPr>
              <a:t>10개</a:t>
            </a:r>
            <a:r>
              <a:rPr sz="1350" spc="5" dirty="0">
                <a:solidFill>
                  <a:srgbClr val="F1F1F1"/>
                </a:solidFill>
                <a:latin typeface="Malgun Gothic"/>
                <a:cs typeface="Malgun Gothic"/>
              </a:rPr>
              <a:t> </a:t>
            </a:r>
            <a:r>
              <a:rPr sz="1350" spc="-25" dirty="0">
                <a:solidFill>
                  <a:srgbClr val="F1F1F1"/>
                </a:solidFill>
                <a:latin typeface="Malgun Gothic"/>
                <a:cs typeface="Malgun Gothic"/>
              </a:rPr>
              <a:t>설정</a:t>
            </a:r>
            <a:endParaRPr sz="1350">
              <a:latin typeface="Malgun Gothic"/>
              <a:cs typeface="Malgun Gothic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058284" y="5508625"/>
            <a:ext cx="3836670" cy="446405"/>
          </a:xfrm>
          <a:custGeom>
            <a:avLst/>
            <a:gdLst/>
            <a:ahLst/>
            <a:cxnLst/>
            <a:rect l="l" t="t" r="r" b="b"/>
            <a:pathLst>
              <a:path w="3836670" h="446404">
                <a:moveTo>
                  <a:pt x="0" y="74295"/>
                </a:moveTo>
                <a:lnTo>
                  <a:pt x="5841" y="45380"/>
                </a:lnTo>
                <a:lnTo>
                  <a:pt x="21780" y="21764"/>
                </a:lnTo>
                <a:lnTo>
                  <a:pt x="45434" y="5840"/>
                </a:lnTo>
                <a:lnTo>
                  <a:pt x="74422" y="0"/>
                </a:lnTo>
                <a:lnTo>
                  <a:pt x="3762120" y="0"/>
                </a:lnTo>
                <a:lnTo>
                  <a:pt x="3791108" y="5840"/>
                </a:lnTo>
                <a:lnTo>
                  <a:pt x="3814762" y="21764"/>
                </a:lnTo>
                <a:lnTo>
                  <a:pt x="3830700" y="45380"/>
                </a:lnTo>
                <a:lnTo>
                  <a:pt x="3836542" y="74295"/>
                </a:lnTo>
                <a:lnTo>
                  <a:pt x="3836542" y="371983"/>
                </a:lnTo>
                <a:lnTo>
                  <a:pt x="3830700" y="400897"/>
                </a:lnTo>
                <a:lnTo>
                  <a:pt x="3814762" y="424513"/>
                </a:lnTo>
                <a:lnTo>
                  <a:pt x="3791108" y="440437"/>
                </a:lnTo>
                <a:lnTo>
                  <a:pt x="3762120" y="446277"/>
                </a:lnTo>
                <a:lnTo>
                  <a:pt x="74422" y="446277"/>
                </a:lnTo>
                <a:lnTo>
                  <a:pt x="45434" y="440437"/>
                </a:lnTo>
                <a:lnTo>
                  <a:pt x="21780" y="424513"/>
                </a:lnTo>
                <a:lnTo>
                  <a:pt x="5841" y="400897"/>
                </a:lnTo>
                <a:lnTo>
                  <a:pt x="0" y="371983"/>
                </a:lnTo>
                <a:lnTo>
                  <a:pt x="0" y="74295"/>
                </a:lnTo>
                <a:close/>
              </a:path>
            </a:pathLst>
          </a:custGeom>
          <a:ln w="12700">
            <a:solidFill>
              <a:srgbClr val="D6EEF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192015" y="5592013"/>
            <a:ext cx="3228975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17719D"/>
                </a:solidFill>
                <a:latin typeface="Malgun Gothic"/>
                <a:cs typeface="Malgun Gothic"/>
              </a:rPr>
              <a:t>시나리오#1</a:t>
            </a:r>
            <a:r>
              <a:rPr sz="1600" spc="1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17719D"/>
                </a:solidFill>
                <a:latin typeface="Malgun Gothic"/>
                <a:cs typeface="Malgun Gothic"/>
              </a:rPr>
              <a:t>평균</a:t>
            </a:r>
            <a:r>
              <a:rPr sz="1600" spc="10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17719D"/>
                </a:solidFill>
                <a:latin typeface="Malgun Gothic"/>
                <a:cs typeface="Malgun Gothic"/>
              </a:rPr>
              <a:t>CPU</a:t>
            </a:r>
            <a:r>
              <a:rPr sz="1600" spc="9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17719D"/>
                </a:solidFill>
                <a:latin typeface="Malgun Gothic"/>
                <a:cs typeface="Malgun Gothic"/>
              </a:rPr>
              <a:t>사용량</a:t>
            </a:r>
            <a:r>
              <a:rPr sz="1600" spc="114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600" spc="-25" dirty="0">
                <a:solidFill>
                  <a:srgbClr val="17719D"/>
                </a:solidFill>
                <a:latin typeface="Malgun Gothic"/>
                <a:cs typeface="Malgun Gothic"/>
              </a:rPr>
              <a:t>80%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867138" y="5508625"/>
            <a:ext cx="3836670" cy="446405"/>
          </a:xfrm>
          <a:custGeom>
            <a:avLst/>
            <a:gdLst/>
            <a:ahLst/>
            <a:cxnLst/>
            <a:rect l="l" t="t" r="r" b="b"/>
            <a:pathLst>
              <a:path w="3836669" h="446404">
                <a:moveTo>
                  <a:pt x="0" y="74295"/>
                </a:moveTo>
                <a:lnTo>
                  <a:pt x="5840" y="45380"/>
                </a:lnTo>
                <a:lnTo>
                  <a:pt x="21764" y="21764"/>
                </a:lnTo>
                <a:lnTo>
                  <a:pt x="45380" y="5840"/>
                </a:lnTo>
                <a:lnTo>
                  <a:pt x="74294" y="0"/>
                </a:lnTo>
                <a:lnTo>
                  <a:pt x="3762121" y="0"/>
                </a:lnTo>
                <a:lnTo>
                  <a:pt x="3791108" y="5840"/>
                </a:lnTo>
                <a:lnTo>
                  <a:pt x="3814762" y="21764"/>
                </a:lnTo>
                <a:lnTo>
                  <a:pt x="3830700" y="45380"/>
                </a:lnTo>
                <a:lnTo>
                  <a:pt x="3836542" y="74295"/>
                </a:lnTo>
                <a:lnTo>
                  <a:pt x="3836542" y="371983"/>
                </a:lnTo>
                <a:lnTo>
                  <a:pt x="3830700" y="400897"/>
                </a:lnTo>
                <a:lnTo>
                  <a:pt x="3814762" y="424513"/>
                </a:lnTo>
                <a:lnTo>
                  <a:pt x="3791108" y="440437"/>
                </a:lnTo>
                <a:lnTo>
                  <a:pt x="3762121" y="446277"/>
                </a:lnTo>
                <a:lnTo>
                  <a:pt x="74294" y="446277"/>
                </a:lnTo>
                <a:lnTo>
                  <a:pt x="45380" y="440437"/>
                </a:lnTo>
                <a:lnTo>
                  <a:pt x="21764" y="424513"/>
                </a:lnTo>
                <a:lnTo>
                  <a:pt x="5840" y="400897"/>
                </a:lnTo>
                <a:lnTo>
                  <a:pt x="0" y="371983"/>
                </a:lnTo>
                <a:lnTo>
                  <a:pt x="0" y="74295"/>
                </a:lnTo>
                <a:close/>
              </a:path>
            </a:pathLst>
          </a:custGeom>
          <a:ln w="12699">
            <a:solidFill>
              <a:srgbClr val="D6EEF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10001504" y="5592013"/>
            <a:ext cx="3228975" cy="2749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600" dirty="0">
                <a:solidFill>
                  <a:srgbClr val="17719D"/>
                </a:solidFill>
                <a:latin typeface="Malgun Gothic"/>
                <a:cs typeface="Malgun Gothic"/>
              </a:rPr>
              <a:t>시나리오#2</a:t>
            </a:r>
            <a:r>
              <a:rPr sz="1600" spc="1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17719D"/>
                </a:solidFill>
                <a:latin typeface="Malgun Gothic"/>
                <a:cs typeface="Malgun Gothic"/>
              </a:rPr>
              <a:t>평균</a:t>
            </a:r>
            <a:r>
              <a:rPr sz="1600" spc="10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17719D"/>
                </a:solidFill>
                <a:latin typeface="Malgun Gothic"/>
                <a:cs typeface="Malgun Gothic"/>
              </a:rPr>
              <a:t>CPU</a:t>
            </a:r>
            <a:r>
              <a:rPr sz="1600" spc="9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600" dirty="0">
                <a:solidFill>
                  <a:srgbClr val="17719D"/>
                </a:solidFill>
                <a:latin typeface="Malgun Gothic"/>
                <a:cs typeface="Malgun Gothic"/>
              </a:rPr>
              <a:t>사용량</a:t>
            </a:r>
            <a:r>
              <a:rPr sz="1600" spc="114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1600" spc="-25" dirty="0">
                <a:solidFill>
                  <a:srgbClr val="17719D"/>
                </a:solidFill>
                <a:latin typeface="Malgun Gothic"/>
                <a:cs typeface="Malgun Gothic"/>
              </a:rPr>
              <a:t>25%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64</a:t>
            </a:fld>
            <a:endParaRPr spc="-25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교통정보서비스</a:t>
            </a:r>
            <a:r>
              <a:rPr spc="50" dirty="0"/>
              <a:t> </a:t>
            </a:r>
            <a:r>
              <a:rPr dirty="0"/>
              <a:t>(GateWay</a:t>
            </a:r>
            <a:r>
              <a:rPr spc="15" dirty="0"/>
              <a:t> </a:t>
            </a:r>
            <a:r>
              <a:rPr dirty="0"/>
              <a:t>로그</a:t>
            </a:r>
            <a:r>
              <a:rPr spc="15" dirty="0"/>
              <a:t> </a:t>
            </a:r>
            <a:r>
              <a:rPr dirty="0"/>
              <a:t>시스템</a:t>
            </a:r>
            <a:r>
              <a:rPr spc="15" dirty="0"/>
              <a:t> </a:t>
            </a:r>
            <a:r>
              <a:rPr dirty="0"/>
              <a:t>개선</a:t>
            </a:r>
            <a:r>
              <a:rPr spc="15" dirty="0"/>
              <a:t> </a:t>
            </a:r>
            <a:r>
              <a:rPr spc="-10" dirty="0"/>
              <a:t>프로젝트)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5" name="object 5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91764" y="1828292"/>
            <a:ext cx="1264348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11697970" algn="l"/>
              </a:tabLst>
            </a:pPr>
            <a:r>
              <a:rPr sz="2450" spc="-20" dirty="0">
                <a:solidFill>
                  <a:srgbClr val="17719D"/>
                </a:solidFill>
                <a:latin typeface="Malgun Gothic"/>
                <a:cs typeface="Malgun Gothic"/>
              </a:rPr>
              <a:t>TO-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BE</a:t>
            </a:r>
            <a:r>
              <a:rPr sz="2450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Architecture</a:t>
            </a:r>
            <a:r>
              <a:rPr sz="2450" spc="-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&gt;&gt;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MBGW에서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발생하는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대량의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로그를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Kafka에</a:t>
            </a:r>
            <a:r>
              <a:rPr sz="2450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적재하여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17719D"/>
                </a:solidFill>
                <a:latin typeface="Malgun Gothic"/>
                <a:cs typeface="Malgun Gothic"/>
              </a:rPr>
              <a:t>DB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	</a:t>
            </a:r>
            <a:r>
              <a:rPr sz="2450" b="1" spc="-25" dirty="0">
                <a:solidFill>
                  <a:srgbClr val="17719D"/>
                </a:solidFill>
                <a:latin typeface="Malgun Gothic"/>
                <a:cs typeface="Malgun Gothic"/>
              </a:rPr>
              <a:t>병목현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상의</a:t>
            </a:r>
            <a:r>
              <a:rPr sz="2450" b="1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제거와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동시에</a:t>
            </a:r>
            <a:r>
              <a:rPr sz="2450" b="1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450" b="1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자유로운</a:t>
            </a:r>
            <a:r>
              <a:rPr sz="2450" b="1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17719D"/>
                </a:solidFill>
                <a:latin typeface="Malgun Gothic"/>
                <a:cs typeface="Malgun Gothic"/>
              </a:rPr>
              <a:t>활용.</a:t>
            </a:r>
            <a:endParaRPr sz="245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075" y="2859087"/>
            <a:ext cx="13236575" cy="7425690"/>
            <a:chOff x="2509075" y="2859087"/>
            <a:chExt cx="13236575" cy="7425690"/>
          </a:xfrm>
        </p:grpSpPr>
        <p:sp>
          <p:nvSpPr>
            <p:cNvPr id="9" name="object 9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06040" y="7735822"/>
              <a:ext cx="2081022" cy="2548890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96860" y="5468315"/>
              <a:ext cx="1743731" cy="50678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48636" y="6147193"/>
              <a:ext cx="668983" cy="15005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032842" y="4197299"/>
              <a:ext cx="1224845" cy="117035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82091" y="6425031"/>
              <a:ext cx="999720" cy="340512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2620136" y="3845052"/>
            <a:ext cx="2054225" cy="3880485"/>
          </a:xfrm>
          <a:prstGeom prst="rect">
            <a:avLst/>
          </a:prstGeom>
          <a:ln w="25400">
            <a:solidFill>
              <a:srgbClr val="B4E0E3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490855">
              <a:lnSpc>
                <a:spcPct val="100000"/>
              </a:lnSpc>
              <a:spcBef>
                <a:spcPts val="625"/>
              </a:spcBef>
            </a:pPr>
            <a:r>
              <a:rPr sz="1500" b="1" dirty="0">
                <a:latin typeface="Malgun Gothic"/>
                <a:cs typeface="Malgun Gothic"/>
              </a:rPr>
              <a:t>Mobile</a:t>
            </a:r>
            <a:r>
              <a:rPr sz="1500" b="1" spc="-70" dirty="0">
                <a:latin typeface="Malgun Gothic"/>
                <a:cs typeface="Malgun Gothic"/>
              </a:rPr>
              <a:t> </a:t>
            </a:r>
            <a:r>
              <a:rPr sz="1500" b="1" spc="-20" dirty="0">
                <a:latin typeface="Malgun Gothic"/>
                <a:cs typeface="Malgun Gothic"/>
              </a:rPr>
              <a:t>APPs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567429" y="3611776"/>
            <a:ext cx="10679430" cy="3801745"/>
            <a:chOff x="3567429" y="3611776"/>
            <a:chExt cx="10679430" cy="3801745"/>
          </a:xfrm>
        </p:grpSpPr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567429" y="7029577"/>
              <a:ext cx="87630" cy="8763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567429" y="7177785"/>
              <a:ext cx="87630" cy="8763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67429" y="7325995"/>
              <a:ext cx="87630" cy="8750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583205" y="5083066"/>
              <a:ext cx="1368142" cy="140128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803383" y="4853879"/>
              <a:ext cx="1443409" cy="19502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68533" y="5285099"/>
              <a:ext cx="997266" cy="997266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66116" y="3611776"/>
              <a:ext cx="1758758" cy="58845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866376" y="3680447"/>
              <a:ext cx="1158227" cy="51512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618979" y="3645153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6" y="0"/>
                  </a:moveTo>
                  <a:lnTo>
                    <a:pt x="81025" y="0"/>
                  </a:lnTo>
                  <a:lnTo>
                    <a:pt x="49452" y="6373"/>
                  </a:lnTo>
                  <a:lnTo>
                    <a:pt x="23701" y="23749"/>
                  </a:lnTo>
                  <a:lnTo>
                    <a:pt x="6355" y="49506"/>
                  </a:lnTo>
                  <a:lnTo>
                    <a:pt x="0" y="81025"/>
                  </a:lnTo>
                  <a:lnTo>
                    <a:pt x="0" y="486537"/>
                  </a:lnTo>
                  <a:lnTo>
                    <a:pt x="1577340" y="486537"/>
                  </a:lnTo>
                  <a:lnTo>
                    <a:pt x="1608859" y="480161"/>
                  </a:lnTo>
                  <a:lnTo>
                    <a:pt x="1634617" y="462772"/>
                  </a:lnTo>
                  <a:lnTo>
                    <a:pt x="1651992" y="436977"/>
                  </a:lnTo>
                  <a:lnTo>
                    <a:pt x="1658366" y="405384"/>
                  </a:lnTo>
                  <a:lnTo>
                    <a:pt x="165836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618979" y="3645153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6" y="0"/>
                  </a:lnTo>
                  <a:lnTo>
                    <a:pt x="1658366" y="405384"/>
                  </a:lnTo>
                  <a:lnTo>
                    <a:pt x="1651992" y="436977"/>
                  </a:lnTo>
                  <a:lnTo>
                    <a:pt x="1634617" y="462772"/>
                  </a:lnTo>
                  <a:lnTo>
                    <a:pt x="1608859" y="480161"/>
                  </a:lnTo>
                  <a:lnTo>
                    <a:pt x="1577340" y="486537"/>
                  </a:lnTo>
                  <a:lnTo>
                    <a:pt x="0" y="486537"/>
                  </a:lnTo>
                  <a:lnTo>
                    <a:pt x="0" y="81025"/>
                  </a:lnTo>
                  <a:lnTo>
                    <a:pt x="6355" y="49506"/>
                  </a:lnTo>
                  <a:lnTo>
                    <a:pt x="23701" y="23749"/>
                  </a:lnTo>
                  <a:lnTo>
                    <a:pt x="49452" y="6373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66116" y="4352405"/>
              <a:ext cx="1758758" cy="586992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866376" y="4421111"/>
              <a:ext cx="1158227" cy="5151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9618979" y="4384801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6" y="0"/>
                  </a:moveTo>
                  <a:lnTo>
                    <a:pt x="81025" y="0"/>
                  </a:lnTo>
                  <a:lnTo>
                    <a:pt x="49452" y="6373"/>
                  </a:lnTo>
                  <a:lnTo>
                    <a:pt x="23701" y="23749"/>
                  </a:lnTo>
                  <a:lnTo>
                    <a:pt x="6355" y="49506"/>
                  </a:lnTo>
                  <a:lnTo>
                    <a:pt x="0" y="81025"/>
                  </a:lnTo>
                  <a:lnTo>
                    <a:pt x="0" y="486537"/>
                  </a:lnTo>
                  <a:lnTo>
                    <a:pt x="1577340" y="486537"/>
                  </a:lnTo>
                  <a:lnTo>
                    <a:pt x="1608859" y="480161"/>
                  </a:lnTo>
                  <a:lnTo>
                    <a:pt x="1634617" y="462772"/>
                  </a:lnTo>
                  <a:lnTo>
                    <a:pt x="1651992" y="436977"/>
                  </a:lnTo>
                  <a:lnTo>
                    <a:pt x="1658366" y="405384"/>
                  </a:lnTo>
                  <a:lnTo>
                    <a:pt x="165836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618979" y="4384801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6" y="0"/>
                  </a:lnTo>
                  <a:lnTo>
                    <a:pt x="1658366" y="405384"/>
                  </a:lnTo>
                  <a:lnTo>
                    <a:pt x="1651992" y="436977"/>
                  </a:lnTo>
                  <a:lnTo>
                    <a:pt x="1634617" y="462772"/>
                  </a:lnTo>
                  <a:lnTo>
                    <a:pt x="1608859" y="480161"/>
                  </a:lnTo>
                  <a:lnTo>
                    <a:pt x="1577340" y="486537"/>
                  </a:lnTo>
                  <a:lnTo>
                    <a:pt x="0" y="486537"/>
                  </a:lnTo>
                  <a:lnTo>
                    <a:pt x="0" y="81025"/>
                  </a:lnTo>
                  <a:lnTo>
                    <a:pt x="6355" y="49506"/>
                  </a:lnTo>
                  <a:lnTo>
                    <a:pt x="23701" y="23749"/>
                  </a:lnTo>
                  <a:lnTo>
                    <a:pt x="49452" y="6373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0021316" y="4488560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상태정보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9566116" y="5091545"/>
            <a:ext cx="1758950" cy="587375"/>
            <a:chOff x="9566116" y="5091545"/>
            <a:chExt cx="1758950" cy="587375"/>
          </a:xfrm>
        </p:grpSpPr>
        <p:pic>
          <p:nvPicPr>
            <p:cNvPr id="33" name="object 3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66116" y="5091545"/>
              <a:ext cx="1758758" cy="58699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866376" y="5160251"/>
              <a:ext cx="1158227" cy="51512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9618980" y="5124450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6" y="0"/>
                  </a:moveTo>
                  <a:lnTo>
                    <a:pt x="81025" y="0"/>
                  </a:lnTo>
                  <a:lnTo>
                    <a:pt x="49452" y="6373"/>
                  </a:lnTo>
                  <a:lnTo>
                    <a:pt x="23701" y="23749"/>
                  </a:lnTo>
                  <a:lnTo>
                    <a:pt x="6355" y="49506"/>
                  </a:lnTo>
                  <a:lnTo>
                    <a:pt x="0" y="81025"/>
                  </a:lnTo>
                  <a:lnTo>
                    <a:pt x="0" y="486537"/>
                  </a:lnTo>
                  <a:lnTo>
                    <a:pt x="1577340" y="486537"/>
                  </a:lnTo>
                  <a:lnTo>
                    <a:pt x="1608859" y="480161"/>
                  </a:lnTo>
                  <a:lnTo>
                    <a:pt x="1634617" y="462772"/>
                  </a:lnTo>
                  <a:lnTo>
                    <a:pt x="1651992" y="436977"/>
                  </a:lnTo>
                  <a:lnTo>
                    <a:pt x="1658366" y="405384"/>
                  </a:lnTo>
                  <a:lnTo>
                    <a:pt x="165836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618980" y="5124450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6" y="0"/>
                  </a:lnTo>
                  <a:lnTo>
                    <a:pt x="1658366" y="405384"/>
                  </a:lnTo>
                  <a:lnTo>
                    <a:pt x="1651992" y="436977"/>
                  </a:lnTo>
                  <a:lnTo>
                    <a:pt x="1634617" y="462772"/>
                  </a:lnTo>
                  <a:lnTo>
                    <a:pt x="1608859" y="480161"/>
                  </a:lnTo>
                  <a:lnTo>
                    <a:pt x="1577340" y="486537"/>
                  </a:lnTo>
                  <a:lnTo>
                    <a:pt x="0" y="486537"/>
                  </a:lnTo>
                  <a:lnTo>
                    <a:pt x="0" y="81025"/>
                  </a:lnTo>
                  <a:lnTo>
                    <a:pt x="6355" y="49506"/>
                  </a:lnTo>
                  <a:lnTo>
                    <a:pt x="23701" y="23749"/>
                  </a:lnTo>
                  <a:lnTo>
                    <a:pt x="49452" y="6373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021316" y="5228335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거래내역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566116" y="5830720"/>
            <a:ext cx="1758950" cy="588645"/>
            <a:chOff x="9566116" y="5830720"/>
            <a:chExt cx="1758950" cy="588645"/>
          </a:xfrm>
        </p:grpSpPr>
        <p:pic>
          <p:nvPicPr>
            <p:cNvPr id="39" name="object 3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66116" y="5830720"/>
              <a:ext cx="1758758" cy="588458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866376" y="5899391"/>
              <a:ext cx="1158227" cy="515124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9618980" y="5864097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6" y="0"/>
                  </a:moveTo>
                  <a:lnTo>
                    <a:pt x="81025" y="0"/>
                  </a:lnTo>
                  <a:lnTo>
                    <a:pt x="49452" y="6375"/>
                  </a:lnTo>
                  <a:lnTo>
                    <a:pt x="23701" y="23764"/>
                  </a:lnTo>
                  <a:lnTo>
                    <a:pt x="6355" y="49559"/>
                  </a:lnTo>
                  <a:lnTo>
                    <a:pt x="0" y="81152"/>
                  </a:lnTo>
                  <a:lnTo>
                    <a:pt x="0" y="486537"/>
                  </a:lnTo>
                  <a:lnTo>
                    <a:pt x="1577340" y="486537"/>
                  </a:lnTo>
                  <a:lnTo>
                    <a:pt x="1608859" y="480161"/>
                  </a:lnTo>
                  <a:lnTo>
                    <a:pt x="1634617" y="462772"/>
                  </a:lnTo>
                  <a:lnTo>
                    <a:pt x="1651992" y="436977"/>
                  </a:lnTo>
                  <a:lnTo>
                    <a:pt x="1658366" y="405384"/>
                  </a:lnTo>
                  <a:lnTo>
                    <a:pt x="165836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618980" y="5864097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6" y="0"/>
                  </a:lnTo>
                  <a:lnTo>
                    <a:pt x="1658366" y="405384"/>
                  </a:lnTo>
                  <a:lnTo>
                    <a:pt x="1651992" y="436977"/>
                  </a:lnTo>
                  <a:lnTo>
                    <a:pt x="1634617" y="462772"/>
                  </a:lnTo>
                  <a:lnTo>
                    <a:pt x="1608859" y="480161"/>
                  </a:lnTo>
                  <a:lnTo>
                    <a:pt x="1577340" y="486537"/>
                  </a:lnTo>
                  <a:lnTo>
                    <a:pt x="0" y="486537"/>
                  </a:lnTo>
                  <a:lnTo>
                    <a:pt x="0" y="81152"/>
                  </a:lnTo>
                  <a:lnTo>
                    <a:pt x="6355" y="49559"/>
                  </a:lnTo>
                  <a:lnTo>
                    <a:pt x="23701" y="23764"/>
                  </a:lnTo>
                  <a:lnTo>
                    <a:pt x="49452" y="6375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10021316" y="5968110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계좌환불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9566116" y="6571349"/>
            <a:ext cx="1758950" cy="587375"/>
            <a:chOff x="9566116" y="6571349"/>
            <a:chExt cx="1758950" cy="587375"/>
          </a:xfrm>
        </p:grpSpPr>
        <p:pic>
          <p:nvPicPr>
            <p:cNvPr id="45" name="object 4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9566116" y="6571349"/>
              <a:ext cx="1758758" cy="586992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866376" y="6640055"/>
              <a:ext cx="1158227" cy="51512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9618980" y="6603746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6" y="0"/>
                  </a:moveTo>
                  <a:lnTo>
                    <a:pt x="81025" y="0"/>
                  </a:lnTo>
                  <a:lnTo>
                    <a:pt x="49452" y="6375"/>
                  </a:lnTo>
                  <a:lnTo>
                    <a:pt x="23701" y="23764"/>
                  </a:lnTo>
                  <a:lnTo>
                    <a:pt x="6355" y="49559"/>
                  </a:lnTo>
                  <a:lnTo>
                    <a:pt x="0" y="81152"/>
                  </a:lnTo>
                  <a:lnTo>
                    <a:pt x="0" y="486536"/>
                  </a:lnTo>
                  <a:lnTo>
                    <a:pt x="1577340" y="486536"/>
                  </a:lnTo>
                  <a:lnTo>
                    <a:pt x="1608859" y="480161"/>
                  </a:lnTo>
                  <a:lnTo>
                    <a:pt x="1634617" y="462772"/>
                  </a:lnTo>
                  <a:lnTo>
                    <a:pt x="1651992" y="436977"/>
                  </a:lnTo>
                  <a:lnTo>
                    <a:pt x="1658366" y="405383"/>
                  </a:lnTo>
                  <a:lnTo>
                    <a:pt x="165836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618980" y="6603746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6" y="0"/>
                  </a:lnTo>
                  <a:lnTo>
                    <a:pt x="1658366" y="405383"/>
                  </a:lnTo>
                  <a:lnTo>
                    <a:pt x="1651992" y="436977"/>
                  </a:lnTo>
                  <a:lnTo>
                    <a:pt x="1634617" y="462772"/>
                  </a:lnTo>
                  <a:lnTo>
                    <a:pt x="1608859" y="480161"/>
                  </a:lnTo>
                  <a:lnTo>
                    <a:pt x="1577340" y="486536"/>
                  </a:lnTo>
                  <a:lnTo>
                    <a:pt x="0" y="486536"/>
                  </a:lnTo>
                  <a:lnTo>
                    <a:pt x="0" y="81152"/>
                  </a:lnTo>
                  <a:lnTo>
                    <a:pt x="6355" y="49559"/>
                  </a:lnTo>
                  <a:lnTo>
                    <a:pt x="23701" y="23764"/>
                  </a:lnTo>
                  <a:lnTo>
                    <a:pt x="49452" y="6375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10021316" y="6707885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선불충전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566116" y="7310489"/>
            <a:ext cx="1758950" cy="587375"/>
            <a:chOff x="9566116" y="7310489"/>
            <a:chExt cx="1758950" cy="587375"/>
          </a:xfrm>
        </p:grpSpPr>
        <p:pic>
          <p:nvPicPr>
            <p:cNvPr id="51" name="object 5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566116" y="7310489"/>
              <a:ext cx="1758758" cy="586992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866376" y="7379195"/>
              <a:ext cx="1158227" cy="51512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9618980" y="7343394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1658366" y="0"/>
                  </a:moveTo>
                  <a:lnTo>
                    <a:pt x="81025" y="0"/>
                  </a:lnTo>
                  <a:lnTo>
                    <a:pt x="49452" y="6375"/>
                  </a:lnTo>
                  <a:lnTo>
                    <a:pt x="23701" y="23764"/>
                  </a:lnTo>
                  <a:lnTo>
                    <a:pt x="6355" y="49559"/>
                  </a:lnTo>
                  <a:lnTo>
                    <a:pt x="0" y="81152"/>
                  </a:lnTo>
                  <a:lnTo>
                    <a:pt x="0" y="486536"/>
                  </a:lnTo>
                  <a:lnTo>
                    <a:pt x="1577340" y="486536"/>
                  </a:lnTo>
                  <a:lnTo>
                    <a:pt x="1608859" y="480163"/>
                  </a:lnTo>
                  <a:lnTo>
                    <a:pt x="1634617" y="462787"/>
                  </a:lnTo>
                  <a:lnTo>
                    <a:pt x="1651992" y="437030"/>
                  </a:lnTo>
                  <a:lnTo>
                    <a:pt x="1658366" y="405510"/>
                  </a:lnTo>
                  <a:lnTo>
                    <a:pt x="1658366" y="0"/>
                  </a:lnTo>
                  <a:close/>
                </a:path>
              </a:pathLst>
            </a:custGeom>
            <a:solidFill>
              <a:srgbClr val="D6EE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618980" y="7343394"/>
              <a:ext cx="1658620" cy="487045"/>
            </a:xfrm>
            <a:custGeom>
              <a:avLst/>
              <a:gdLst/>
              <a:ahLst/>
              <a:cxnLst/>
              <a:rect l="l" t="t" r="r" b="b"/>
              <a:pathLst>
                <a:path w="1658620" h="487045">
                  <a:moveTo>
                    <a:pt x="81025" y="0"/>
                  </a:moveTo>
                  <a:lnTo>
                    <a:pt x="1658366" y="0"/>
                  </a:lnTo>
                  <a:lnTo>
                    <a:pt x="1658366" y="405510"/>
                  </a:lnTo>
                  <a:lnTo>
                    <a:pt x="1651992" y="437030"/>
                  </a:lnTo>
                  <a:lnTo>
                    <a:pt x="1634617" y="462787"/>
                  </a:lnTo>
                  <a:lnTo>
                    <a:pt x="1608859" y="480163"/>
                  </a:lnTo>
                  <a:lnTo>
                    <a:pt x="1577340" y="486536"/>
                  </a:lnTo>
                  <a:lnTo>
                    <a:pt x="0" y="486536"/>
                  </a:lnTo>
                  <a:lnTo>
                    <a:pt x="0" y="81152"/>
                  </a:lnTo>
                  <a:lnTo>
                    <a:pt x="6355" y="49559"/>
                  </a:lnTo>
                  <a:lnTo>
                    <a:pt x="23701" y="23764"/>
                  </a:lnTo>
                  <a:lnTo>
                    <a:pt x="49452" y="6375"/>
                  </a:lnTo>
                  <a:lnTo>
                    <a:pt x="81025" y="0"/>
                  </a:lnTo>
                  <a:close/>
                </a:path>
              </a:pathLst>
            </a:custGeom>
            <a:ln w="381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10021316" y="7447533"/>
            <a:ext cx="854710" cy="2743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후불충전</a:t>
            </a:r>
            <a:endParaRPr sz="1600">
              <a:latin typeface="Malgun Gothic"/>
              <a:cs typeface="Malgun Gothic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4674361" y="3882263"/>
            <a:ext cx="8181975" cy="4592955"/>
            <a:chOff x="4674361" y="3882263"/>
            <a:chExt cx="8181975" cy="4592955"/>
          </a:xfrm>
        </p:grpSpPr>
        <p:pic>
          <p:nvPicPr>
            <p:cNvPr id="57" name="object 5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0404347" y="8091042"/>
              <a:ext cx="87629" cy="8763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0404347" y="8239125"/>
              <a:ext cx="87629" cy="8763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404347" y="8387334"/>
              <a:ext cx="87629" cy="87630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4674362" y="3882262"/>
              <a:ext cx="8181975" cy="3710940"/>
            </a:xfrm>
            <a:custGeom>
              <a:avLst/>
              <a:gdLst/>
              <a:ahLst/>
              <a:cxnLst/>
              <a:rect l="l" t="t" r="r" b="b"/>
              <a:pathLst>
                <a:path w="8181975" h="3710940">
                  <a:moveTo>
                    <a:pt x="982218" y="1901317"/>
                  </a:moveTo>
                  <a:lnTo>
                    <a:pt x="944219" y="1882432"/>
                  </a:lnTo>
                  <a:lnTo>
                    <a:pt x="867791" y="1844421"/>
                  </a:lnTo>
                  <a:lnTo>
                    <a:pt x="867867" y="1882432"/>
                  </a:lnTo>
                  <a:lnTo>
                    <a:pt x="0" y="1883791"/>
                  </a:lnTo>
                  <a:lnTo>
                    <a:pt x="127" y="1921891"/>
                  </a:lnTo>
                  <a:lnTo>
                    <a:pt x="867956" y="1920532"/>
                  </a:lnTo>
                  <a:lnTo>
                    <a:pt x="868045" y="1958721"/>
                  </a:lnTo>
                  <a:lnTo>
                    <a:pt x="944016" y="1920532"/>
                  </a:lnTo>
                  <a:lnTo>
                    <a:pt x="982218" y="1901317"/>
                  </a:lnTo>
                  <a:close/>
                </a:path>
                <a:path w="8181975" h="3710940">
                  <a:moveTo>
                    <a:pt x="2970657" y="1901444"/>
                  </a:moveTo>
                  <a:lnTo>
                    <a:pt x="2932557" y="1882394"/>
                  </a:lnTo>
                  <a:lnTo>
                    <a:pt x="2856357" y="1844294"/>
                  </a:lnTo>
                  <a:lnTo>
                    <a:pt x="2856357" y="1882394"/>
                  </a:lnTo>
                  <a:lnTo>
                    <a:pt x="2236851" y="1882394"/>
                  </a:lnTo>
                  <a:lnTo>
                    <a:pt x="2236851" y="1920494"/>
                  </a:lnTo>
                  <a:lnTo>
                    <a:pt x="2856357" y="1920494"/>
                  </a:lnTo>
                  <a:lnTo>
                    <a:pt x="2856357" y="1958594"/>
                  </a:lnTo>
                  <a:lnTo>
                    <a:pt x="2932557" y="1920494"/>
                  </a:lnTo>
                  <a:lnTo>
                    <a:pt x="2970657" y="1901444"/>
                  </a:lnTo>
                  <a:close/>
                </a:path>
                <a:path w="8181975" h="3710940">
                  <a:moveTo>
                    <a:pt x="4944618" y="6096"/>
                  </a:moveTo>
                  <a:lnTo>
                    <a:pt x="4869307" y="46101"/>
                  </a:lnTo>
                  <a:lnTo>
                    <a:pt x="4892535" y="62674"/>
                  </a:lnTo>
                  <a:lnTo>
                    <a:pt x="3639134" y="1819770"/>
                  </a:lnTo>
                  <a:lnTo>
                    <a:pt x="3639134" y="1868487"/>
                  </a:lnTo>
                  <a:lnTo>
                    <a:pt x="3615131" y="1889366"/>
                  </a:lnTo>
                  <a:lnTo>
                    <a:pt x="3613315" y="1888921"/>
                  </a:lnTo>
                  <a:lnTo>
                    <a:pt x="3625011" y="1872526"/>
                  </a:lnTo>
                  <a:lnTo>
                    <a:pt x="3639134" y="1868487"/>
                  </a:lnTo>
                  <a:lnTo>
                    <a:pt x="3639134" y="1819770"/>
                  </a:lnTo>
                  <a:lnTo>
                    <a:pt x="3613200" y="1856117"/>
                  </a:lnTo>
                  <a:lnTo>
                    <a:pt x="3597478" y="1860613"/>
                  </a:lnTo>
                  <a:lnTo>
                    <a:pt x="3597478" y="1904695"/>
                  </a:lnTo>
                  <a:lnTo>
                    <a:pt x="3592919" y="1908670"/>
                  </a:lnTo>
                  <a:lnTo>
                    <a:pt x="3583267" y="1901215"/>
                  </a:lnTo>
                  <a:lnTo>
                    <a:pt x="3597478" y="1904695"/>
                  </a:lnTo>
                  <a:lnTo>
                    <a:pt x="3597478" y="1860613"/>
                  </a:lnTo>
                  <a:lnTo>
                    <a:pt x="3595484" y="1861185"/>
                  </a:lnTo>
                  <a:lnTo>
                    <a:pt x="3595484" y="1880958"/>
                  </a:lnTo>
                  <a:lnTo>
                    <a:pt x="3593300" y="1884006"/>
                  </a:lnTo>
                  <a:lnTo>
                    <a:pt x="3588740" y="1882889"/>
                  </a:lnTo>
                  <a:lnTo>
                    <a:pt x="3595484" y="1880958"/>
                  </a:lnTo>
                  <a:lnTo>
                    <a:pt x="3595484" y="1861185"/>
                  </a:lnTo>
                  <a:lnTo>
                    <a:pt x="3561715" y="1870837"/>
                  </a:lnTo>
                  <a:lnTo>
                    <a:pt x="3565169" y="1882990"/>
                  </a:lnTo>
                  <a:lnTo>
                    <a:pt x="3561969" y="1895983"/>
                  </a:lnTo>
                  <a:lnTo>
                    <a:pt x="3565575" y="1896872"/>
                  </a:lnTo>
                  <a:lnTo>
                    <a:pt x="3558413" y="1906143"/>
                  </a:lnTo>
                  <a:lnTo>
                    <a:pt x="3562540" y="1909343"/>
                  </a:lnTo>
                  <a:lnTo>
                    <a:pt x="3556762" y="1913763"/>
                  </a:lnTo>
                  <a:lnTo>
                    <a:pt x="4890617" y="3649789"/>
                  </a:lnTo>
                  <a:lnTo>
                    <a:pt x="4867910" y="3667252"/>
                  </a:lnTo>
                  <a:lnTo>
                    <a:pt x="4944618" y="3704463"/>
                  </a:lnTo>
                  <a:lnTo>
                    <a:pt x="4935956" y="3659886"/>
                  </a:lnTo>
                  <a:lnTo>
                    <a:pt x="4928362" y="3620770"/>
                  </a:lnTo>
                  <a:lnTo>
                    <a:pt x="4905680" y="3638207"/>
                  </a:lnTo>
                  <a:lnTo>
                    <a:pt x="3598951" y="1937473"/>
                  </a:lnTo>
                  <a:lnTo>
                    <a:pt x="4878413" y="2925673"/>
                  </a:lnTo>
                  <a:lnTo>
                    <a:pt x="4860925" y="2948305"/>
                  </a:lnTo>
                  <a:lnTo>
                    <a:pt x="4944618" y="2964815"/>
                  </a:lnTo>
                  <a:lnTo>
                    <a:pt x="4929467" y="2933446"/>
                  </a:lnTo>
                  <a:lnTo>
                    <a:pt x="4907534" y="2887980"/>
                  </a:lnTo>
                  <a:lnTo>
                    <a:pt x="4890020" y="2910636"/>
                  </a:lnTo>
                  <a:lnTo>
                    <a:pt x="3608324" y="1920570"/>
                  </a:lnTo>
                  <a:lnTo>
                    <a:pt x="3620173" y="1910257"/>
                  </a:lnTo>
                  <a:lnTo>
                    <a:pt x="4868240" y="2216175"/>
                  </a:lnTo>
                  <a:lnTo>
                    <a:pt x="4861433" y="2243963"/>
                  </a:lnTo>
                  <a:lnTo>
                    <a:pt x="4944618" y="2225040"/>
                  </a:lnTo>
                  <a:lnTo>
                    <a:pt x="4937722" y="2219198"/>
                  </a:lnTo>
                  <a:lnTo>
                    <a:pt x="4879594" y="2169922"/>
                  </a:lnTo>
                  <a:lnTo>
                    <a:pt x="4872761" y="2197747"/>
                  </a:lnTo>
                  <a:lnTo>
                    <a:pt x="3637800" y="1894928"/>
                  </a:lnTo>
                  <a:lnTo>
                    <a:pt x="3682428" y="1856117"/>
                  </a:lnTo>
                  <a:lnTo>
                    <a:pt x="4873879" y="1515554"/>
                  </a:lnTo>
                  <a:lnTo>
                    <a:pt x="4881753" y="1543050"/>
                  </a:lnTo>
                  <a:lnTo>
                    <a:pt x="4935474" y="1493774"/>
                  </a:lnTo>
                  <a:lnTo>
                    <a:pt x="4944618" y="1485392"/>
                  </a:lnTo>
                  <a:lnTo>
                    <a:pt x="4860798" y="1469771"/>
                  </a:lnTo>
                  <a:lnTo>
                    <a:pt x="4868659" y="1497266"/>
                  </a:lnTo>
                  <a:lnTo>
                    <a:pt x="3716299" y="1826653"/>
                  </a:lnTo>
                  <a:lnTo>
                    <a:pt x="4893361" y="802995"/>
                  </a:lnTo>
                  <a:lnTo>
                    <a:pt x="4912106" y="824484"/>
                  </a:lnTo>
                  <a:lnTo>
                    <a:pt x="4930343" y="780288"/>
                  </a:lnTo>
                  <a:lnTo>
                    <a:pt x="4944618" y="745744"/>
                  </a:lnTo>
                  <a:lnTo>
                    <a:pt x="4862068" y="767080"/>
                  </a:lnTo>
                  <a:lnTo>
                    <a:pt x="4880826" y="788606"/>
                  </a:lnTo>
                  <a:lnTo>
                    <a:pt x="3673005" y="1839036"/>
                  </a:lnTo>
                  <a:lnTo>
                    <a:pt x="3642728" y="1847684"/>
                  </a:lnTo>
                  <a:lnTo>
                    <a:pt x="4908029" y="73723"/>
                  </a:lnTo>
                  <a:lnTo>
                    <a:pt x="4931283" y="90297"/>
                  </a:lnTo>
                  <a:lnTo>
                    <a:pt x="4937290" y="52324"/>
                  </a:lnTo>
                  <a:lnTo>
                    <a:pt x="4944618" y="6096"/>
                  </a:lnTo>
                  <a:close/>
                </a:path>
                <a:path w="8181975" h="3710940">
                  <a:moveTo>
                    <a:pt x="8181848" y="1876044"/>
                  </a:moveTo>
                  <a:lnTo>
                    <a:pt x="8178749" y="1876488"/>
                  </a:lnTo>
                  <a:lnTo>
                    <a:pt x="8171726" y="1846961"/>
                  </a:lnTo>
                  <a:lnTo>
                    <a:pt x="8162163" y="1806702"/>
                  </a:lnTo>
                  <a:lnTo>
                    <a:pt x="8140268" y="1825028"/>
                  </a:lnTo>
                  <a:lnTo>
                    <a:pt x="8111388" y="1790585"/>
                  </a:lnTo>
                  <a:lnTo>
                    <a:pt x="8111388" y="1908111"/>
                  </a:lnTo>
                  <a:lnTo>
                    <a:pt x="8104657" y="1906244"/>
                  </a:lnTo>
                  <a:lnTo>
                    <a:pt x="8109394" y="1905215"/>
                  </a:lnTo>
                  <a:lnTo>
                    <a:pt x="8111388" y="1908111"/>
                  </a:lnTo>
                  <a:lnTo>
                    <a:pt x="8111388" y="1790585"/>
                  </a:lnTo>
                  <a:lnTo>
                    <a:pt x="6610350" y="0"/>
                  </a:lnTo>
                  <a:lnTo>
                    <a:pt x="6595745" y="12192"/>
                  </a:lnTo>
                  <a:lnTo>
                    <a:pt x="8105864" y="1813610"/>
                  </a:lnTo>
                  <a:lnTo>
                    <a:pt x="8098574" y="1823631"/>
                  </a:lnTo>
                  <a:lnTo>
                    <a:pt x="6608572" y="738124"/>
                  </a:lnTo>
                  <a:lnTo>
                    <a:pt x="6597396" y="753491"/>
                  </a:lnTo>
                  <a:lnTo>
                    <a:pt x="8087398" y="1838998"/>
                  </a:lnTo>
                  <a:lnTo>
                    <a:pt x="8077225" y="1852968"/>
                  </a:lnTo>
                  <a:lnTo>
                    <a:pt x="6605397" y="1476248"/>
                  </a:lnTo>
                  <a:lnTo>
                    <a:pt x="6600571" y="1494663"/>
                  </a:lnTo>
                  <a:lnTo>
                    <a:pt x="8105699" y="1879892"/>
                  </a:lnTo>
                  <a:lnTo>
                    <a:pt x="8103857" y="1887093"/>
                  </a:lnTo>
                  <a:lnTo>
                    <a:pt x="8097520" y="1887982"/>
                  </a:lnTo>
                  <a:lnTo>
                    <a:pt x="8101978" y="1894471"/>
                  </a:lnTo>
                  <a:lnTo>
                    <a:pt x="8099361" y="1904784"/>
                  </a:lnTo>
                  <a:lnTo>
                    <a:pt x="8072501" y="1897380"/>
                  </a:lnTo>
                  <a:lnTo>
                    <a:pt x="8077962" y="1925358"/>
                  </a:lnTo>
                  <a:lnTo>
                    <a:pt x="6601206" y="2215769"/>
                  </a:lnTo>
                  <a:lnTo>
                    <a:pt x="6604889" y="2234438"/>
                  </a:lnTo>
                  <a:lnTo>
                    <a:pt x="8060423" y="1948218"/>
                  </a:lnTo>
                  <a:lnTo>
                    <a:pt x="6597523" y="2956941"/>
                  </a:lnTo>
                  <a:lnTo>
                    <a:pt x="6608445" y="2972562"/>
                  </a:lnTo>
                  <a:lnTo>
                    <a:pt x="8083817" y="1955266"/>
                  </a:lnTo>
                  <a:lnTo>
                    <a:pt x="8087106" y="1972056"/>
                  </a:lnTo>
                  <a:lnTo>
                    <a:pt x="8110817" y="1953742"/>
                  </a:lnTo>
                  <a:lnTo>
                    <a:pt x="6595745" y="3698113"/>
                  </a:lnTo>
                  <a:lnTo>
                    <a:pt x="6610223" y="3710686"/>
                  </a:lnTo>
                  <a:lnTo>
                    <a:pt x="8139074" y="1950186"/>
                  </a:lnTo>
                  <a:lnTo>
                    <a:pt x="8160639" y="1968881"/>
                  </a:lnTo>
                  <a:lnTo>
                    <a:pt x="8171116" y="1928114"/>
                  </a:lnTo>
                  <a:lnTo>
                    <a:pt x="8181010" y="1889696"/>
                  </a:lnTo>
                  <a:lnTo>
                    <a:pt x="8181848" y="1889506"/>
                  </a:lnTo>
                  <a:lnTo>
                    <a:pt x="8181467" y="1887931"/>
                  </a:lnTo>
                  <a:lnTo>
                    <a:pt x="8181848" y="1886458"/>
                  </a:lnTo>
                  <a:lnTo>
                    <a:pt x="8181175" y="1886737"/>
                  </a:lnTo>
                  <a:lnTo>
                    <a:pt x="8179613" y="1880120"/>
                  </a:lnTo>
                  <a:lnTo>
                    <a:pt x="8181848" y="1876044"/>
                  </a:lnTo>
                  <a:close/>
                </a:path>
              </a:pathLst>
            </a:custGeom>
            <a:solidFill>
              <a:srgbClr val="7E7E7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5687948" y="4455921"/>
            <a:ext cx="1155065" cy="4813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91465" marR="5080" indent="-279400">
              <a:lnSpc>
                <a:spcPts val="1789"/>
              </a:lnSpc>
              <a:spcBef>
                <a:spcPts val="165"/>
              </a:spcBef>
            </a:pPr>
            <a:r>
              <a:rPr sz="1500" b="1" dirty="0">
                <a:latin typeface="Malgun Gothic"/>
                <a:cs typeface="Malgun Gothic"/>
              </a:rPr>
              <a:t>Mobile</a:t>
            </a:r>
            <a:r>
              <a:rPr sz="1500" b="1" spc="-70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WAS </a:t>
            </a:r>
            <a:r>
              <a:rPr sz="1500" b="1" spc="-10" dirty="0">
                <a:latin typeface="Malgun Gothic"/>
                <a:cs typeface="Malgun Gothic"/>
              </a:rPr>
              <a:t>Server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965563" y="3128009"/>
            <a:ext cx="910590" cy="895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240">
              <a:lnSpc>
                <a:spcPts val="1795"/>
              </a:lnSpc>
              <a:spcBef>
                <a:spcPts val="100"/>
              </a:spcBef>
            </a:pPr>
            <a:r>
              <a:rPr sz="1500" b="1" dirty="0">
                <a:latin typeface="Malgun Gothic"/>
                <a:cs typeface="Malgun Gothic"/>
              </a:rPr>
              <a:t>MSA</a:t>
            </a:r>
            <a:r>
              <a:rPr sz="1500" b="1" spc="-35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업무</a:t>
            </a:r>
            <a:endParaRPr sz="1500">
              <a:latin typeface="Malgun Gothic"/>
              <a:cs typeface="Malgun Gothic"/>
            </a:endParaRPr>
          </a:p>
          <a:p>
            <a:pPr marL="12700">
              <a:lnSpc>
                <a:spcPts val="1795"/>
              </a:lnSpc>
            </a:pPr>
            <a:r>
              <a:rPr sz="1500" b="1" spc="-10" dirty="0">
                <a:latin typeface="Malgun Gothic"/>
                <a:cs typeface="Malgun Gothic"/>
              </a:rPr>
              <a:t>Container</a:t>
            </a:r>
            <a:endParaRPr sz="1500">
              <a:latin typeface="Malgun Gothic"/>
              <a:cs typeface="Malgun Gothic"/>
            </a:endParaRPr>
          </a:p>
          <a:p>
            <a:pPr marL="67945">
              <a:lnSpc>
                <a:spcPct val="100000"/>
              </a:lnSpc>
              <a:spcBef>
                <a:spcPts val="1330"/>
              </a:spcBef>
            </a:pPr>
            <a:r>
              <a:rPr sz="1600" b="1" spc="-20" dirty="0">
                <a:solidFill>
                  <a:srgbClr val="221F1F"/>
                </a:solidFill>
                <a:latin typeface="Malgun Gothic"/>
                <a:cs typeface="Malgun Gothic"/>
              </a:rPr>
              <a:t>회원정보</a:t>
            </a:r>
            <a:endParaRPr sz="1600">
              <a:latin typeface="Malgun Gothic"/>
              <a:cs typeface="Malgun Gothic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514970" y="4932934"/>
            <a:ext cx="14973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Malgun Gothic"/>
                <a:cs typeface="Malgun Gothic"/>
              </a:rPr>
              <a:t>Mobile</a:t>
            </a:r>
            <a:r>
              <a:rPr sz="1500" b="1" spc="-70" dirty="0">
                <a:latin typeface="Malgun Gothic"/>
                <a:cs typeface="Malgun Gothic"/>
              </a:rPr>
              <a:t> </a:t>
            </a:r>
            <a:r>
              <a:rPr sz="1500" b="1" spc="-10" dirty="0">
                <a:latin typeface="Malgun Gothic"/>
                <a:cs typeface="Malgun Gothic"/>
              </a:rPr>
              <a:t>Gateway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005308" y="4430648"/>
            <a:ext cx="9842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Malgun Gothic"/>
                <a:cs typeface="Malgun Gothic"/>
              </a:rPr>
              <a:t>Mobile</a:t>
            </a:r>
            <a:r>
              <a:rPr sz="1500" b="1" spc="-70" dirty="0">
                <a:latin typeface="Malgun Gothic"/>
                <a:cs typeface="Malgun Gothic"/>
              </a:rPr>
              <a:t> </a:t>
            </a:r>
            <a:r>
              <a:rPr sz="1500" b="1" spc="-25" dirty="0">
                <a:latin typeface="Malgun Gothic"/>
                <a:cs typeface="Malgun Gothic"/>
              </a:rPr>
              <a:t>DB</a:t>
            </a:r>
            <a:endParaRPr sz="1500">
              <a:latin typeface="Malgun Gothic"/>
              <a:cs typeface="Malgun Gothic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237981" y="5720207"/>
            <a:ext cx="7962265" cy="3992245"/>
            <a:chOff x="8237981" y="5720207"/>
            <a:chExt cx="7962265" cy="3992245"/>
          </a:xfrm>
        </p:grpSpPr>
        <p:pic>
          <p:nvPicPr>
            <p:cNvPr id="66" name="object 6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726669" y="7844637"/>
              <a:ext cx="1658366" cy="267487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996925" y="8112137"/>
              <a:ext cx="1160513" cy="1309116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237981" y="5720207"/>
              <a:ext cx="4759325" cy="3161030"/>
            </a:xfrm>
            <a:custGeom>
              <a:avLst/>
              <a:gdLst/>
              <a:ahLst/>
              <a:cxnLst/>
              <a:rect l="l" t="t" r="r" b="b"/>
              <a:pathLst>
                <a:path w="4759325" h="3161029">
                  <a:moveTo>
                    <a:pt x="4530344" y="2932175"/>
                  </a:moveTo>
                  <a:lnTo>
                    <a:pt x="4530344" y="3160776"/>
                  </a:lnTo>
                  <a:lnTo>
                    <a:pt x="4682744" y="3084576"/>
                  </a:lnTo>
                  <a:lnTo>
                    <a:pt x="4568444" y="3084576"/>
                  </a:lnTo>
                  <a:lnTo>
                    <a:pt x="4568444" y="3008376"/>
                  </a:lnTo>
                  <a:lnTo>
                    <a:pt x="4682744" y="3008376"/>
                  </a:lnTo>
                  <a:lnTo>
                    <a:pt x="4530344" y="2932175"/>
                  </a:lnTo>
                  <a:close/>
                </a:path>
                <a:path w="4759325" h="3161029">
                  <a:moveTo>
                    <a:pt x="0" y="38100"/>
                  </a:moveTo>
                  <a:lnTo>
                    <a:pt x="0" y="3046476"/>
                  </a:lnTo>
                  <a:lnTo>
                    <a:pt x="3006" y="3061323"/>
                  </a:lnTo>
                  <a:lnTo>
                    <a:pt x="11191" y="3073431"/>
                  </a:lnTo>
                  <a:lnTo>
                    <a:pt x="23306" y="3081587"/>
                  </a:lnTo>
                  <a:lnTo>
                    <a:pt x="38100" y="3084576"/>
                  </a:lnTo>
                  <a:lnTo>
                    <a:pt x="4530344" y="3084576"/>
                  </a:lnTo>
                  <a:lnTo>
                    <a:pt x="4530344" y="3046476"/>
                  </a:lnTo>
                  <a:lnTo>
                    <a:pt x="76200" y="3046476"/>
                  </a:lnTo>
                  <a:lnTo>
                    <a:pt x="38100" y="3008376"/>
                  </a:lnTo>
                  <a:lnTo>
                    <a:pt x="76200" y="3008376"/>
                  </a:lnTo>
                  <a:lnTo>
                    <a:pt x="76200" y="76200"/>
                  </a:lnTo>
                  <a:lnTo>
                    <a:pt x="635" y="76200"/>
                  </a:lnTo>
                  <a:lnTo>
                    <a:pt x="635" y="38735"/>
                  </a:lnTo>
                  <a:lnTo>
                    <a:pt x="0" y="38100"/>
                  </a:lnTo>
                  <a:close/>
                </a:path>
                <a:path w="4759325" h="3161029">
                  <a:moveTo>
                    <a:pt x="4682744" y="3008376"/>
                  </a:moveTo>
                  <a:lnTo>
                    <a:pt x="4568444" y="3008376"/>
                  </a:lnTo>
                  <a:lnTo>
                    <a:pt x="4568444" y="3084576"/>
                  </a:lnTo>
                  <a:lnTo>
                    <a:pt x="4682744" y="3084576"/>
                  </a:lnTo>
                  <a:lnTo>
                    <a:pt x="4758944" y="3046476"/>
                  </a:lnTo>
                  <a:lnTo>
                    <a:pt x="4682744" y="3008376"/>
                  </a:lnTo>
                  <a:close/>
                </a:path>
                <a:path w="4759325" h="3161029">
                  <a:moveTo>
                    <a:pt x="76200" y="3008376"/>
                  </a:moveTo>
                  <a:lnTo>
                    <a:pt x="38100" y="3008376"/>
                  </a:lnTo>
                  <a:lnTo>
                    <a:pt x="76200" y="3046476"/>
                  </a:lnTo>
                  <a:lnTo>
                    <a:pt x="76200" y="3008376"/>
                  </a:lnTo>
                  <a:close/>
                </a:path>
                <a:path w="4759325" h="3161029">
                  <a:moveTo>
                    <a:pt x="4530344" y="3008376"/>
                  </a:moveTo>
                  <a:lnTo>
                    <a:pt x="76200" y="3008376"/>
                  </a:lnTo>
                  <a:lnTo>
                    <a:pt x="76200" y="3046476"/>
                  </a:lnTo>
                  <a:lnTo>
                    <a:pt x="4530344" y="3046476"/>
                  </a:lnTo>
                  <a:lnTo>
                    <a:pt x="4530344" y="3008376"/>
                  </a:lnTo>
                  <a:close/>
                </a:path>
                <a:path w="4759325" h="3161029">
                  <a:moveTo>
                    <a:pt x="635" y="38735"/>
                  </a:moveTo>
                  <a:lnTo>
                    <a:pt x="635" y="76200"/>
                  </a:lnTo>
                  <a:lnTo>
                    <a:pt x="38100" y="76200"/>
                  </a:lnTo>
                  <a:lnTo>
                    <a:pt x="635" y="38735"/>
                  </a:lnTo>
                  <a:close/>
                </a:path>
                <a:path w="4759325" h="3161029">
                  <a:moveTo>
                    <a:pt x="38100" y="0"/>
                  </a:moveTo>
                  <a:lnTo>
                    <a:pt x="635" y="0"/>
                  </a:lnTo>
                  <a:lnTo>
                    <a:pt x="635" y="38735"/>
                  </a:lnTo>
                  <a:lnTo>
                    <a:pt x="38100" y="76200"/>
                  </a:lnTo>
                  <a:lnTo>
                    <a:pt x="76200" y="76200"/>
                  </a:lnTo>
                  <a:lnTo>
                    <a:pt x="76200" y="38100"/>
                  </a:lnTo>
                  <a:lnTo>
                    <a:pt x="73211" y="23252"/>
                  </a:lnTo>
                  <a:lnTo>
                    <a:pt x="65055" y="11144"/>
                  </a:lnTo>
                  <a:lnTo>
                    <a:pt x="52947" y="2988"/>
                  </a:lnTo>
                  <a:lnTo>
                    <a:pt x="38100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13441552" y="6765544"/>
              <a:ext cx="228600" cy="1079500"/>
            </a:xfrm>
            <a:custGeom>
              <a:avLst/>
              <a:gdLst/>
              <a:ahLst/>
              <a:cxnLst/>
              <a:rect l="l" t="t" r="r" b="b"/>
              <a:pathLst>
                <a:path w="228600" h="1079500">
                  <a:moveTo>
                    <a:pt x="152400" y="190500"/>
                  </a:moveTo>
                  <a:lnTo>
                    <a:pt x="76200" y="190500"/>
                  </a:lnTo>
                  <a:lnTo>
                    <a:pt x="76200" y="1079118"/>
                  </a:lnTo>
                  <a:lnTo>
                    <a:pt x="152400" y="1079118"/>
                  </a:lnTo>
                  <a:lnTo>
                    <a:pt x="152400" y="190500"/>
                  </a:lnTo>
                  <a:close/>
                </a:path>
                <a:path w="228600" h="1079500">
                  <a:moveTo>
                    <a:pt x="114300" y="0"/>
                  </a:moveTo>
                  <a:lnTo>
                    <a:pt x="0" y="228600"/>
                  </a:lnTo>
                  <a:lnTo>
                    <a:pt x="76200" y="228600"/>
                  </a:lnTo>
                  <a:lnTo>
                    <a:pt x="76200" y="190500"/>
                  </a:lnTo>
                  <a:lnTo>
                    <a:pt x="209550" y="190500"/>
                  </a:lnTo>
                  <a:lnTo>
                    <a:pt x="114300" y="0"/>
                  </a:lnTo>
                  <a:close/>
                </a:path>
                <a:path w="228600" h="1079500">
                  <a:moveTo>
                    <a:pt x="209550" y="190500"/>
                  </a:moveTo>
                  <a:lnTo>
                    <a:pt x="152400" y="190500"/>
                  </a:lnTo>
                  <a:lnTo>
                    <a:pt x="152400" y="228600"/>
                  </a:lnTo>
                  <a:lnTo>
                    <a:pt x="228600" y="228600"/>
                  </a:lnTo>
                  <a:lnTo>
                    <a:pt x="209550" y="190500"/>
                  </a:lnTo>
                  <a:close/>
                </a:path>
              </a:pathLst>
            </a:custGeom>
            <a:solidFill>
              <a:srgbClr val="00AF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116811" y="7796783"/>
              <a:ext cx="2083307" cy="1915668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164944" y="7831455"/>
              <a:ext cx="1990217" cy="1810715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4164944" y="7831455"/>
              <a:ext cx="1990725" cy="1811020"/>
            </a:xfrm>
            <a:custGeom>
              <a:avLst/>
              <a:gdLst/>
              <a:ahLst/>
              <a:cxnLst/>
              <a:rect l="l" t="t" r="r" b="b"/>
              <a:pathLst>
                <a:path w="1990725" h="1811020">
                  <a:moveTo>
                    <a:pt x="0" y="452628"/>
                  </a:moveTo>
                  <a:lnTo>
                    <a:pt x="56642" y="452628"/>
                  </a:lnTo>
                  <a:lnTo>
                    <a:pt x="56642" y="1358036"/>
                  </a:lnTo>
                  <a:lnTo>
                    <a:pt x="0" y="1358036"/>
                  </a:lnTo>
                  <a:lnTo>
                    <a:pt x="0" y="452628"/>
                  </a:lnTo>
                  <a:close/>
                </a:path>
                <a:path w="1990725" h="1811020">
                  <a:moveTo>
                    <a:pt x="113157" y="452628"/>
                  </a:moveTo>
                  <a:lnTo>
                    <a:pt x="226314" y="452628"/>
                  </a:lnTo>
                  <a:lnTo>
                    <a:pt x="226314" y="1358036"/>
                  </a:lnTo>
                  <a:lnTo>
                    <a:pt x="113157" y="1358036"/>
                  </a:lnTo>
                  <a:lnTo>
                    <a:pt x="113157" y="452628"/>
                  </a:lnTo>
                  <a:close/>
                </a:path>
                <a:path w="1990725" h="1811020">
                  <a:moveTo>
                    <a:pt x="282956" y="452628"/>
                  </a:moveTo>
                  <a:lnTo>
                    <a:pt x="1084834" y="452628"/>
                  </a:lnTo>
                  <a:lnTo>
                    <a:pt x="1084834" y="0"/>
                  </a:lnTo>
                  <a:lnTo>
                    <a:pt x="1990217" y="905383"/>
                  </a:lnTo>
                  <a:lnTo>
                    <a:pt x="1084834" y="1810715"/>
                  </a:lnTo>
                  <a:lnTo>
                    <a:pt x="1084834" y="1358036"/>
                  </a:lnTo>
                  <a:lnTo>
                    <a:pt x="282956" y="1358036"/>
                  </a:lnTo>
                  <a:lnTo>
                    <a:pt x="282956" y="452628"/>
                  </a:lnTo>
                  <a:close/>
                </a:path>
              </a:pathLst>
            </a:custGeom>
            <a:ln w="9525">
              <a:solidFill>
                <a:srgbClr val="7ACA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3" name="object 73"/>
          <p:cNvSpPr txBox="1"/>
          <p:nvPr/>
        </p:nvSpPr>
        <p:spPr>
          <a:xfrm>
            <a:off x="14299437" y="8191398"/>
            <a:ext cx="1356360" cy="972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955" marR="5080" indent="-8890">
              <a:lnSpc>
                <a:spcPct val="156100"/>
              </a:lnSpc>
              <a:spcBef>
                <a:spcPts val="95"/>
              </a:spcBef>
            </a:pPr>
            <a:r>
              <a:rPr sz="1350" b="1" dirty="0">
                <a:solidFill>
                  <a:srgbClr val="FF0000"/>
                </a:solidFill>
                <a:latin typeface="Malgun Gothic"/>
                <a:cs typeface="Malgun Gothic"/>
              </a:rPr>
              <a:t>내부</a:t>
            </a:r>
            <a:r>
              <a:rPr sz="1350" b="1" spc="20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0000"/>
                </a:solidFill>
                <a:latin typeface="Malgun Gothic"/>
                <a:cs typeface="Malgun Gothic"/>
              </a:rPr>
              <a:t>시스템</a:t>
            </a:r>
            <a:r>
              <a:rPr sz="1350" b="1" spc="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F0000"/>
                </a:solidFill>
                <a:latin typeface="Malgun Gothic"/>
                <a:cs typeface="Malgun Gothic"/>
              </a:rPr>
              <a:t>활용 </a:t>
            </a:r>
            <a:r>
              <a:rPr sz="1350" b="1" dirty="0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sz="1350" b="1" spc="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F0000"/>
                </a:solidFill>
                <a:latin typeface="Malgun Gothic"/>
                <a:cs typeface="Malgun Gothic"/>
              </a:rPr>
              <a:t>분석</a:t>
            </a:r>
            <a:endParaRPr sz="1350">
              <a:latin typeface="Malgun Gothic"/>
              <a:cs typeface="Malgun Gothic"/>
            </a:endParaRPr>
          </a:p>
          <a:p>
            <a:pPr marL="22860">
              <a:lnSpc>
                <a:spcPct val="100000"/>
              </a:lnSpc>
              <a:spcBef>
                <a:spcPts val="775"/>
              </a:spcBef>
            </a:pPr>
            <a:r>
              <a:rPr sz="1350" b="1" dirty="0">
                <a:solidFill>
                  <a:srgbClr val="FF0000"/>
                </a:solidFill>
                <a:latin typeface="Malgun Gothic"/>
                <a:cs typeface="Malgun Gothic"/>
              </a:rPr>
              <a:t>타</a:t>
            </a:r>
            <a:r>
              <a:rPr sz="1350" b="1" spc="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350" b="1" dirty="0">
                <a:solidFill>
                  <a:srgbClr val="FF0000"/>
                </a:solidFill>
                <a:latin typeface="Malgun Gothic"/>
                <a:cs typeface="Malgun Gothic"/>
              </a:rPr>
              <a:t>시스템</a:t>
            </a:r>
            <a:r>
              <a:rPr sz="1350" b="1" spc="15" dirty="0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sz="1350" b="1" spc="-25" dirty="0">
                <a:solidFill>
                  <a:srgbClr val="FF0000"/>
                </a:solidFill>
                <a:latin typeface="Malgun Gothic"/>
                <a:cs typeface="Malgun Gothic"/>
              </a:rPr>
              <a:t>연계</a:t>
            </a:r>
            <a:endParaRPr sz="1350">
              <a:latin typeface="Malgun Gothic"/>
              <a:cs typeface="Malgun Gothic"/>
            </a:endParaRPr>
          </a:p>
        </p:txBody>
      </p:sp>
      <p:pic>
        <p:nvPicPr>
          <p:cNvPr id="74" name="object 74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3309472" y="7187044"/>
            <a:ext cx="492785" cy="460895"/>
          </a:xfrm>
          <a:prstGeom prst="rect">
            <a:avLst/>
          </a:prstGeom>
        </p:spPr>
      </p:pic>
      <p:sp>
        <p:nvSpPr>
          <p:cNvPr id="75" name="object 75"/>
          <p:cNvSpPr txBox="1"/>
          <p:nvPr/>
        </p:nvSpPr>
        <p:spPr>
          <a:xfrm>
            <a:off x="13818488" y="7195769"/>
            <a:ext cx="1818005" cy="400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25"/>
              </a:spcBef>
            </a:pPr>
            <a:r>
              <a:rPr sz="1200" b="1" dirty="0">
                <a:latin typeface="Malgun Gothic"/>
                <a:cs typeface="Malgun Gothic"/>
              </a:rPr>
              <a:t>Oracle</a:t>
            </a:r>
            <a:r>
              <a:rPr sz="1200" b="1" spc="6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DB에</a:t>
            </a:r>
            <a:r>
              <a:rPr sz="1200" b="1" spc="35" dirty="0">
                <a:latin typeface="Malgun Gothic"/>
                <a:cs typeface="Malgun Gothic"/>
              </a:rPr>
              <a:t> </a:t>
            </a:r>
            <a:r>
              <a:rPr sz="1200" b="1" dirty="0">
                <a:latin typeface="Malgun Gothic"/>
                <a:cs typeface="Malgun Gothic"/>
              </a:rPr>
              <a:t>Bulk</a:t>
            </a:r>
            <a:r>
              <a:rPr sz="1200" b="1" spc="40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형태로</a:t>
            </a:r>
            <a:endParaRPr sz="120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  <a:spcBef>
                <a:spcPts val="40"/>
              </a:spcBef>
            </a:pPr>
            <a:r>
              <a:rPr sz="1200" b="1" dirty="0">
                <a:latin typeface="Malgun Gothic"/>
                <a:cs typeface="Malgun Gothic"/>
              </a:rPr>
              <a:t>비동기식</a:t>
            </a:r>
            <a:r>
              <a:rPr sz="1200" b="1" spc="105" dirty="0">
                <a:latin typeface="Malgun Gothic"/>
                <a:cs typeface="Malgun Gothic"/>
              </a:rPr>
              <a:t> </a:t>
            </a:r>
            <a:r>
              <a:rPr sz="1200" b="1" spc="-25" dirty="0">
                <a:latin typeface="Malgun Gothic"/>
                <a:cs typeface="Malgun Gothic"/>
              </a:rPr>
              <a:t>적재</a:t>
            </a:r>
            <a:endParaRPr sz="1200">
              <a:latin typeface="Malgun Gothic"/>
              <a:cs typeface="Malgun Gothic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2384070" y="3048613"/>
            <a:ext cx="3300095" cy="1073785"/>
            <a:chOff x="12384070" y="3048613"/>
            <a:chExt cx="3300095" cy="1073785"/>
          </a:xfrm>
        </p:grpSpPr>
        <p:sp>
          <p:nvSpPr>
            <p:cNvPr id="77" name="object 77"/>
            <p:cNvSpPr/>
            <p:nvPr/>
          </p:nvSpPr>
          <p:spPr>
            <a:xfrm>
              <a:off x="12389945" y="3053874"/>
              <a:ext cx="3288665" cy="1063625"/>
            </a:xfrm>
            <a:custGeom>
              <a:avLst/>
              <a:gdLst/>
              <a:ahLst/>
              <a:cxnLst/>
              <a:rect l="l" t="t" r="r" b="b"/>
              <a:pathLst>
                <a:path w="3288665" h="1063625">
                  <a:moveTo>
                    <a:pt x="3021093" y="0"/>
                  </a:moveTo>
                  <a:lnTo>
                    <a:pt x="2964406" y="89"/>
                  </a:lnTo>
                  <a:lnTo>
                    <a:pt x="2910314" y="677"/>
                  </a:lnTo>
                  <a:lnTo>
                    <a:pt x="2858610" y="1648"/>
                  </a:lnTo>
                  <a:lnTo>
                    <a:pt x="2809086" y="2887"/>
                  </a:lnTo>
                  <a:lnTo>
                    <a:pt x="2628665" y="8199"/>
                  </a:lnTo>
                  <a:lnTo>
                    <a:pt x="2586944" y="9036"/>
                  </a:lnTo>
                  <a:lnTo>
                    <a:pt x="2546164" y="9447"/>
                  </a:lnTo>
                  <a:lnTo>
                    <a:pt x="2506117" y="9313"/>
                  </a:lnTo>
                  <a:lnTo>
                    <a:pt x="2466598" y="8520"/>
                  </a:lnTo>
                  <a:lnTo>
                    <a:pt x="2373040" y="4626"/>
                  </a:lnTo>
                  <a:lnTo>
                    <a:pt x="2320557" y="3150"/>
                  </a:lnTo>
                  <a:lnTo>
                    <a:pt x="2269525" y="2398"/>
                  </a:lnTo>
                  <a:lnTo>
                    <a:pt x="2219522" y="2239"/>
                  </a:lnTo>
                  <a:lnTo>
                    <a:pt x="2170127" y="2545"/>
                  </a:lnTo>
                  <a:lnTo>
                    <a:pt x="2120915" y="3189"/>
                  </a:lnTo>
                  <a:lnTo>
                    <a:pt x="1917463" y="6572"/>
                  </a:lnTo>
                  <a:lnTo>
                    <a:pt x="1862837" y="6978"/>
                  </a:lnTo>
                  <a:lnTo>
                    <a:pt x="1805860" y="6952"/>
                  </a:lnTo>
                  <a:lnTo>
                    <a:pt x="1749222" y="6505"/>
                  </a:lnTo>
                  <a:lnTo>
                    <a:pt x="1695572" y="5752"/>
                  </a:lnTo>
                  <a:lnTo>
                    <a:pt x="1501171" y="1999"/>
                  </a:lnTo>
                  <a:lnTo>
                    <a:pt x="1455202" y="1457"/>
                  </a:lnTo>
                  <a:lnTo>
                    <a:pt x="1409319" y="1307"/>
                  </a:lnTo>
                  <a:lnTo>
                    <a:pt x="1363037" y="1665"/>
                  </a:lnTo>
                  <a:lnTo>
                    <a:pt x="1315872" y="2648"/>
                  </a:lnTo>
                  <a:lnTo>
                    <a:pt x="1267341" y="4371"/>
                  </a:lnTo>
                  <a:lnTo>
                    <a:pt x="1216961" y="6952"/>
                  </a:lnTo>
                  <a:lnTo>
                    <a:pt x="1163638" y="9276"/>
                  </a:lnTo>
                  <a:lnTo>
                    <a:pt x="1115036" y="9822"/>
                  </a:lnTo>
                  <a:lnTo>
                    <a:pt x="1069766" y="9026"/>
                  </a:lnTo>
                  <a:lnTo>
                    <a:pt x="1026439" y="7328"/>
                  </a:lnTo>
                  <a:lnTo>
                    <a:pt x="940063" y="2976"/>
                  </a:lnTo>
                  <a:lnTo>
                    <a:pt x="894237" y="1197"/>
                  </a:lnTo>
                  <a:lnTo>
                    <a:pt x="844802" y="267"/>
                  </a:lnTo>
                  <a:lnTo>
                    <a:pt x="790369" y="624"/>
                  </a:lnTo>
                  <a:lnTo>
                    <a:pt x="729549" y="2707"/>
                  </a:lnTo>
                  <a:lnTo>
                    <a:pt x="660955" y="6952"/>
                  </a:lnTo>
                  <a:lnTo>
                    <a:pt x="599947" y="11268"/>
                  </a:lnTo>
                  <a:lnTo>
                    <a:pt x="540473" y="14891"/>
                  </a:lnTo>
                  <a:lnTo>
                    <a:pt x="482598" y="17815"/>
                  </a:lnTo>
                  <a:lnTo>
                    <a:pt x="426390" y="20031"/>
                  </a:lnTo>
                  <a:lnTo>
                    <a:pt x="371917" y="21533"/>
                  </a:lnTo>
                  <a:lnTo>
                    <a:pt x="319246" y="22313"/>
                  </a:lnTo>
                  <a:lnTo>
                    <a:pt x="268444" y="22364"/>
                  </a:lnTo>
                  <a:lnTo>
                    <a:pt x="219579" y="21678"/>
                  </a:lnTo>
                  <a:lnTo>
                    <a:pt x="172716" y="20249"/>
                  </a:lnTo>
                  <a:lnTo>
                    <a:pt x="127925" y="18069"/>
                  </a:lnTo>
                  <a:lnTo>
                    <a:pt x="85273" y="15131"/>
                  </a:lnTo>
                  <a:lnTo>
                    <a:pt x="44825" y="11428"/>
                  </a:lnTo>
                  <a:lnTo>
                    <a:pt x="6651" y="6952"/>
                  </a:lnTo>
                  <a:lnTo>
                    <a:pt x="10756" y="70731"/>
                  </a:lnTo>
                  <a:lnTo>
                    <a:pt x="10383" y="128273"/>
                  </a:lnTo>
                  <a:lnTo>
                    <a:pt x="7397" y="180538"/>
                  </a:lnTo>
                  <a:lnTo>
                    <a:pt x="3665" y="228489"/>
                  </a:lnTo>
                  <a:lnTo>
                    <a:pt x="1053" y="273087"/>
                  </a:lnTo>
                  <a:lnTo>
                    <a:pt x="1426" y="315295"/>
                  </a:lnTo>
                  <a:lnTo>
                    <a:pt x="6651" y="356075"/>
                  </a:lnTo>
                  <a:lnTo>
                    <a:pt x="12896" y="399366"/>
                  </a:lnTo>
                  <a:lnTo>
                    <a:pt x="15648" y="447149"/>
                  </a:lnTo>
                  <a:lnTo>
                    <a:pt x="15755" y="497447"/>
                  </a:lnTo>
                  <a:lnTo>
                    <a:pt x="14062" y="548282"/>
                  </a:lnTo>
                  <a:lnTo>
                    <a:pt x="11416" y="597678"/>
                  </a:lnTo>
                  <a:lnTo>
                    <a:pt x="8664" y="643657"/>
                  </a:lnTo>
                  <a:lnTo>
                    <a:pt x="6651" y="684243"/>
                  </a:lnTo>
                  <a:lnTo>
                    <a:pt x="2908" y="768349"/>
                  </a:lnTo>
                  <a:lnTo>
                    <a:pt x="1079" y="817360"/>
                  </a:lnTo>
                  <a:lnTo>
                    <a:pt x="0" y="870690"/>
                  </a:lnTo>
                  <a:lnTo>
                    <a:pt x="208" y="928099"/>
                  </a:lnTo>
                  <a:lnTo>
                    <a:pt x="2246" y="989347"/>
                  </a:lnTo>
                  <a:lnTo>
                    <a:pt x="6651" y="1054194"/>
                  </a:lnTo>
                  <a:lnTo>
                    <a:pt x="48240" y="1054504"/>
                  </a:lnTo>
                  <a:lnTo>
                    <a:pt x="94620" y="1054091"/>
                  </a:lnTo>
                  <a:lnTo>
                    <a:pt x="144881" y="1053138"/>
                  </a:lnTo>
                  <a:lnTo>
                    <a:pt x="366553" y="1047587"/>
                  </a:lnTo>
                  <a:lnTo>
                    <a:pt x="422583" y="1046681"/>
                  </a:lnTo>
                  <a:lnTo>
                    <a:pt x="477040" y="1046334"/>
                  </a:lnTo>
                  <a:lnTo>
                    <a:pt x="529015" y="1046728"/>
                  </a:lnTo>
                  <a:lnTo>
                    <a:pt x="577598" y="1048047"/>
                  </a:lnTo>
                  <a:lnTo>
                    <a:pt x="621881" y="1050475"/>
                  </a:lnTo>
                  <a:lnTo>
                    <a:pt x="695739" y="1057648"/>
                  </a:lnTo>
                  <a:lnTo>
                    <a:pt x="732944" y="1059952"/>
                  </a:lnTo>
                  <a:lnTo>
                    <a:pt x="772514" y="1061259"/>
                  </a:lnTo>
                  <a:lnTo>
                    <a:pt x="814392" y="1061725"/>
                  </a:lnTo>
                  <a:lnTo>
                    <a:pt x="858524" y="1061504"/>
                  </a:lnTo>
                  <a:lnTo>
                    <a:pt x="904854" y="1060752"/>
                  </a:lnTo>
                  <a:lnTo>
                    <a:pt x="1111029" y="1055527"/>
                  </a:lnTo>
                  <a:lnTo>
                    <a:pt x="1167508" y="1054441"/>
                  </a:lnTo>
                  <a:lnTo>
                    <a:pt x="1225850" y="1053754"/>
                  </a:lnTo>
                  <a:lnTo>
                    <a:pt x="1285999" y="1053620"/>
                  </a:lnTo>
                  <a:lnTo>
                    <a:pt x="1347898" y="1054194"/>
                  </a:lnTo>
                  <a:lnTo>
                    <a:pt x="1411417" y="1055369"/>
                  </a:lnTo>
                  <a:lnTo>
                    <a:pt x="1467769" y="1056769"/>
                  </a:lnTo>
                  <a:lnTo>
                    <a:pt x="1648602" y="1062315"/>
                  </a:lnTo>
                  <a:lnTo>
                    <a:pt x="1689440" y="1063116"/>
                  </a:lnTo>
                  <a:lnTo>
                    <a:pt x="1731240" y="1063454"/>
                  </a:lnTo>
                  <a:lnTo>
                    <a:pt x="1775355" y="1063215"/>
                  </a:lnTo>
                  <a:lnTo>
                    <a:pt x="1823142" y="1062284"/>
                  </a:lnTo>
                  <a:lnTo>
                    <a:pt x="1875954" y="1060546"/>
                  </a:lnTo>
                  <a:lnTo>
                    <a:pt x="1935147" y="1057887"/>
                  </a:lnTo>
                  <a:lnTo>
                    <a:pt x="2069257" y="1050350"/>
                  </a:lnTo>
                  <a:lnTo>
                    <a:pt x="2129127" y="1047292"/>
                  </a:lnTo>
                  <a:lnTo>
                    <a:pt x="2182913" y="1044980"/>
                  </a:lnTo>
                  <a:lnTo>
                    <a:pt x="2231845" y="1043374"/>
                  </a:lnTo>
                  <a:lnTo>
                    <a:pt x="2277149" y="1042436"/>
                  </a:lnTo>
                  <a:lnTo>
                    <a:pt x="2320054" y="1042125"/>
                  </a:lnTo>
                  <a:lnTo>
                    <a:pt x="2361788" y="1042402"/>
                  </a:lnTo>
                  <a:lnTo>
                    <a:pt x="2403579" y="1043227"/>
                  </a:lnTo>
                  <a:lnTo>
                    <a:pt x="2446656" y="1044561"/>
                  </a:lnTo>
                  <a:lnTo>
                    <a:pt x="2492246" y="1046364"/>
                  </a:lnTo>
                  <a:lnTo>
                    <a:pt x="2656379" y="1054194"/>
                  </a:lnTo>
                  <a:lnTo>
                    <a:pt x="2723280" y="1057012"/>
                  </a:lnTo>
                  <a:lnTo>
                    <a:pt x="2785657" y="1058780"/>
                  </a:lnTo>
                  <a:lnTo>
                    <a:pt x="2844041" y="1059659"/>
                  </a:lnTo>
                  <a:lnTo>
                    <a:pt x="2898968" y="1059810"/>
                  </a:lnTo>
                  <a:lnTo>
                    <a:pt x="2950970" y="1059395"/>
                  </a:lnTo>
                  <a:lnTo>
                    <a:pt x="3000581" y="1058575"/>
                  </a:lnTo>
                  <a:lnTo>
                    <a:pt x="3185787" y="1054476"/>
                  </a:lnTo>
                  <a:lnTo>
                    <a:pt x="3231447" y="1054053"/>
                  </a:lnTo>
                  <a:lnTo>
                    <a:pt x="3277917" y="1054194"/>
                  </a:lnTo>
                  <a:lnTo>
                    <a:pt x="3279047" y="1016613"/>
                  </a:lnTo>
                  <a:lnTo>
                    <a:pt x="3284290" y="916614"/>
                  </a:lnTo>
                  <a:lnTo>
                    <a:pt x="3286823" y="860709"/>
                  </a:lnTo>
                  <a:lnTo>
                    <a:pt x="3288242" y="805209"/>
                  </a:lnTo>
                  <a:lnTo>
                    <a:pt x="3287757" y="753370"/>
                  </a:lnTo>
                  <a:lnTo>
                    <a:pt x="3284579" y="708449"/>
                  </a:lnTo>
                  <a:lnTo>
                    <a:pt x="3270792" y="636019"/>
                  </a:lnTo>
                  <a:lnTo>
                    <a:pt x="3268320" y="590138"/>
                  </a:lnTo>
                  <a:lnTo>
                    <a:pt x="3269133" y="538841"/>
                  </a:lnTo>
                  <a:lnTo>
                    <a:pt x="3271865" y="484909"/>
                  </a:lnTo>
                  <a:lnTo>
                    <a:pt x="3275151" y="431124"/>
                  </a:lnTo>
                  <a:lnTo>
                    <a:pt x="3277624" y="380267"/>
                  </a:lnTo>
                  <a:lnTo>
                    <a:pt x="3277917" y="335120"/>
                  </a:lnTo>
                  <a:lnTo>
                    <a:pt x="3276894" y="283427"/>
                  </a:lnTo>
                  <a:lnTo>
                    <a:pt x="3276590" y="226756"/>
                  </a:lnTo>
                  <a:lnTo>
                    <a:pt x="3276774" y="167940"/>
                  </a:lnTo>
                  <a:lnTo>
                    <a:pt x="3277917" y="6952"/>
                  </a:lnTo>
                  <a:lnTo>
                    <a:pt x="3208786" y="3886"/>
                  </a:lnTo>
                  <a:lnTo>
                    <a:pt x="3143076" y="1782"/>
                  </a:lnTo>
                  <a:lnTo>
                    <a:pt x="3080580" y="525"/>
                  </a:lnTo>
                  <a:lnTo>
                    <a:pt x="3021093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2388832" y="3053376"/>
              <a:ext cx="3290570" cy="1064260"/>
            </a:xfrm>
            <a:custGeom>
              <a:avLst/>
              <a:gdLst/>
              <a:ahLst/>
              <a:cxnLst/>
              <a:rect l="l" t="t" r="r" b="b"/>
              <a:pathLst>
                <a:path w="3290569" h="1064260">
                  <a:moveTo>
                    <a:pt x="7764" y="7450"/>
                  </a:moveTo>
                  <a:lnTo>
                    <a:pt x="77403" y="9302"/>
                  </a:lnTo>
                  <a:lnTo>
                    <a:pt x="141336" y="10490"/>
                  </a:lnTo>
                  <a:lnTo>
                    <a:pt x="200194" y="11112"/>
                  </a:lnTo>
                  <a:lnTo>
                    <a:pt x="254606" y="11265"/>
                  </a:lnTo>
                  <a:lnTo>
                    <a:pt x="305201" y="11048"/>
                  </a:lnTo>
                  <a:lnTo>
                    <a:pt x="352610" y="10559"/>
                  </a:lnTo>
                  <a:lnTo>
                    <a:pt x="397462" y="9895"/>
                  </a:lnTo>
                  <a:lnTo>
                    <a:pt x="440387" y="9154"/>
                  </a:lnTo>
                  <a:lnTo>
                    <a:pt x="482014" y="8434"/>
                  </a:lnTo>
                  <a:lnTo>
                    <a:pt x="522975" y="7834"/>
                  </a:lnTo>
                  <a:lnTo>
                    <a:pt x="563897" y="7450"/>
                  </a:lnTo>
                  <a:lnTo>
                    <a:pt x="599750" y="7208"/>
                  </a:lnTo>
                  <a:lnTo>
                    <a:pt x="641977" y="6884"/>
                  </a:lnTo>
                  <a:lnTo>
                    <a:pt x="689495" y="6506"/>
                  </a:lnTo>
                  <a:lnTo>
                    <a:pt x="741216" y="6106"/>
                  </a:lnTo>
                  <a:lnTo>
                    <a:pt x="796056" y="5713"/>
                  </a:lnTo>
                  <a:lnTo>
                    <a:pt x="852929" y="5357"/>
                  </a:lnTo>
                  <a:lnTo>
                    <a:pt x="910750" y="5069"/>
                  </a:lnTo>
                  <a:lnTo>
                    <a:pt x="968432" y="4878"/>
                  </a:lnTo>
                  <a:lnTo>
                    <a:pt x="1024891" y="4813"/>
                  </a:lnTo>
                  <a:lnTo>
                    <a:pt x="1079041" y="4906"/>
                  </a:lnTo>
                  <a:lnTo>
                    <a:pt x="1129796" y="5187"/>
                  </a:lnTo>
                  <a:lnTo>
                    <a:pt x="1176072" y="5684"/>
                  </a:lnTo>
                  <a:lnTo>
                    <a:pt x="1216781" y="6429"/>
                  </a:lnTo>
                  <a:lnTo>
                    <a:pt x="1287796" y="8617"/>
                  </a:lnTo>
                  <a:lnTo>
                    <a:pt x="1327658" y="9364"/>
                  </a:lnTo>
                  <a:lnTo>
                    <a:pt x="1370214" y="9754"/>
                  </a:lnTo>
                  <a:lnTo>
                    <a:pt x="1415253" y="9849"/>
                  </a:lnTo>
                  <a:lnTo>
                    <a:pt x="1462564" y="9711"/>
                  </a:lnTo>
                  <a:lnTo>
                    <a:pt x="1511936" y="9403"/>
                  </a:lnTo>
                  <a:lnTo>
                    <a:pt x="1563157" y="8986"/>
                  </a:lnTo>
                  <a:lnTo>
                    <a:pt x="1616017" y="8523"/>
                  </a:lnTo>
                  <a:lnTo>
                    <a:pt x="1670303" y="8075"/>
                  </a:lnTo>
                  <a:lnTo>
                    <a:pt x="1725805" y="7706"/>
                  </a:lnTo>
                  <a:lnTo>
                    <a:pt x="1782312" y="7477"/>
                  </a:lnTo>
                  <a:lnTo>
                    <a:pt x="1839612" y="7450"/>
                  </a:lnTo>
                  <a:lnTo>
                    <a:pt x="1896599" y="7232"/>
                  </a:lnTo>
                  <a:lnTo>
                    <a:pt x="1952362" y="6445"/>
                  </a:lnTo>
                  <a:lnTo>
                    <a:pt x="2006986" y="5271"/>
                  </a:lnTo>
                  <a:lnTo>
                    <a:pt x="2060554" y="3894"/>
                  </a:lnTo>
                  <a:lnTo>
                    <a:pt x="2113151" y="2496"/>
                  </a:lnTo>
                  <a:lnTo>
                    <a:pt x="2164859" y="1259"/>
                  </a:lnTo>
                  <a:lnTo>
                    <a:pt x="2215763" y="366"/>
                  </a:lnTo>
                  <a:lnTo>
                    <a:pt x="2265946" y="0"/>
                  </a:lnTo>
                  <a:lnTo>
                    <a:pt x="2315493" y="342"/>
                  </a:lnTo>
                  <a:lnTo>
                    <a:pt x="2364486" y="1576"/>
                  </a:lnTo>
                  <a:lnTo>
                    <a:pt x="2413011" y="3885"/>
                  </a:lnTo>
                  <a:lnTo>
                    <a:pt x="2461150" y="7450"/>
                  </a:lnTo>
                  <a:lnTo>
                    <a:pt x="2498889" y="10326"/>
                  </a:lnTo>
                  <a:lnTo>
                    <a:pt x="2539887" y="12560"/>
                  </a:lnTo>
                  <a:lnTo>
                    <a:pt x="2583828" y="14209"/>
                  </a:lnTo>
                  <a:lnTo>
                    <a:pt x="2630395" y="15326"/>
                  </a:lnTo>
                  <a:lnTo>
                    <a:pt x="2679273" y="15968"/>
                  </a:lnTo>
                  <a:lnTo>
                    <a:pt x="2730146" y="16190"/>
                  </a:lnTo>
                  <a:lnTo>
                    <a:pt x="2782696" y="16047"/>
                  </a:lnTo>
                  <a:lnTo>
                    <a:pt x="2836610" y="15594"/>
                  </a:lnTo>
                  <a:lnTo>
                    <a:pt x="2891569" y="14887"/>
                  </a:lnTo>
                  <a:lnTo>
                    <a:pt x="2947259" y="13980"/>
                  </a:lnTo>
                  <a:lnTo>
                    <a:pt x="3003362" y="12929"/>
                  </a:lnTo>
                  <a:lnTo>
                    <a:pt x="3059564" y="11790"/>
                  </a:lnTo>
                  <a:lnTo>
                    <a:pt x="3115548" y="10617"/>
                  </a:lnTo>
                  <a:lnTo>
                    <a:pt x="3170997" y="9466"/>
                  </a:lnTo>
                  <a:lnTo>
                    <a:pt x="3225597" y="8392"/>
                  </a:lnTo>
                  <a:lnTo>
                    <a:pt x="3279030" y="7450"/>
                  </a:lnTo>
                  <a:lnTo>
                    <a:pt x="3285348" y="62598"/>
                  </a:lnTo>
                  <a:lnTo>
                    <a:pt x="3286561" y="111376"/>
                  </a:lnTo>
                  <a:lnTo>
                    <a:pt x="3284468" y="155954"/>
                  </a:lnTo>
                  <a:lnTo>
                    <a:pt x="3280869" y="198498"/>
                  </a:lnTo>
                  <a:lnTo>
                    <a:pt x="3277564" y="241178"/>
                  </a:lnTo>
                  <a:lnTo>
                    <a:pt x="3276351" y="286162"/>
                  </a:lnTo>
                  <a:lnTo>
                    <a:pt x="3279030" y="335618"/>
                  </a:lnTo>
                  <a:lnTo>
                    <a:pt x="3283545" y="396320"/>
                  </a:lnTo>
                  <a:lnTo>
                    <a:pt x="3285436" y="455389"/>
                  </a:lnTo>
                  <a:lnTo>
                    <a:pt x="3285316" y="511720"/>
                  </a:lnTo>
                  <a:lnTo>
                    <a:pt x="3283799" y="564209"/>
                  </a:lnTo>
                  <a:lnTo>
                    <a:pt x="3281499" y="611752"/>
                  </a:lnTo>
                  <a:lnTo>
                    <a:pt x="3279030" y="653245"/>
                  </a:lnTo>
                  <a:lnTo>
                    <a:pt x="3278827" y="688320"/>
                  </a:lnTo>
                  <a:lnTo>
                    <a:pt x="3280977" y="734224"/>
                  </a:lnTo>
                  <a:lnTo>
                    <a:pt x="3284332" y="787699"/>
                  </a:lnTo>
                  <a:lnTo>
                    <a:pt x="3287745" y="845491"/>
                  </a:lnTo>
                  <a:lnTo>
                    <a:pt x="3290069" y="904343"/>
                  </a:lnTo>
                  <a:lnTo>
                    <a:pt x="3290156" y="960998"/>
                  </a:lnTo>
                  <a:lnTo>
                    <a:pt x="3286859" y="1012200"/>
                  </a:lnTo>
                  <a:lnTo>
                    <a:pt x="3279030" y="1054692"/>
                  </a:lnTo>
                  <a:lnTo>
                    <a:pt x="3219862" y="1056788"/>
                  </a:lnTo>
                  <a:lnTo>
                    <a:pt x="3162516" y="1057962"/>
                  </a:lnTo>
                  <a:lnTo>
                    <a:pt x="3106895" y="1058370"/>
                  </a:lnTo>
                  <a:lnTo>
                    <a:pt x="3052906" y="1058170"/>
                  </a:lnTo>
                  <a:lnTo>
                    <a:pt x="3000453" y="1057515"/>
                  </a:lnTo>
                  <a:lnTo>
                    <a:pt x="2949441" y="1056564"/>
                  </a:lnTo>
                  <a:lnTo>
                    <a:pt x="2899775" y="1055472"/>
                  </a:lnTo>
                  <a:lnTo>
                    <a:pt x="2851360" y="1054394"/>
                  </a:lnTo>
                  <a:lnTo>
                    <a:pt x="2804102" y="1053487"/>
                  </a:lnTo>
                  <a:lnTo>
                    <a:pt x="2757904" y="1052908"/>
                  </a:lnTo>
                  <a:lnTo>
                    <a:pt x="2712672" y="1052811"/>
                  </a:lnTo>
                  <a:lnTo>
                    <a:pt x="2668311" y="1053354"/>
                  </a:lnTo>
                  <a:lnTo>
                    <a:pt x="2624726" y="1054692"/>
                  </a:lnTo>
                  <a:lnTo>
                    <a:pt x="2579769" y="1056349"/>
                  </a:lnTo>
                  <a:lnTo>
                    <a:pt x="2531702" y="1057741"/>
                  </a:lnTo>
                  <a:lnTo>
                    <a:pt x="2481129" y="1058865"/>
                  </a:lnTo>
                  <a:lnTo>
                    <a:pt x="2428654" y="1059718"/>
                  </a:lnTo>
                  <a:lnTo>
                    <a:pt x="2374881" y="1060297"/>
                  </a:lnTo>
                  <a:lnTo>
                    <a:pt x="2320416" y="1060599"/>
                  </a:lnTo>
                  <a:lnTo>
                    <a:pt x="2265863" y="1060621"/>
                  </a:lnTo>
                  <a:lnTo>
                    <a:pt x="2211827" y="1060359"/>
                  </a:lnTo>
                  <a:lnTo>
                    <a:pt x="2158911" y="1059811"/>
                  </a:lnTo>
                  <a:lnTo>
                    <a:pt x="2107721" y="1058974"/>
                  </a:lnTo>
                  <a:lnTo>
                    <a:pt x="2058861" y="1057844"/>
                  </a:lnTo>
                  <a:lnTo>
                    <a:pt x="2012935" y="1056417"/>
                  </a:lnTo>
                  <a:lnTo>
                    <a:pt x="1970549" y="1054692"/>
                  </a:lnTo>
                  <a:lnTo>
                    <a:pt x="1921259" y="1053023"/>
                  </a:lnTo>
                  <a:lnTo>
                    <a:pt x="1869484" y="1052312"/>
                  </a:lnTo>
                  <a:lnTo>
                    <a:pt x="1815966" y="1052349"/>
                  </a:lnTo>
                  <a:lnTo>
                    <a:pt x="1761450" y="1052929"/>
                  </a:lnTo>
                  <a:lnTo>
                    <a:pt x="1706680" y="1053842"/>
                  </a:lnTo>
                  <a:lnTo>
                    <a:pt x="1652402" y="1054881"/>
                  </a:lnTo>
                  <a:lnTo>
                    <a:pt x="1599358" y="1055838"/>
                  </a:lnTo>
                  <a:lnTo>
                    <a:pt x="1548293" y="1056506"/>
                  </a:lnTo>
                  <a:lnTo>
                    <a:pt x="1499951" y="1056676"/>
                  </a:lnTo>
                  <a:lnTo>
                    <a:pt x="1455078" y="1056141"/>
                  </a:lnTo>
                  <a:lnTo>
                    <a:pt x="1414416" y="1054692"/>
                  </a:lnTo>
                  <a:lnTo>
                    <a:pt x="1377303" y="1053513"/>
                  </a:lnTo>
                  <a:lnTo>
                    <a:pt x="1336414" y="1053422"/>
                  </a:lnTo>
                  <a:lnTo>
                    <a:pt x="1292083" y="1054156"/>
                  </a:lnTo>
                  <a:lnTo>
                    <a:pt x="1244640" y="1055454"/>
                  </a:lnTo>
                  <a:lnTo>
                    <a:pt x="1194418" y="1057054"/>
                  </a:lnTo>
                  <a:lnTo>
                    <a:pt x="1141747" y="1058693"/>
                  </a:lnTo>
                  <a:lnTo>
                    <a:pt x="1086959" y="1060110"/>
                  </a:lnTo>
                  <a:lnTo>
                    <a:pt x="1030387" y="1061042"/>
                  </a:lnTo>
                  <a:lnTo>
                    <a:pt x="972361" y="1061229"/>
                  </a:lnTo>
                  <a:lnTo>
                    <a:pt x="913213" y="1060407"/>
                  </a:lnTo>
                  <a:lnTo>
                    <a:pt x="853275" y="1058316"/>
                  </a:lnTo>
                  <a:lnTo>
                    <a:pt x="792878" y="1054692"/>
                  </a:lnTo>
                  <a:lnTo>
                    <a:pt x="743022" y="1051405"/>
                  </a:lnTo>
                  <a:lnTo>
                    <a:pt x="690663" y="1048690"/>
                  </a:lnTo>
                  <a:lnTo>
                    <a:pt x="636294" y="1046524"/>
                  </a:lnTo>
                  <a:lnTo>
                    <a:pt x="580413" y="1044882"/>
                  </a:lnTo>
                  <a:lnTo>
                    <a:pt x="523516" y="1043742"/>
                  </a:lnTo>
                  <a:lnTo>
                    <a:pt x="466098" y="1043079"/>
                  </a:lnTo>
                  <a:lnTo>
                    <a:pt x="408656" y="1042870"/>
                  </a:lnTo>
                  <a:lnTo>
                    <a:pt x="351685" y="1043092"/>
                  </a:lnTo>
                  <a:lnTo>
                    <a:pt x="295682" y="1043719"/>
                  </a:lnTo>
                  <a:lnTo>
                    <a:pt x="241143" y="1044730"/>
                  </a:lnTo>
                  <a:lnTo>
                    <a:pt x="188563" y="1046099"/>
                  </a:lnTo>
                  <a:lnTo>
                    <a:pt x="138440" y="1047804"/>
                  </a:lnTo>
                  <a:lnTo>
                    <a:pt x="91268" y="1049820"/>
                  </a:lnTo>
                  <a:lnTo>
                    <a:pt x="47544" y="1052124"/>
                  </a:lnTo>
                  <a:lnTo>
                    <a:pt x="7764" y="1054692"/>
                  </a:lnTo>
                  <a:lnTo>
                    <a:pt x="7131" y="999068"/>
                  </a:lnTo>
                  <a:lnTo>
                    <a:pt x="5031" y="949968"/>
                  </a:lnTo>
                  <a:lnTo>
                    <a:pt x="2472" y="904929"/>
                  </a:lnTo>
                  <a:lnTo>
                    <a:pt x="459" y="861488"/>
                  </a:lnTo>
                  <a:lnTo>
                    <a:pt x="0" y="817180"/>
                  </a:lnTo>
                  <a:lnTo>
                    <a:pt x="2099" y="769542"/>
                  </a:lnTo>
                  <a:lnTo>
                    <a:pt x="7764" y="716110"/>
                  </a:lnTo>
                  <a:lnTo>
                    <a:pt x="15287" y="651343"/>
                  </a:lnTo>
                  <a:lnTo>
                    <a:pt x="19730" y="590695"/>
                  </a:lnTo>
                  <a:lnTo>
                    <a:pt x="21147" y="534627"/>
                  </a:lnTo>
                  <a:lnTo>
                    <a:pt x="19589" y="483597"/>
                  </a:lnTo>
                  <a:lnTo>
                    <a:pt x="15110" y="438062"/>
                  </a:lnTo>
                  <a:lnTo>
                    <a:pt x="7764" y="398483"/>
                  </a:lnTo>
                  <a:lnTo>
                    <a:pt x="3180" y="368044"/>
                  </a:lnTo>
                  <a:lnTo>
                    <a:pt x="1906" y="331705"/>
                  </a:lnTo>
                  <a:lnTo>
                    <a:pt x="2942" y="289782"/>
                  </a:lnTo>
                  <a:lnTo>
                    <a:pt x="5287" y="242591"/>
                  </a:lnTo>
                  <a:lnTo>
                    <a:pt x="7942" y="190446"/>
                  </a:lnTo>
                  <a:lnTo>
                    <a:pt x="9907" y="133664"/>
                  </a:lnTo>
                  <a:lnTo>
                    <a:pt x="10181" y="72560"/>
                  </a:lnTo>
                  <a:lnTo>
                    <a:pt x="7764" y="7450"/>
                  </a:lnTo>
                  <a:close/>
                </a:path>
                <a:path w="3290569" h="1064260">
                  <a:moveTo>
                    <a:pt x="7764" y="7450"/>
                  </a:moveTo>
                  <a:lnTo>
                    <a:pt x="45938" y="11926"/>
                  </a:lnTo>
                  <a:lnTo>
                    <a:pt x="86386" y="15630"/>
                  </a:lnTo>
                  <a:lnTo>
                    <a:pt x="129038" y="18568"/>
                  </a:lnTo>
                  <a:lnTo>
                    <a:pt x="173829" y="20748"/>
                  </a:lnTo>
                  <a:lnTo>
                    <a:pt x="220692" y="22177"/>
                  </a:lnTo>
                  <a:lnTo>
                    <a:pt x="269557" y="22862"/>
                  </a:lnTo>
                  <a:lnTo>
                    <a:pt x="320359" y="22811"/>
                  </a:lnTo>
                  <a:lnTo>
                    <a:pt x="373030" y="22031"/>
                  </a:lnTo>
                  <a:lnTo>
                    <a:pt x="427503" y="20529"/>
                  </a:lnTo>
                  <a:lnTo>
                    <a:pt x="483711" y="18313"/>
                  </a:lnTo>
                  <a:lnTo>
                    <a:pt x="541586" y="15390"/>
                  </a:lnTo>
                  <a:lnTo>
                    <a:pt x="601061" y="11766"/>
                  </a:lnTo>
                  <a:lnTo>
                    <a:pt x="662068" y="7450"/>
                  </a:lnTo>
                  <a:lnTo>
                    <a:pt x="730662" y="3205"/>
                  </a:lnTo>
                  <a:lnTo>
                    <a:pt x="791482" y="1123"/>
                  </a:lnTo>
                  <a:lnTo>
                    <a:pt x="845915" y="766"/>
                  </a:lnTo>
                  <a:lnTo>
                    <a:pt x="895350" y="1695"/>
                  </a:lnTo>
                  <a:lnTo>
                    <a:pt x="941176" y="3474"/>
                  </a:lnTo>
                  <a:lnTo>
                    <a:pt x="984780" y="5664"/>
                  </a:lnTo>
                  <a:lnTo>
                    <a:pt x="1027552" y="7827"/>
                  </a:lnTo>
                  <a:lnTo>
                    <a:pt x="1070879" y="9525"/>
                  </a:lnTo>
                  <a:lnTo>
                    <a:pt x="1116149" y="10320"/>
                  </a:lnTo>
                  <a:lnTo>
                    <a:pt x="1164751" y="9775"/>
                  </a:lnTo>
                  <a:lnTo>
                    <a:pt x="1218074" y="7450"/>
                  </a:lnTo>
                  <a:lnTo>
                    <a:pt x="1268454" y="4870"/>
                  </a:lnTo>
                  <a:lnTo>
                    <a:pt x="1316985" y="3146"/>
                  </a:lnTo>
                  <a:lnTo>
                    <a:pt x="1364150" y="2164"/>
                  </a:lnTo>
                  <a:lnTo>
                    <a:pt x="1410432" y="1806"/>
                  </a:lnTo>
                  <a:lnTo>
                    <a:pt x="1456315" y="1956"/>
                  </a:lnTo>
                  <a:lnTo>
                    <a:pt x="1502284" y="2497"/>
                  </a:lnTo>
                  <a:lnTo>
                    <a:pt x="1548822" y="3314"/>
                  </a:lnTo>
                  <a:lnTo>
                    <a:pt x="1596412" y="4289"/>
                  </a:lnTo>
                  <a:lnTo>
                    <a:pt x="1645538" y="5307"/>
                  </a:lnTo>
                  <a:lnTo>
                    <a:pt x="1696685" y="6251"/>
                  </a:lnTo>
                  <a:lnTo>
                    <a:pt x="1750335" y="7004"/>
                  </a:lnTo>
                  <a:lnTo>
                    <a:pt x="1806973" y="7450"/>
                  </a:lnTo>
                  <a:lnTo>
                    <a:pt x="1863950" y="7477"/>
                  </a:lnTo>
                  <a:lnTo>
                    <a:pt x="1918577" y="7071"/>
                  </a:lnTo>
                  <a:lnTo>
                    <a:pt x="1971275" y="6361"/>
                  </a:lnTo>
                  <a:lnTo>
                    <a:pt x="2022468" y="5475"/>
                  </a:lnTo>
                  <a:lnTo>
                    <a:pt x="2072579" y="4541"/>
                  </a:lnTo>
                  <a:lnTo>
                    <a:pt x="2122028" y="3688"/>
                  </a:lnTo>
                  <a:lnTo>
                    <a:pt x="2171240" y="3044"/>
                  </a:lnTo>
                  <a:lnTo>
                    <a:pt x="2220635" y="2737"/>
                  </a:lnTo>
                  <a:lnTo>
                    <a:pt x="2270638" y="2896"/>
                  </a:lnTo>
                  <a:lnTo>
                    <a:pt x="2321670" y="3649"/>
                  </a:lnTo>
                  <a:lnTo>
                    <a:pt x="2374153" y="5124"/>
                  </a:lnTo>
                  <a:lnTo>
                    <a:pt x="2428511" y="7450"/>
                  </a:lnTo>
                  <a:lnTo>
                    <a:pt x="2467711" y="9019"/>
                  </a:lnTo>
                  <a:lnTo>
                    <a:pt x="2507230" y="9812"/>
                  </a:lnTo>
                  <a:lnTo>
                    <a:pt x="2547277" y="9945"/>
                  </a:lnTo>
                  <a:lnTo>
                    <a:pt x="2588057" y="9535"/>
                  </a:lnTo>
                  <a:lnTo>
                    <a:pt x="2629778" y="8697"/>
                  </a:lnTo>
                  <a:lnTo>
                    <a:pt x="2672646" y="7547"/>
                  </a:lnTo>
                  <a:lnTo>
                    <a:pt x="2716867" y="6202"/>
                  </a:lnTo>
                  <a:lnTo>
                    <a:pt x="2762650" y="4776"/>
                  </a:lnTo>
                  <a:lnTo>
                    <a:pt x="2810199" y="3385"/>
                  </a:lnTo>
                  <a:lnTo>
                    <a:pt x="2859723" y="2147"/>
                  </a:lnTo>
                  <a:lnTo>
                    <a:pt x="2911427" y="1175"/>
                  </a:lnTo>
                  <a:lnTo>
                    <a:pt x="2965519" y="587"/>
                  </a:lnTo>
                  <a:lnTo>
                    <a:pt x="3022206" y="498"/>
                  </a:lnTo>
                  <a:lnTo>
                    <a:pt x="3081693" y="1024"/>
                  </a:lnTo>
                  <a:lnTo>
                    <a:pt x="3144189" y="2281"/>
                  </a:lnTo>
                  <a:lnTo>
                    <a:pt x="3209899" y="4384"/>
                  </a:lnTo>
                  <a:lnTo>
                    <a:pt x="3279030" y="7450"/>
                  </a:lnTo>
                  <a:lnTo>
                    <a:pt x="3278783" y="55704"/>
                  </a:lnTo>
                  <a:lnTo>
                    <a:pt x="3278324" y="110311"/>
                  </a:lnTo>
                  <a:lnTo>
                    <a:pt x="3277887" y="168439"/>
                  </a:lnTo>
                  <a:lnTo>
                    <a:pt x="3277703" y="227254"/>
                  </a:lnTo>
                  <a:lnTo>
                    <a:pt x="3278007" y="283925"/>
                  </a:lnTo>
                  <a:lnTo>
                    <a:pt x="3279030" y="335618"/>
                  </a:lnTo>
                  <a:lnTo>
                    <a:pt x="3278737" y="380766"/>
                  </a:lnTo>
                  <a:lnTo>
                    <a:pt x="3276264" y="431623"/>
                  </a:lnTo>
                  <a:lnTo>
                    <a:pt x="3272978" y="485408"/>
                  </a:lnTo>
                  <a:lnTo>
                    <a:pt x="3270246" y="539339"/>
                  </a:lnTo>
                  <a:lnTo>
                    <a:pt x="3269433" y="590636"/>
                  </a:lnTo>
                  <a:lnTo>
                    <a:pt x="3271905" y="636517"/>
                  </a:lnTo>
                  <a:lnTo>
                    <a:pt x="3279030" y="674200"/>
                  </a:lnTo>
                  <a:lnTo>
                    <a:pt x="3285692" y="708948"/>
                  </a:lnTo>
                  <a:lnTo>
                    <a:pt x="3288870" y="753869"/>
                  </a:lnTo>
                  <a:lnTo>
                    <a:pt x="3289355" y="805708"/>
                  </a:lnTo>
                  <a:lnTo>
                    <a:pt x="3287936" y="861208"/>
                  </a:lnTo>
                  <a:lnTo>
                    <a:pt x="3285403" y="917112"/>
                  </a:lnTo>
                  <a:lnTo>
                    <a:pt x="3282548" y="970166"/>
                  </a:lnTo>
                  <a:lnTo>
                    <a:pt x="3280160" y="1017111"/>
                  </a:lnTo>
                  <a:lnTo>
                    <a:pt x="3279030" y="1054692"/>
                  </a:lnTo>
                  <a:lnTo>
                    <a:pt x="3232560" y="1054551"/>
                  </a:lnTo>
                  <a:lnTo>
                    <a:pt x="3186900" y="1054974"/>
                  </a:lnTo>
                  <a:lnTo>
                    <a:pt x="3141517" y="1055799"/>
                  </a:lnTo>
                  <a:lnTo>
                    <a:pt x="3095877" y="1056865"/>
                  </a:lnTo>
                  <a:lnTo>
                    <a:pt x="3049447" y="1058010"/>
                  </a:lnTo>
                  <a:lnTo>
                    <a:pt x="3001694" y="1059074"/>
                  </a:lnTo>
                  <a:lnTo>
                    <a:pt x="2952083" y="1059893"/>
                  </a:lnTo>
                  <a:lnTo>
                    <a:pt x="2900081" y="1060308"/>
                  </a:lnTo>
                  <a:lnTo>
                    <a:pt x="2845154" y="1060157"/>
                  </a:lnTo>
                  <a:lnTo>
                    <a:pt x="2786770" y="1059278"/>
                  </a:lnTo>
                  <a:lnTo>
                    <a:pt x="2724393" y="1057510"/>
                  </a:lnTo>
                  <a:lnTo>
                    <a:pt x="2657492" y="1054692"/>
                  </a:lnTo>
                  <a:lnTo>
                    <a:pt x="2596992" y="1051718"/>
                  </a:lnTo>
                  <a:lnTo>
                    <a:pt x="2542691" y="1049095"/>
                  </a:lnTo>
                  <a:lnTo>
                    <a:pt x="2493359" y="1046862"/>
                  </a:lnTo>
                  <a:lnTo>
                    <a:pt x="2447769" y="1045059"/>
                  </a:lnTo>
                  <a:lnTo>
                    <a:pt x="2404692" y="1043725"/>
                  </a:lnTo>
                  <a:lnTo>
                    <a:pt x="2362901" y="1042900"/>
                  </a:lnTo>
                  <a:lnTo>
                    <a:pt x="2321167" y="1042623"/>
                  </a:lnTo>
                  <a:lnTo>
                    <a:pt x="2278262" y="1042934"/>
                  </a:lnTo>
                  <a:lnTo>
                    <a:pt x="2232958" y="1043873"/>
                  </a:lnTo>
                  <a:lnTo>
                    <a:pt x="2184026" y="1045478"/>
                  </a:lnTo>
                  <a:lnTo>
                    <a:pt x="2130240" y="1047790"/>
                  </a:lnTo>
                  <a:lnTo>
                    <a:pt x="2070370" y="1050849"/>
                  </a:lnTo>
                  <a:lnTo>
                    <a:pt x="2003188" y="1054692"/>
                  </a:lnTo>
                  <a:lnTo>
                    <a:pt x="1936260" y="1058386"/>
                  </a:lnTo>
                  <a:lnTo>
                    <a:pt x="1877067" y="1061044"/>
                  </a:lnTo>
                  <a:lnTo>
                    <a:pt x="1824255" y="1062782"/>
                  </a:lnTo>
                  <a:lnTo>
                    <a:pt x="1776468" y="1063713"/>
                  </a:lnTo>
                  <a:lnTo>
                    <a:pt x="1732353" y="1063953"/>
                  </a:lnTo>
                  <a:lnTo>
                    <a:pt x="1690553" y="1063615"/>
                  </a:lnTo>
                  <a:lnTo>
                    <a:pt x="1649715" y="1062813"/>
                  </a:lnTo>
                  <a:lnTo>
                    <a:pt x="1608484" y="1061664"/>
                  </a:lnTo>
                  <a:lnTo>
                    <a:pt x="1565504" y="1060280"/>
                  </a:lnTo>
                  <a:lnTo>
                    <a:pt x="1519422" y="1058776"/>
                  </a:lnTo>
                  <a:lnTo>
                    <a:pt x="1468882" y="1057267"/>
                  </a:lnTo>
                  <a:lnTo>
                    <a:pt x="1412530" y="1055868"/>
                  </a:lnTo>
                  <a:lnTo>
                    <a:pt x="1349011" y="1054692"/>
                  </a:lnTo>
                  <a:lnTo>
                    <a:pt x="1287112" y="1054118"/>
                  </a:lnTo>
                  <a:lnTo>
                    <a:pt x="1226963" y="1054252"/>
                  </a:lnTo>
                  <a:lnTo>
                    <a:pt x="1168621" y="1054940"/>
                  </a:lnTo>
                  <a:lnTo>
                    <a:pt x="1112142" y="1056025"/>
                  </a:lnTo>
                  <a:lnTo>
                    <a:pt x="1057581" y="1057354"/>
                  </a:lnTo>
                  <a:lnTo>
                    <a:pt x="1004995" y="1058771"/>
                  </a:lnTo>
                  <a:lnTo>
                    <a:pt x="954438" y="1060121"/>
                  </a:lnTo>
                  <a:lnTo>
                    <a:pt x="905967" y="1061250"/>
                  </a:lnTo>
                  <a:lnTo>
                    <a:pt x="859637" y="1062003"/>
                  </a:lnTo>
                  <a:lnTo>
                    <a:pt x="815505" y="1062223"/>
                  </a:lnTo>
                  <a:lnTo>
                    <a:pt x="773627" y="1061758"/>
                  </a:lnTo>
                  <a:lnTo>
                    <a:pt x="734057" y="1060450"/>
                  </a:lnTo>
                  <a:lnTo>
                    <a:pt x="696852" y="1058147"/>
                  </a:lnTo>
                  <a:lnTo>
                    <a:pt x="662068" y="1054692"/>
                  </a:lnTo>
                  <a:lnTo>
                    <a:pt x="622994" y="1050973"/>
                  </a:lnTo>
                  <a:lnTo>
                    <a:pt x="578712" y="1048546"/>
                  </a:lnTo>
                  <a:lnTo>
                    <a:pt x="530128" y="1047227"/>
                  </a:lnTo>
                  <a:lnTo>
                    <a:pt x="478153" y="1046832"/>
                  </a:lnTo>
                  <a:lnTo>
                    <a:pt x="423696" y="1047180"/>
                  </a:lnTo>
                  <a:lnTo>
                    <a:pt x="367666" y="1048086"/>
                  </a:lnTo>
                  <a:lnTo>
                    <a:pt x="310972" y="1049368"/>
                  </a:lnTo>
                  <a:lnTo>
                    <a:pt x="254522" y="1050842"/>
                  </a:lnTo>
                  <a:lnTo>
                    <a:pt x="199226" y="1052326"/>
                  </a:lnTo>
                  <a:lnTo>
                    <a:pt x="145994" y="1053636"/>
                  </a:lnTo>
                  <a:lnTo>
                    <a:pt x="95733" y="1054589"/>
                  </a:lnTo>
                  <a:lnTo>
                    <a:pt x="49353" y="1055002"/>
                  </a:lnTo>
                  <a:lnTo>
                    <a:pt x="7764" y="1054692"/>
                  </a:lnTo>
                  <a:lnTo>
                    <a:pt x="3359" y="989846"/>
                  </a:lnTo>
                  <a:lnTo>
                    <a:pt x="1321" y="928598"/>
                  </a:lnTo>
                  <a:lnTo>
                    <a:pt x="1113" y="871189"/>
                  </a:lnTo>
                  <a:lnTo>
                    <a:pt x="2192" y="817859"/>
                  </a:lnTo>
                  <a:lnTo>
                    <a:pt x="4021" y="768848"/>
                  </a:lnTo>
                  <a:lnTo>
                    <a:pt x="6058" y="724395"/>
                  </a:lnTo>
                  <a:lnTo>
                    <a:pt x="7764" y="684741"/>
                  </a:lnTo>
                  <a:lnTo>
                    <a:pt x="9777" y="644156"/>
                  </a:lnTo>
                  <a:lnTo>
                    <a:pt x="12529" y="598177"/>
                  </a:lnTo>
                  <a:lnTo>
                    <a:pt x="15175" y="548781"/>
                  </a:lnTo>
                  <a:lnTo>
                    <a:pt x="16868" y="497945"/>
                  </a:lnTo>
                  <a:lnTo>
                    <a:pt x="16761" y="447647"/>
                  </a:lnTo>
                  <a:lnTo>
                    <a:pt x="14009" y="399864"/>
                  </a:lnTo>
                  <a:lnTo>
                    <a:pt x="7764" y="356573"/>
                  </a:lnTo>
                  <a:lnTo>
                    <a:pt x="2539" y="315794"/>
                  </a:lnTo>
                  <a:lnTo>
                    <a:pt x="2166" y="273586"/>
                  </a:lnTo>
                  <a:lnTo>
                    <a:pt x="4778" y="228987"/>
                  </a:lnTo>
                  <a:lnTo>
                    <a:pt x="8510" y="181036"/>
                  </a:lnTo>
                  <a:lnTo>
                    <a:pt x="11496" y="128771"/>
                  </a:lnTo>
                  <a:lnTo>
                    <a:pt x="11869" y="71230"/>
                  </a:lnTo>
                  <a:lnTo>
                    <a:pt x="7764" y="7450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9" name="object 79"/>
          <p:cNvSpPr txBox="1"/>
          <p:nvPr/>
        </p:nvSpPr>
        <p:spPr>
          <a:xfrm>
            <a:off x="12509372" y="3104283"/>
            <a:ext cx="2872105" cy="84836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86055">
              <a:lnSpc>
                <a:spcPct val="100000"/>
              </a:lnSpc>
              <a:spcBef>
                <a:spcPts val="655"/>
              </a:spcBef>
            </a:pPr>
            <a:r>
              <a:rPr sz="1500" b="1" dirty="0">
                <a:solidFill>
                  <a:srgbClr val="FFFFFF"/>
                </a:solidFill>
                <a:latin typeface="Malgun Gothic"/>
                <a:cs typeface="Malgun Gothic"/>
              </a:rPr>
              <a:t>Custom</a:t>
            </a:r>
            <a:r>
              <a:rPr sz="15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Malgun Gothic"/>
                <a:cs typeface="Malgun Gothic"/>
              </a:rPr>
              <a:t>JDBC</a:t>
            </a:r>
            <a:r>
              <a:rPr sz="150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dirty="0">
                <a:solidFill>
                  <a:srgbClr val="FFFFFF"/>
                </a:solidFill>
                <a:latin typeface="Malgun Gothic"/>
                <a:cs typeface="Malgun Gothic"/>
              </a:rPr>
              <a:t>Sink</a:t>
            </a:r>
            <a:r>
              <a:rPr sz="1500" b="1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b="1" spc="-10" dirty="0">
                <a:solidFill>
                  <a:srgbClr val="FFFFFF"/>
                </a:solidFill>
                <a:latin typeface="Malgun Gothic"/>
                <a:cs typeface="Malgun Gothic"/>
              </a:rPr>
              <a:t>Connector</a:t>
            </a:r>
            <a:endParaRPr sz="1500">
              <a:latin typeface="Malgun Gothic"/>
              <a:cs typeface="Malgun Gothic"/>
            </a:endParaRPr>
          </a:p>
          <a:p>
            <a:pPr marL="245745" indent="-233045">
              <a:lnSpc>
                <a:spcPct val="100000"/>
              </a:lnSpc>
              <a:spcBef>
                <a:spcPts val="480"/>
              </a:spcBef>
              <a:buSzPct val="91666"/>
              <a:buFont typeface="Arial"/>
              <a:buChar char="•"/>
              <a:tabLst>
                <a:tab pos="245745" algn="l"/>
              </a:tabLst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DB</a:t>
            </a:r>
            <a:r>
              <a:rPr sz="1200" spc="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Commit</a:t>
            </a:r>
            <a:r>
              <a:rPr sz="1200" spc="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간격</a:t>
            </a:r>
            <a:r>
              <a:rPr sz="1200" spc="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조정</a:t>
            </a:r>
            <a:r>
              <a:rPr sz="1200" spc="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기능</a:t>
            </a:r>
            <a:r>
              <a:rPr sz="1200" spc="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추가</a:t>
            </a:r>
            <a:endParaRPr sz="1200">
              <a:latin typeface="Malgun Gothic"/>
              <a:cs typeface="Malgun Gothic"/>
            </a:endParaRPr>
          </a:p>
          <a:p>
            <a:pPr marL="245745" indent="-233045">
              <a:lnSpc>
                <a:spcPct val="100000"/>
              </a:lnSpc>
              <a:spcBef>
                <a:spcPts val="760"/>
              </a:spcBef>
              <a:buSzPct val="91666"/>
              <a:buFont typeface="Arial"/>
              <a:buChar char="•"/>
              <a:tabLst>
                <a:tab pos="245745" algn="l"/>
              </a:tabLst>
            </a:pP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DB</a:t>
            </a:r>
            <a:r>
              <a:rPr sz="1200" spc="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Commit</a:t>
            </a:r>
            <a:r>
              <a:rPr sz="1200" spc="4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건수</a:t>
            </a:r>
            <a:r>
              <a:rPr sz="1200" spc="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지정</a:t>
            </a:r>
            <a:r>
              <a:rPr sz="1200" spc="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FFFFFF"/>
                </a:solidFill>
                <a:latin typeface="Malgun Gothic"/>
                <a:cs typeface="Malgun Gothic"/>
              </a:rPr>
              <a:t>기능</a:t>
            </a:r>
            <a:r>
              <a:rPr sz="1200" spc="5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Malgun Gothic"/>
                <a:cs typeface="Malgun Gothic"/>
              </a:rPr>
              <a:t>추가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2391897" y="3645027"/>
            <a:ext cx="918210" cy="3793490"/>
          </a:xfrm>
          <a:custGeom>
            <a:avLst/>
            <a:gdLst/>
            <a:ahLst/>
            <a:cxnLst/>
            <a:rect l="l" t="t" r="r" b="b"/>
            <a:pathLst>
              <a:path w="918209" h="3793490">
                <a:moveTo>
                  <a:pt x="842568" y="3759237"/>
                </a:moveTo>
                <a:lnTo>
                  <a:pt x="835025" y="3792981"/>
                </a:lnTo>
                <a:lnTo>
                  <a:pt x="917701" y="3772408"/>
                </a:lnTo>
                <a:lnTo>
                  <a:pt x="906176" y="3763010"/>
                </a:lnTo>
                <a:lnTo>
                  <a:pt x="854201" y="3763010"/>
                </a:lnTo>
                <a:lnTo>
                  <a:pt x="842568" y="3759237"/>
                </a:lnTo>
                <a:close/>
              </a:path>
              <a:path w="918209" h="3793490">
                <a:moveTo>
                  <a:pt x="844654" y="3749907"/>
                </a:moveTo>
                <a:lnTo>
                  <a:pt x="842568" y="3759237"/>
                </a:lnTo>
                <a:lnTo>
                  <a:pt x="854201" y="3763010"/>
                </a:lnTo>
                <a:lnTo>
                  <a:pt x="857250" y="3753993"/>
                </a:lnTo>
                <a:lnTo>
                  <a:pt x="844654" y="3749907"/>
                </a:lnTo>
                <a:close/>
              </a:path>
              <a:path w="918209" h="3793490">
                <a:moveTo>
                  <a:pt x="851661" y="3718560"/>
                </a:moveTo>
                <a:lnTo>
                  <a:pt x="844654" y="3749907"/>
                </a:lnTo>
                <a:lnTo>
                  <a:pt x="857250" y="3753993"/>
                </a:lnTo>
                <a:lnTo>
                  <a:pt x="854201" y="3763010"/>
                </a:lnTo>
                <a:lnTo>
                  <a:pt x="906176" y="3763010"/>
                </a:lnTo>
                <a:lnTo>
                  <a:pt x="851661" y="3718560"/>
                </a:lnTo>
                <a:close/>
              </a:path>
              <a:path w="918209" h="3793490">
                <a:moveTo>
                  <a:pt x="9525" y="0"/>
                </a:moveTo>
                <a:lnTo>
                  <a:pt x="0" y="0"/>
                </a:lnTo>
                <a:lnTo>
                  <a:pt x="1397" y="176784"/>
                </a:lnTo>
                <a:lnTo>
                  <a:pt x="5328" y="353060"/>
                </a:lnTo>
                <a:lnTo>
                  <a:pt x="11670" y="528701"/>
                </a:lnTo>
                <a:lnTo>
                  <a:pt x="20548" y="703326"/>
                </a:lnTo>
                <a:lnTo>
                  <a:pt x="31709" y="876681"/>
                </a:lnTo>
                <a:lnTo>
                  <a:pt x="45152" y="1048258"/>
                </a:lnTo>
                <a:lnTo>
                  <a:pt x="60762" y="1217676"/>
                </a:lnTo>
                <a:lnTo>
                  <a:pt x="78378" y="1384681"/>
                </a:lnTo>
                <a:lnTo>
                  <a:pt x="98175" y="1549019"/>
                </a:lnTo>
                <a:lnTo>
                  <a:pt x="119887" y="1711452"/>
                </a:lnTo>
                <a:lnTo>
                  <a:pt x="143382" y="1869186"/>
                </a:lnTo>
                <a:lnTo>
                  <a:pt x="168528" y="2023364"/>
                </a:lnTo>
                <a:lnTo>
                  <a:pt x="195452" y="2173224"/>
                </a:lnTo>
                <a:lnTo>
                  <a:pt x="223900" y="2318639"/>
                </a:lnTo>
                <a:lnTo>
                  <a:pt x="254000" y="2459228"/>
                </a:lnTo>
                <a:lnTo>
                  <a:pt x="285369" y="2594610"/>
                </a:lnTo>
                <a:lnTo>
                  <a:pt x="318261" y="2724531"/>
                </a:lnTo>
                <a:lnTo>
                  <a:pt x="335152" y="2787269"/>
                </a:lnTo>
                <a:lnTo>
                  <a:pt x="352298" y="2848610"/>
                </a:lnTo>
                <a:lnTo>
                  <a:pt x="369697" y="2908300"/>
                </a:lnTo>
                <a:lnTo>
                  <a:pt x="387476" y="2966466"/>
                </a:lnTo>
                <a:lnTo>
                  <a:pt x="405510" y="3022854"/>
                </a:lnTo>
                <a:lnTo>
                  <a:pt x="423799" y="3077718"/>
                </a:lnTo>
                <a:lnTo>
                  <a:pt x="442213" y="3130677"/>
                </a:lnTo>
                <a:lnTo>
                  <a:pt x="461009" y="3181985"/>
                </a:lnTo>
                <a:lnTo>
                  <a:pt x="480059" y="3231515"/>
                </a:lnTo>
                <a:lnTo>
                  <a:pt x="499236" y="3279267"/>
                </a:lnTo>
                <a:lnTo>
                  <a:pt x="518795" y="3324987"/>
                </a:lnTo>
                <a:lnTo>
                  <a:pt x="538352" y="3368802"/>
                </a:lnTo>
                <a:lnTo>
                  <a:pt x="558165" y="3410585"/>
                </a:lnTo>
                <a:lnTo>
                  <a:pt x="578230" y="3450336"/>
                </a:lnTo>
                <a:lnTo>
                  <a:pt x="598424" y="3488181"/>
                </a:lnTo>
                <a:lnTo>
                  <a:pt x="618744" y="3523742"/>
                </a:lnTo>
                <a:lnTo>
                  <a:pt x="639317" y="3557270"/>
                </a:lnTo>
                <a:lnTo>
                  <a:pt x="680719" y="3617722"/>
                </a:lnTo>
                <a:lnTo>
                  <a:pt x="722757" y="3668903"/>
                </a:lnTo>
                <a:lnTo>
                  <a:pt x="765301" y="3710686"/>
                </a:lnTo>
                <a:lnTo>
                  <a:pt x="808228" y="3742817"/>
                </a:lnTo>
                <a:lnTo>
                  <a:pt x="842568" y="3759237"/>
                </a:lnTo>
                <a:lnTo>
                  <a:pt x="844654" y="3749907"/>
                </a:lnTo>
                <a:lnTo>
                  <a:pt x="834929" y="3746754"/>
                </a:lnTo>
                <a:lnTo>
                  <a:pt x="834517" y="3746754"/>
                </a:lnTo>
                <a:lnTo>
                  <a:pt x="833886" y="3746438"/>
                </a:lnTo>
                <a:lnTo>
                  <a:pt x="792607" y="3720592"/>
                </a:lnTo>
                <a:lnTo>
                  <a:pt x="750823" y="3684397"/>
                </a:lnTo>
                <a:lnTo>
                  <a:pt x="709167" y="3638550"/>
                </a:lnTo>
                <a:lnTo>
                  <a:pt x="667892" y="3583304"/>
                </a:lnTo>
                <a:lnTo>
                  <a:pt x="626998" y="3519043"/>
                </a:lnTo>
                <a:lnTo>
                  <a:pt x="606805" y="3483737"/>
                </a:lnTo>
                <a:lnTo>
                  <a:pt x="586740" y="3446145"/>
                </a:lnTo>
                <a:lnTo>
                  <a:pt x="566801" y="3406521"/>
                </a:lnTo>
                <a:lnTo>
                  <a:pt x="546988" y="3364865"/>
                </a:lnTo>
                <a:lnTo>
                  <a:pt x="527557" y="3321177"/>
                </a:lnTo>
                <a:lnTo>
                  <a:pt x="508126" y="3275711"/>
                </a:lnTo>
                <a:lnTo>
                  <a:pt x="488950" y="3228086"/>
                </a:lnTo>
                <a:lnTo>
                  <a:pt x="470026" y="3178810"/>
                </a:lnTo>
                <a:lnTo>
                  <a:pt x="451230" y="3127629"/>
                </a:lnTo>
                <a:lnTo>
                  <a:pt x="432816" y="3074670"/>
                </a:lnTo>
                <a:lnTo>
                  <a:pt x="414527" y="3019933"/>
                </a:lnTo>
                <a:lnTo>
                  <a:pt x="396494" y="2963672"/>
                </a:lnTo>
                <a:lnTo>
                  <a:pt x="378841" y="2905633"/>
                </a:lnTo>
                <a:lnTo>
                  <a:pt x="361442" y="2846070"/>
                </a:lnTo>
                <a:lnTo>
                  <a:pt x="344297" y="2784856"/>
                </a:lnTo>
                <a:lnTo>
                  <a:pt x="327405" y="2722245"/>
                </a:lnTo>
                <a:lnTo>
                  <a:pt x="294767" y="2592451"/>
                </a:lnTo>
                <a:lnTo>
                  <a:pt x="263271" y="2457196"/>
                </a:lnTo>
                <a:lnTo>
                  <a:pt x="233299" y="2316861"/>
                </a:lnTo>
                <a:lnTo>
                  <a:pt x="204850" y="2171573"/>
                </a:lnTo>
                <a:lnTo>
                  <a:pt x="178053" y="2021713"/>
                </a:lnTo>
                <a:lnTo>
                  <a:pt x="152780" y="1867789"/>
                </a:lnTo>
                <a:lnTo>
                  <a:pt x="129285" y="1710182"/>
                </a:lnTo>
                <a:lnTo>
                  <a:pt x="107696" y="1549019"/>
                </a:lnTo>
                <a:lnTo>
                  <a:pt x="88132" y="1385697"/>
                </a:lnTo>
                <a:lnTo>
                  <a:pt x="70438" y="1218438"/>
                </a:lnTo>
                <a:lnTo>
                  <a:pt x="54807" y="1049020"/>
                </a:lnTo>
                <a:lnTo>
                  <a:pt x="41324" y="877315"/>
                </a:lnTo>
                <a:lnTo>
                  <a:pt x="30005" y="703834"/>
                </a:lnTo>
                <a:lnTo>
                  <a:pt x="21228" y="529082"/>
                </a:lnTo>
                <a:lnTo>
                  <a:pt x="14741" y="353313"/>
                </a:lnTo>
                <a:lnTo>
                  <a:pt x="10922" y="176784"/>
                </a:lnTo>
                <a:lnTo>
                  <a:pt x="9525" y="0"/>
                </a:lnTo>
                <a:close/>
              </a:path>
              <a:path w="918209" h="3793490">
                <a:moveTo>
                  <a:pt x="833957" y="3746438"/>
                </a:moveTo>
                <a:lnTo>
                  <a:pt x="834517" y="3746754"/>
                </a:lnTo>
                <a:lnTo>
                  <a:pt x="834929" y="3746754"/>
                </a:lnTo>
                <a:lnTo>
                  <a:pt x="833957" y="3746438"/>
                </a:lnTo>
                <a:close/>
              </a:path>
            </a:pathLst>
          </a:custGeom>
          <a:solidFill>
            <a:srgbClr val="007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65</a:t>
            </a:fld>
            <a:endParaRPr spc="-2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e커머스</a:t>
            </a:r>
            <a:r>
              <a:rPr spc="30" dirty="0"/>
              <a:t> </a:t>
            </a:r>
            <a:r>
              <a:rPr dirty="0"/>
              <a:t>(데이터</a:t>
            </a:r>
            <a:r>
              <a:rPr spc="30" dirty="0"/>
              <a:t> </a:t>
            </a:r>
            <a:r>
              <a:rPr dirty="0"/>
              <a:t>파이프</a:t>
            </a:r>
            <a:r>
              <a:rPr spc="15" dirty="0"/>
              <a:t> </a:t>
            </a:r>
            <a:r>
              <a:rPr dirty="0"/>
              <a:t>라인</a:t>
            </a:r>
            <a:r>
              <a:rPr spc="15" dirty="0"/>
              <a:t> </a:t>
            </a:r>
            <a:r>
              <a:rPr dirty="0"/>
              <a:t>개선</a:t>
            </a:r>
            <a:r>
              <a:rPr spc="10" dirty="0"/>
              <a:t> </a:t>
            </a:r>
            <a:r>
              <a:rPr spc="-10" dirty="0"/>
              <a:t>프로젝트)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09673"/>
            <a:ext cx="13239750" cy="1020444"/>
            <a:chOff x="2524251" y="1709673"/>
            <a:chExt cx="13239750" cy="1020444"/>
          </a:xfrm>
        </p:grpSpPr>
        <p:sp>
          <p:nvSpPr>
            <p:cNvPr id="5" name="object 5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13058775" y="0"/>
                  </a:moveTo>
                  <a:lnTo>
                    <a:pt x="168021" y="0"/>
                  </a:lnTo>
                  <a:lnTo>
                    <a:pt x="123339" y="6007"/>
                  </a:lnTo>
                  <a:lnTo>
                    <a:pt x="83199" y="22958"/>
                  </a:lnTo>
                  <a:lnTo>
                    <a:pt x="49196" y="49244"/>
                  </a:lnTo>
                  <a:lnTo>
                    <a:pt x="22930" y="83255"/>
                  </a:lnTo>
                  <a:lnTo>
                    <a:pt x="5998" y="123384"/>
                  </a:lnTo>
                  <a:lnTo>
                    <a:pt x="0" y="168021"/>
                  </a:lnTo>
                  <a:lnTo>
                    <a:pt x="0" y="839724"/>
                  </a:lnTo>
                  <a:lnTo>
                    <a:pt x="5998" y="884405"/>
                  </a:lnTo>
                  <a:lnTo>
                    <a:pt x="22930" y="924545"/>
                  </a:lnTo>
                  <a:lnTo>
                    <a:pt x="49196" y="958548"/>
                  </a:lnTo>
                  <a:lnTo>
                    <a:pt x="83199" y="984814"/>
                  </a:lnTo>
                  <a:lnTo>
                    <a:pt x="123339" y="1001746"/>
                  </a:lnTo>
                  <a:lnTo>
                    <a:pt x="168021" y="1007745"/>
                  </a:lnTo>
                  <a:lnTo>
                    <a:pt x="13058775" y="1007745"/>
                  </a:lnTo>
                  <a:lnTo>
                    <a:pt x="13103456" y="1001746"/>
                  </a:lnTo>
                  <a:lnTo>
                    <a:pt x="13143596" y="984814"/>
                  </a:lnTo>
                  <a:lnTo>
                    <a:pt x="13177599" y="958548"/>
                  </a:lnTo>
                  <a:lnTo>
                    <a:pt x="13203865" y="924545"/>
                  </a:lnTo>
                  <a:lnTo>
                    <a:pt x="13220797" y="884405"/>
                  </a:lnTo>
                  <a:lnTo>
                    <a:pt x="13226796" y="839724"/>
                  </a:lnTo>
                  <a:lnTo>
                    <a:pt x="13226796" y="168021"/>
                  </a:lnTo>
                  <a:lnTo>
                    <a:pt x="13220797" y="123384"/>
                  </a:lnTo>
                  <a:lnTo>
                    <a:pt x="13203865" y="83255"/>
                  </a:lnTo>
                  <a:lnTo>
                    <a:pt x="13177599" y="49244"/>
                  </a:lnTo>
                  <a:lnTo>
                    <a:pt x="13143596" y="22958"/>
                  </a:lnTo>
                  <a:lnTo>
                    <a:pt x="13103456" y="6007"/>
                  </a:lnTo>
                  <a:lnTo>
                    <a:pt x="1305877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716023"/>
              <a:ext cx="13227050" cy="1007744"/>
            </a:xfrm>
            <a:custGeom>
              <a:avLst/>
              <a:gdLst/>
              <a:ahLst/>
              <a:cxnLst/>
              <a:rect l="l" t="t" r="r" b="b"/>
              <a:pathLst>
                <a:path w="13227050" h="1007744">
                  <a:moveTo>
                    <a:pt x="0" y="168021"/>
                  </a:moveTo>
                  <a:lnTo>
                    <a:pt x="5998" y="123384"/>
                  </a:lnTo>
                  <a:lnTo>
                    <a:pt x="22930" y="83255"/>
                  </a:lnTo>
                  <a:lnTo>
                    <a:pt x="49196" y="49244"/>
                  </a:lnTo>
                  <a:lnTo>
                    <a:pt x="83199" y="22958"/>
                  </a:lnTo>
                  <a:lnTo>
                    <a:pt x="123339" y="6007"/>
                  </a:lnTo>
                  <a:lnTo>
                    <a:pt x="168021" y="0"/>
                  </a:lnTo>
                  <a:lnTo>
                    <a:pt x="13058775" y="0"/>
                  </a:lnTo>
                  <a:lnTo>
                    <a:pt x="13103456" y="6007"/>
                  </a:lnTo>
                  <a:lnTo>
                    <a:pt x="13143596" y="22958"/>
                  </a:lnTo>
                  <a:lnTo>
                    <a:pt x="13177599" y="49244"/>
                  </a:lnTo>
                  <a:lnTo>
                    <a:pt x="13203865" y="83255"/>
                  </a:lnTo>
                  <a:lnTo>
                    <a:pt x="13220797" y="123384"/>
                  </a:lnTo>
                  <a:lnTo>
                    <a:pt x="13226796" y="168021"/>
                  </a:lnTo>
                  <a:lnTo>
                    <a:pt x="13226796" y="839724"/>
                  </a:lnTo>
                  <a:lnTo>
                    <a:pt x="13220797" y="884405"/>
                  </a:lnTo>
                  <a:lnTo>
                    <a:pt x="13203865" y="924545"/>
                  </a:lnTo>
                  <a:lnTo>
                    <a:pt x="13177599" y="958548"/>
                  </a:lnTo>
                  <a:lnTo>
                    <a:pt x="13143596" y="984814"/>
                  </a:lnTo>
                  <a:lnTo>
                    <a:pt x="13103456" y="1001746"/>
                  </a:lnTo>
                  <a:lnTo>
                    <a:pt x="13058775" y="1007745"/>
                  </a:lnTo>
                  <a:lnTo>
                    <a:pt x="168021" y="1007745"/>
                  </a:lnTo>
                  <a:lnTo>
                    <a:pt x="123339" y="1001746"/>
                  </a:lnTo>
                  <a:lnTo>
                    <a:pt x="83199" y="984814"/>
                  </a:lnTo>
                  <a:lnTo>
                    <a:pt x="49196" y="958548"/>
                  </a:lnTo>
                  <a:lnTo>
                    <a:pt x="22930" y="924545"/>
                  </a:lnTo>
                  <a:lnTo>
                    <a:pt x="5998" y="884405"/>
                  </a:lnTo>
                  <a:lnTo>
                    <a:pt x="0" y="839724"/>
                  </a:lnTo>
                  <a:lnTo>
                    <a:pt x="0" y="168021"/>
                  </a:lnTo>
                  <a:close/>
                </a:path>
              </a:pathLst>
            </a:custGeom>
            <a:ln w="12699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691764" y="1828292"/>
            <a:ext cx="1283589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일상적으로</a:t>
            </a:r>
            <a:r>
              <a:rPr sz="2450" spc="-9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발생하고</a:t>
            </a:r>
            <a:r>
              <a:rPr sz="2450" spc="-9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장애분석이</a:t>
            </a:r>
            <a:r>
              <a:rPr sz="2450" spc="-9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어려운</a:t>
            </a:r>
            <a:r>
              <a:rPr sz="2450" spc="-10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450" b="1" spc="-9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파이프라인의</a:t>
            </a:r>
            <a:r>
              <a:rPr sz="2450" b="1" spc="-9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복잡성과</a:t>
            </a:r>
            <a:r>
              <a:rPr sz="2450" b="1" spc="-10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다양한</a:t>
            </a:r>
            <a:r>
              <a:rPr sz="2450" b="1" spc="-9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솔루션의</a:t>
            </a:r>
            <a:r>
              <a:rPr sz="2450" b="1" spc="-10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spc="-50" dirty="0">
                <a:solidFill>
                  <a:srgbClr val="17719D"/>
                </a:solidFill>
                <a:latin typeface="Malgun Gothic"/>
                <a:cs typeface="Malgun Gothic"/>
              </a:rPr>
              <a:t>관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리등의</a:t>
            </a:r>
            <a:r>
              <a:rPr sz="2450" b="1" spc="-8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복합적인</a:t>
            </a:r>
            <a:r>
              <a:rPr sz="2450" b="1" spc="-6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문제를</a:t>
            </a:r>
            <a:r>
              <a:rPr sz="2450" b="1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17719D"/>
                </a:solidFill>
                <a:latin typeface="Malgun Gothic"/>
                <a:cs typeface="Malgun Gothic"/>
              </a:rPr>
              <a:t>해결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하기</a:t>
            </a:r>
            <a:r>
              <a:rPr sz="2450" spc="-7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위해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450" spc="-7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dirty="0">
                <a:solidFill>
                  <a:srgbClr val="17719D"/>
                </a:solidFill>
                <a:latin typeface="Malgun Gothic"/>
                <a:cs typeface="Malgun Gothic"/>
              </a:rPr>
              <a:t>Platform</a:t>
            </a:r>
            <a:r>
              <a:rPr sz="2450" spc="-6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450" spc="-25" dirty="0">
                <a:solidFill>
                  <a:srgbClr val="17719D"/>
                </a:solidFill>
                <a:latin typeface="Malgun Gothic"/>
                <a:cs typeface="Malgun Gothic"/>
              </a:rPr>
              <a:t>활용.</a:t>
            </a:r>
            <a:endParaRPr sz="245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9" name="object 9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5982" y="3035415"/>
              <a:ext cx="11115555" cy="656905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12563729" y="2958236"/>
              <a:ext cx="1906905" cy="419100"/>
            </a:xfrm>
            <a:custGeom>
              <a:avLst/>
              <a:gdLst/>
              <a:ahLst/>
              <a:cxnLst/>
              <a:rect l="l" t="t" r="r" b="b"/>
              <a:pathLst>
                <a:path w="1906905" h="419100">
                  <a:moveTo>
                    <a:pt x="1906777" y="0"/>
                  </a:moveTo>
                  <a:lnTo>
                    <a:pt x="0" y="0"/>
                  </a:lnTo>
                  <a:lnTo>
                    <a:pt x="0" y="419074"/>
                  </a:lnTo>
                  <a:lnTo>
                    <a:pt x="1906777" y="419074"/>
                  </a:lnTo>
                  <a:lnTo>
                    <a:pt x="190677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2563729" y="2958236"/>
              <a:ext cx="1906905" cy="419100"/>
            </a:xfrm>
            <a:custGeom>
              <a:avLst/>
              <a:gdLst/>
              <a:ahLst/>
              <a:cxnLst/>
              <a:rect l="l" t="t" r="r" b="b"/>
              <a:pathLst>
                <a:path w="1906905" h="419100">
                  <a:moveTo>
                    <a:pt x="0" y="419074"/>
                  </a:moveTo>
                  <a:lnTo>
                    <a:pt x="1906777" y="419074"/>
                  </a:lnTo>
                  <a:lnTo>
                    <a:pt x="1906777" y="0"/>
                  </a:lnTo>
                  <a:lnTo>
                    <a:pt x="0" y="0"/>
                  </a:lnTo>
                  <a:lnTo>
                    <a:pt x="0" y="41907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47923" y="2958236"/>
              <a:ext cx="916305" cy="419100"/>
            </a:xfrm>
            <a:custGeom>
              <a:avLst/>
              <a:gdLst/>
              <a:ahLst/>
              <a:cxnLst/>
              <a:rect l="l" t="t" r="r" b="b"/>
              <a:pathLst>
                <a:path w="916304" h="419100">
                  <a:moveTo>
                    <a:pt x="916127" y="0"/>
                  </a:moveTo>
                  <a:lnTo>
                    <a:pt x="0" y="0"/>
                  </a:lnTo>
                  <a:lnTo>
                    <a:pt x="0" y="419074"/>
                  </a:lnTo>
                  <a:lnTo>
                    <a:pt x="916127" y="419074"/>
                  </a:lnTo>
                  <a:lnTo>
                    <a:pt x="91612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47923" y="2958236"/>
              <a:ext cx="916305" cy="419100"/>
            </a:xfrm>
            <a:custGeom>
              <a:avLst/>
              <a:gdLst/>
              <a:ahLst/>
              <a:cxnLst/>
              <a:rect l="l" t="t" r="r" b="b"/>
              <a:pathLst>
                <a:path w="916304" h="419100">
                  <a:moveTo>
                    <a:pt x="0" y="419074"/>
                  </a:moveTo>
                  <a:lnTo>
                    <a:pt x="916127" y="419074"/>
                  </a:lnTo>
                  <a:lnTo>
                    <a:pt x="916127" y="0"/>
                  </a:lnTo>
                  <a:lnTo>
                    <a:pt x="0" y="0"/>
                  </a:lnTo>
                  <a:lnTo>
                    <a:pt x="0" y="41907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66</a:t>
            </a:fld>
            <a:endParaRPr spc="-2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e커머스</a:t>
            </a:r>
            <a:r>
              <a:rPr spc="30" dirty="0"/>
              <a:t> </a:t>
            </a:r>
            <a:r>
              <a:rPr dirty="0"/>
              <a:t>(데이터</a:t>
            </a:r>
            <a:r>
              <a:rPr spc="30" dirty="0"/>
              <a:t> </a:t>
            </a:r>
            <a:r>
              <a:rPr dirty="0"/>
              <a:t>파이프</a:t>
            </a:r>
            <a:r>
              <a:rPr spc="15" dirty="0"/>
              <a:t> </a:t>
            </a:r>
            <a:r>
              <a:rPr dirty="0"/>
              <a:t>라인</a:t>
            </a:r>
            <a:r>
              <a:rPr spc="15" dirty="0"/>
              <a:t> </a:t>
            </a:r>
            <a:r>
              <a:rPr dirty="0"/>
              <a:t>개선</a:t>
            </a:r>
            <a:r>
              <a:rPr spc="10" dirty="0"/>
              <a:t> </a:t>
            </a:r>
            <a:r>
              <a:rPr spc="-10" dirty="0"/>
              <a:t>프로젝트)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5" name="object 5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44365" y="1994154"/>
            <a:ext cx="9398635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AS-IS</a:t>
            </a:r>
            <a:r>
              <a:rPr sz="2700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ETL</a:t>
            </a:r>
            <a:r>
              <a:rPr sz="2700" spc="2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솔루션의</a:t>
            </a:r>
            <a:r>
              <a:rPr sz="2700" spc="2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일상적인</a:t>
            </a:r>
            <a:r>
              <a:rPr sz="2700" spc="1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장애와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Data Pipeline의</a:t>
            </a:r>
            <a:r>
              <a:rPr sz="2700" spc="5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5" dirty="0">
                <a:solidFill>
                  <a:srgbClr val="17719D"/>
                </a:solidFill>
                <a:latin typeface="Malgun Gothic"/>
                <a:cs typeface="Malgun Gothic"/>
              </a:rPr>
              <a:t>복잡성</a:t>
            </a:r>
            <a:endParaRPr sz="270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47492" y="2902330"/>
            <a:ext cx="13193394" cy="6819900"/>
            <a:chOff x="2547492" y="2902330"/>
            <a:chExt cx="13193394" cy="681990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034654" y="5493130"/>
              <a:ext cx="7705851" cy="4228973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7492" y="2902330"/>
              <a:ext cx="7705852" cy="422897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947283" y="4712335"/>
              <a:ext cx="728980" cy="729615"/>
            </a:xfrm>
            <a:custGeom>
              <a:avLst/>
              <a:gdLst/>
              <a:ahLst/>
              <a:cxnLst/>
              <a:rect l="l" t="t" r="r" b="b"/>
              <a:pathLst>
                <a:path w="728979" h="729614">
                  <a:moveTo>
                    <a:pt x="552195" y="0"/>
                  </a:moveTo>
                  <a:lnTo>
                    <a:pt x="364489" y="187832"/>
                  </a:lnTo>
                  <a:lnTo>
                    <a:pt x="176656" y="0"/>
                  </a:lnTo>
                  <a:lnTo>
                    <a:pt x="0" y="176784"/>
                  </a:lnTo>
                  <a:lnTo>
                    <a:pt x="187705" y="364616"/>
                  </a:lnTo>
                  <a:lnTo>
                    <a:pt x="0" y="552323"/>
                  </a:lnTo>
                  <a:lnTo>
                    <a:pt x="176656" y="729106"/>
                  </a:lnTo>
                  <a:lnTo>
                    <a:pt x="364489" y="541274"/>
                  </a:lnTo>
                  <a:lnTo>
                    <a:pt x="552195" y="729106"/>
                  </a:lnTo>
                  <a:lnTo>
                    <a:pt x="728980" y="552323"/>
                  </a:lnTo>
                  <a:lnTo>
                    <a:pt x="541274" y="364616"/>
                  </a:lnTo>
                  <a:lnTo>
                    <a:pt x="728980" y="176784"/>
                  </a:lnTo>
                  <a:lnTo>
                    <a:pt x="55219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47283" y="4712335"/>
              <a:ext cx="728980" cy="729615"/>
            </a:xfrm>
            <a:custGeom>
              <a:avLst/>
              <a:gdLst/>
              <a:ahLst/>
              <a:cxnLst/>
              <a:rect l="l" t="t" r="r" b="b"/>
              <a:pathLst>
                <a:path w="728979" h="729614">
                  <a:moveTo>
                    <a:pt x="0" y="176784"/>
                  </a:moveTo>
                  <a:lnTo>
                    <a:pt x="176656" y="0"/>
                  </a:lnTo>
                  <a:lnTo>
                    <a:pt x="364489" y="187832"/>
                  </a:lnTo>
                  <a:lnTo>
                    <a:pt x="552195" y="0"/>
                  </a:lnTo>
                  <a:lnTo>
                    <a:pt x="728980" y="176784"/>
                  </a:lnTo>
                  <a:lnTo>
                    <a:pt x="541274" y="364616"/>
                  </a:lnTo>
                  <a:lnTo>
                    <a:pt x="728980" y="552323"/>
                  </a:lnTo>
                  <a:lnTo>
                    <a:pt x="552195" y="729106"/>
                  </a:lnTo>
                  <a:lnTo>
                    <a:pt x="364489" y="541274"/>
                  </a:lnTo>
                  <a:lnTo>
                    <a:pt x="176656" y="729106"/>
                  </a:lnTo>
                  <a:lnTo>
                    <a:pt x="0" y="552323"/>
                  </a:lnTo>
                  <a:lnTo>
                    <a:pt x="187705" y="364616"/>
                  </a:lnTo>
                  <a:lnTo>
                    <a:pt x="0" y="176784"/>
                  </a:lnTo>
                  <a:close/>
                </a:path>
              </a:pathLst>
            </a:custGeom>
            <a:ln w="12699">
              <a:solidFill>
                <a:srgbClr val="30528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871123" y="3179111"/>
              <a:ext cx="4720590" cy="2010410"/>
            </a:xfrm>
            <a:custGeom>
              <a:avLst/>
              <a:gdLst/>
              <a:ahLst/>
              <a:cxnLst/>
              <a:rect l="l" t="t" r="r" b="b"/>
              <a:pathLst>
                <a:path w="4720590" h="2010410">
                  <a:moveTo>
                    <a:pt x="4315927" y="0"/>
                  </a:moveTo>
                  <a:lnTo>
                    <a:pt x="4258580" y="194"/>
                  </a:lnTo>
                  <a:lnTo>
                    <a:pt x="4203108" y="869"/>
                  </a:lnTo>
                  <a:lnTo>
                    <a:pt x="4149406" y="1946"/>
                  </a:lnTo>
                  <a:lnTo>
                    <a:pt x="4097368" y="3347"/>
                  </a:lnTo>
                  <a:lnTo>
                    <a:pt x="3997861" y="6810"/>
                  </a:lnTo>
                  <a:lnTo>
                    <a:pt x="3858443" y="12483"/>
                  </a:lnTo>
                  <a:lnTo>
                    <a:pt x="3770828" y="15675"/>
                  </a:lnTo>
                  <a:lnTo>
                    <a:pt x="3728302" y="16859"/>
                  </a:lnTo>
                  <a:lnTo>
                    <a:pt x="3686490" y="17665"/>
                  </a:lnTo>
                  <a:lnTo>
                    <a:pt x="3645287" y="18014"/>
                  </a:lnTo>
                  <a:lnTo>
                    <a:pt x="3604587" y="17829"/>
                  </a:lnTo>
                  <a:lnTo>
                    <a:pt x="3564284" y="17032"/>
                  </a:lnTo>
                  <a:lnTo>
                    <a:pt x="3524273" y="15544"/>
                  </a:lnTo>
                  <a:lnTo>
                    <a:pt x="3432106" y="10133"/>
                  </a:lnTo>
                  <a:lnTo>
                    <a:pt x="3381047" y="7734"/>
                  </a:lnTo>
                  <a:lnTo>
                    <a:pt x="3331092" y="6020"/>
                  </a:lnTo>
                  <a:lnTo>
                    <a:pt x="3282063" y="4916"/>
                  </a:lnTo>
                  <a:lnTo>
                    <a:pt x="3233778" y="4352"/>
                  </a:lnTo>
                  <a:lnTo>
                    <a:pt x="3186059" y="4256"/>
                  </a:lnTo>
                  <a:lnTo>
                    <a:pt x="3138727" y="4554"/>
                  </a:lnTo>
                  <a:lnTo>
                    <a:pt x="3044504" y="6048"/>
                  </a:lnTo>
                  <a:lnTo>
                    <a:pt x="2852803" y="10603"/>
                  </a:lnTo>
                  <a:lnTo>
                    <a:pt x="2752455" y="12511"/>
                  </a:lnTo>
                  <a:lnTo>
                    <a:pt x="2700528" y="13120"/>
                  </a:lnTo>
                  <a:lnTo>
                    <a:pt x="2647194" y="13402"/>
                  </a:lnTo>
                  <a:lnTo>
                    <a:pt x="2592273" y="13287"/>
                  </a:lnTo>
                  <a:lnTo>
                    <a:pt x="2534398" y="12745"/>
                  </a:lnTo>
                  <a:lnTo>
                    <a:pt x="2478765" y="11886"/>
                  </a:lnTo>
                  <a:lnTo>
                    <a:pt x="2425129" y="10789"/>
                  </a:lnTo>
                  <a:lnTo>
                    <a:pt x="2225674" y="5540"/>
                  </a:lnTo>
                  <a:lnTo>
                    <a:pt x="2131576" y="3477"/>
                  </a:lnTo>
                  <a:lnTo>
                    <a:pt x="2085079" y="2853"/>
                  </a:lnTo>
                  <a:lnTo>
                    <a:pt x="2038624" y="2605"/>
                  </a:lnTo>
                  <a:lnTo>
                    <a:pt x="1991966" y="2808"/>
                  </a:lnTo>
                  <a:lnTo>
                    <a:pt x="1944862" y="3540"/>
                  </a:lnTo>
                  <a:lnTo>
                    <a:pt x="1897067" y="4877"/>
                  </a:lnTo>
                  <a:lnTo>
                    <a:pt x="1848335" y="6896"/>
                  </a:lnTo>
                  <a:lnTo>
                    <a:pt x="1798424" y="9674"/>
                  </a:lnTo>
                  <a:lnTo>
                    <a:pt x="1747088" y="13287"/>
                  </a:lnTo>
                  <a:lnTo>
                    <a:pt x="1693640" y="16679"/>
                  </a:lnTo>
                  <a:lnTo>
                    <a:pt x="1643688" y="18366"/>
                  </a:lnTo>
                  <a:lnTo>
                    <a:pt x="1596584" y="18616"/>
                  </a:lnTo>
                  <a:lnTo>
                    <a:pt x="1551681" y="17698"/>
                  </a:lnTo>
                  <a:lnTo>
                    <a:pt x="1508330" y="15881"/>
                  </a:lnTo>
                  <a:lnTo>
                    <a:pt x="1465885" y="13432"/>
                  </a:lnTo>
                  <a:lnTo>
                    <a:pt x="1337507" y="4983"/>
                  </a:lnTo>
                  <a:lnTo>
                    <a:pt x="1292208" y="2694"/>
                  </a:lnTo>
                  <a:lnTo>
                    <a:pt x="1244577" y="1116"/>
                  </a:lnTo>
                  <a:lnTo>
                    <a:pt x="1193965" y="517"/>
                  </a:lnTo>
                  <a:lnTo>
                    <a:pt x="1139726" y="1167"/>
                  </a:lnTo>
                  <a:lnTo>
                    <a:pt x="1081211" y="3333"/>
                  </a:lnTo>
                  <a:lnTo>
                    <a:pt x="1017774" y="7283"/>
                  </a:lnTo>
                  <a:lnTo>
                    <a:pt x="948766" y="13287"/>
                  </a:lnTo>
                  <a:lnTo>
                    <a:pt x="888643" y="18999"/>
                  </a:lnTo>
                  <a:lnTo>
                    <a:pt x="829532" y="24101"/>
                  </a:lnTo>
                  <a:lnTo>
                    <a:pt x="771465" y="28589"/>
                  </a:lnTo>
                  <a:lnTo>
                    <a:pt x="714473" y="32457"/>
                  </a:lnTo>
                  <a:lnTo>
                    <a:pt x="658587" y="35703"/>
                  </a:lnTo>
                  <a:lnTo>
                    <a:pt x="603839" y="38321"/>
                  </a:lnTo>
                  <a:lnTo>
                    <a:pt x="550258" y="40308"/>
                  </a:lnTo>
                  <a:lnTo>
                    <a:pt x="497876" y="41658"/>
                  </a:lnTo>
                  <a:lnTo>
                    <a:pt x="446725" y="42368"/>
                  </a:lnTo>
                  <a:lnTo>
                    <a:pt x="396835" y="42433"/>
                  </a:lnTo>
                  <a:lnTo>
                    <a:pt x="348238" y="41848"/>
                  </a:lnTo>
                  <a:lnTo>
                    <a:pt x="300965" y="40611"/>
                  </a:lnTo>
                  <a:lnTo>
                    <a:pt x="255046" y="38716"/>
                  </a:lnTo>
                  <a:lnTo>
                    <a:pt x="210514" y="36158"/>
                  </a:lnTo>
                  <a:lnTo>
                    <a:pt x="167398" y="32934"/>
                  </a:lnTo>
                  <a:lnTo>
                    <a:pt x="125731" y="29039"/>
                  </a:lnTo>
                  <a:lnTo>
                    <a:pt x="85542" y="24469"/>
                  </a:lnTo>
                  <a:lnTo>
                    <a:pt x="46864" y="19220"/>
                  </a:lnTo>
                  <a:lnTo>
                    <a:pt x="9728" y="13287"/>
                  </a:lnTo>
                  <a:lnTo>
                    <a:pt x="13867" y="79791"/>
                  </a:lnTo>
                  <a:lnTo>
                    <a:pt x="15779" y="142625"/>
                  </a:lnTo>
                  <a:lnTo>
                    <a:pt x="15883" y="202074"/>
                  </a:lnTo>
                  <a:lnTo>
                    <a:pt x="14597" y="258424"/>
                  </a:lnTo>
                  <a:lnTo>
                    <a:pt x="12343" y="311958"/>
                  </a:lnTo>
                  <a:lnTo>
                    <a:pt x="3957" y="458516"/>
                  </a:lnTo>
                  <a:lnTo>
                    <a:pt x="2018" y="503637"/>
                  </a:lnTo>
                  <a:lnTo>
                    <a:pt x="1206" y="547366"/>
                  </a:lnTo>
                  <a:lnTo>
                    <a:pt x="1941" y="589988"/>
                  </a:lnTo>
                  <a:lnTo>
                    <a:pt x="4642" y="631789"/>
                  </a:lnTo>
                  <a:lnTo>
                    <a:pt x="15629" y="719551"/>
                  </a:lnTo>
                  <a:lnTo>
                    <a:pt x="19650" y="769463"/>
                  </a:lnTo>
                  <a:lnTo>
                    <a:pt x="22033" y="822047"/>
                  </a:lnTo>
                  <a:lnTo>
                    <a:pt x="23021" y="876562"/>
                  </a:lnTo>
                  <a:lnTo>
                    <a:pt x="22855" y="932269"/>
                  </a:lnTo>
                  <a:lnTo>
                    <a:pt x="21777" y="988425"/>
                  </a:lnTo>
                  <a:lnTo>
                    <a:pt x="20030" y="1044290"/>
                  </a:lnTo>
                  <a:lnTo>
                    <a:pt x="17856" y="1099123"/>
                  </a:lnTo>
                  <a:lnTo>
                    <a:pt x="11190" y="1250023"/>
                  </a:lnTo>
                  <a:lnTo>
                    <a:pt x="4329" y="1452365"/>
                  </a:lnTo>
                  <a:lnTo>
                    <a:pt x="1690" y="1545013"/>
                  </a:lnTo>
                  <a:lnTo>
                    <a:pt x="727" y="1594421"/>
                  </a:lnTo>
                  <a:lnTo>
                    <a:pt x="131" y="1645810"/>
                  </a:lnTo>
                  <a:lnTo>
                    <a:pt x="0" y="1699123"/>
                  </a:lnTo>
                  <a:lnTo>
                    <a:pt x="431" y="1754304"/>
                  </a:lnTo>
                  <a:lnTo>
                    <a:pt x="1522" y="1811297"/>
                  </a:lnTo>
                  <a:lnTo>
                    <a:pt x="3370" y="1870045"/>
                  </a:lnTo>
                  <a:lnTo>
                    <a:pt x="6073" y="1930492"/>
                  </a:lnTo>
                  <a:lnTo>
                    <a:pt x="9728" y="1992582"/>
                  </a:lnTo>
                  <a:lnTo>
                    <a:pt x="49773" y="1993162"/>
                  </a:lnTo>
                  <a:lnTo>
                    <a:pt x="93229" y="1993050"/>
                  </a:lnTo>
                  <a:lnTo>
                    <a:pt x="139678" y="1992358"/>
                  </a:lnTo>
                  <a:lnTo>
                    <a:pt x="188702" y="1991195"/>
                  </a:lnTo>
                  <a:lnTo>
                    <a:pt x="239882" y="1989673"/>
                  </a:lnTo>
                  <a:lnTo>
                    <a:pt x="402184" y="1984057"/>
                  </a:lnTo>
                  <a:lnTo>
                    <a:pt x="513505" y="1980544"/>
                  </a:lnTo>
                  <a:lnTo>
                    <a:pt x="568848" y="1979188"/>
                  </a:lnTo>
                  <a:lnTo>
                    <a:pt x="623420" y="1978248"/>
                  </a:lnTo>
                  <a:lnTo>
                    <a:pt x="676806" y="1977833"/>
                  </a:lnTo>
                  <a:lnTo>
                    <a:pt x="728585" y="1978055"/>
                  </a:lnTo>
                  <a:lnTo>
                    <a:pt x="778341" y="1979024"/>
                  </a:lnTo>
                  <a:lnTo>
                    <a:pt x="825655" y="1980850"/>
                  </a:lnTo>
                  <a:lnTo>
                    <a:pt x="870109" y="1983645"/>
                  </a:lnTo>
                  <a:lnTo>
                    <a:pt x="911285" y="1987519"/>
                  </a:lnTo>
                  <a:lnTo>
                    <a:pt x="983369" y="1997421"/>
                  </a:lnTo>
                  <a:lnTo>
                    <a:pt x="1019687" y="2001148"/>
                  </a:lnTo>
                  <a:lnTo>
                    <a:pt x="1057690" y="2003862"/>
                  </a:lnTo>
                  <a:lnTo>
                    <a:pt x="1097351" y="2005664"/>
                  </a:lnTo>
                  <a:lnTo>
                    <a:pt x="1138643" y="2006655"/>
                  </a:lnTo>
                  <a:lnTo>
                    <a:pt x="1181538" y="2006936"/>
                  </a:lnTo>
                  <a:lnTo>
                    <a:pt x="1226008" y="2006606"/>
                  </a:lnTo>
                  <a:lnTo>
                    <a:pt x="1272027" y="2005768"/>
                  </a:lnTo>
                  <a:lnTo>
                    <a:pt x="1319565" y="2004520"/>
                  </a:lnTo>
                  <a:lnTo>
                    <a:pt x="1368596" y="2002964"/>
                  </a:lnTo>
                  <a:lnTo>
                    <a:pt x="1524368" y="1997453"/>
                  </a:lnTo>
                  <a:lnTo>
                    <a:pt x="1635173" y="1994082"/>
                  </a:lnTo>
                  <a:lnTo>
                    <a:pt x="1692580" y="1992789"/>
                  </a:lnTo>
                  <a:lnTo>
                    <a:pt x="1751285" y="1991892"/>
                  </a:lnTo>
                  <a:lnTo>
                    <a:pt x="1811262" y="1991491"/>
                  </a:lnTo>
                  <a:lnTo>
                    <a:pt x="1872483" y="1991688"/>
                  </a:lnTo>
                  <a:lnTo>
                    <a:pt x="1934921" y="1992582"/>
                  </a:lnTo>
                  <a:lnTo>
                    <a:pt x="1998516" y="1994063"/>
                  </a:lnTo>
                  <a:lnTo>
                    <a:pt x="2057006" y="1995772"/>
                  </a:lnTo>
                  <a:lnTo>
                    <a:pt x="2161168" y="1999598"/>
                  </a:lnTo>
                  <a:lnTo>
                    <a:pt x="2294701" y="2005315"/>
                  </a:lnTo>
                  <a:lnTo>
                    <a:pt x="2375851" y="2008305"/>
                  </a:lnTo>
                  <a:lnTo>
                    <a:pt x="2415932" y="2009344"/>
                  </a:lnTo>
                  <a:lnTo>
                    <a:pt x="2456514" y="2009989"/>
                  </a:lnTo>
                  <a:lnTo>
                    <a:pt x="2498221" y="2010168"/>
                  </a:lnTo>
                  <a:lnTo>
                    <a:pt x="2541674" y="2009813"/>
                  </a:lnTo>
                  <a:lnTo>
                    <a:pt x="2587498" y="2008855"/>
                  </a:lnTo>
                  <a:lnTo>
                    <a:pt x="2636314" y="2007223"/>
                  </a:lnTo>
                  <a:lnTo>
                    <a:pt x="2688745" y="2004849"/>
                  </a:lnTo>
                  <a:lnTo>
                    <a:pt x="2745414" y="2001664"/>
                  </a:lnTo>
                  <a:lnTo>
                    <a:pt x="2806945" y="1997598"/>
                  </a:lnTo>
                  <a:lnTo>
                    <a:pt x="2941166" y="1987449"/>
                  </a:lnTo>
                  <a:lnTo>
                    <a:pt x="3003197" y="1983022"/>
                  </a:lnTo>
                  <a:lnTo>
                    <a:pt x="3060616" y="1979277"/>
                  </a:lnTo>
                  <a:lnTo>
                    <a:pt x="3113988" y="1976191"/>
                  </a:lnTo>
                  <a:lnTo>
                    <a:pt x="3163879" y="1973739"/>
                  </a:lnTo>
                  <a:lnTo>
                    <a:pt x="3210853" y="1971898"/>
                  </a:lnTo>
                  <a:lnTo>
                    <a:pt x="3255475" y="1970642"/>
                  </a:lnTo>
                  <a:lnTo>
                    <a:pt x="3298310" y="1969950"/>
                  </a:lnTo>
                  <a:lnTo>
                    <a:pt x="3339923" y="1969795"/>
                  </a:lnTo>
                  <a:lnTo>
                    <a:pt x="3380879" y="1970155"/>
                  </a:lnTo>
                  <a:lnTo>
                    <a:pt x="3421743" y="1971005"/>
                  </a:lnTo>
                  <a:lnTo>
                    <a:pt x="3463080" y="1972322"/>
                  </a:lnTo>
                  <a:lnTo>
                    <a:pt x="3505454" y="1974081"/>
                  </a:lnTo>
                  <a:lnTo>
                    <a:pt x="3549430" y="1976259"/>
                  </a:lnTo>
                  <a:lnTo>
                    <a:pt x="3644451" y="1981773"/>
                  </a:lnTo>
                  <a:lnTo>
                    <a:pt x="3813124" y="1992582"/>
                  </a:lnTo>
                  <a:lnTo>
                    <a:pt x="3877906" y="1996382"/>
                  </a:lnTo>
                  <a:lnTo>
                    <a:pt x="3939688" y="1999251"/>
                  </a:lnTo>
                  <a:lnTo>
                    <a:pt x="3998697" y="2001278"/>
                  </a:lnTo>
                  <a:lnTo>
                    <a:pt x="4055159" y="2002555"/>
                  </a:lnTo>
                  <a:lnTo>
                    <a:pt x="4109303" y="2003172"/>
                  </a:lnTo>
                  <a:lnTo>
                    <a:pt x="4161353" y="2003222"/>
                  </a:lnTo>
                  <a:lnTo>
                    <a:pt x="4211538" y="2002793"/>
                  </a:lnTo>
                  <a:lnTo>
                    <a:pt x="4260084" y="2001979"/>
                  </a:lnTo>
                  <a:lnTo>
                    <a:pt x="4307217" y="2000869"/>
                  </a:lnTo>
                  <a:lnTo>
                    <a:pt x="4486167" y="1995291"/>
                  </a:lnTo>
                  <a:lnTo>
                    <a:pt x="4573066" y="1993093"/>
                  </a:lnTo>
                  <a:lnTo>
                    <a:pt x="4616666" y="1992461"/>
                  </a:lnTo>
                  <a:lnTo>
                    <a:pt x="4660668" y="1992260"/>
                  </a:lnTo>
                  <a:lnTo>
                    <a:pt x="4705299" y="1992582"/>
                  </a:lnTo>
                  <a:lnTo>
                    <a:pt x="4705958" y="1954532"/>
                  </a:lnTo>
                  <a:lnTo>
                    <a:pt x="4707358" y="1909836"/>
                  </a:lnTo>
                  <a:lnTo>
                    <a:pt x="4716162" y="1687584"/>
                  </a:lnTo>
                  <a:lnTo>
                    <a:pt x="4718110" y="1626901"/>
                  </a:lnTo>
                  <a:lnTo>
                    <a:pt x="4719535" y="1566469"/>
                  </a:lnTo>
                  <a:lnTo>
                    <a:pt x="4720226" y="1507437"/>
                  </a:lnTo>
                  <a:lnTo>
                    <a:pt x="4719972" y="1450955"/>
                  </a:lnTo>
                  <a:lnTo>
                    <a:pt x="4718564" y="1398171"/>
                  </a:lnTo>
                  <a:lnTo>
                    <a:pt x="4715789" y="1350236"/>
                  </a:lnTo>
                  <a:lnTo>
                    <a:pt x="4711438" y="1308298"/>
                  </a:lnTo>
                  <a:lnTo>
                    <a:pt x="4698850" y="1237425"/>
                  </a:lnTo>
                  <a:lnTo>
                    <a:pt x="4694597" y="1196136"/>
                  </a:lnTo>
                  <a:lnTo>
                    <a:pt x="4692235" y="1150464"/>
                  </a:lnTo>
                  <a:lnTo>
                    <a:pt x="4691458" y="1101230"/>
                  </a:lnTo>
                  <a:lnTo>
                    <a:pt x="4691960" y="1049257"/>
                  </a:lnTo>
                  <a:lnTo>
                    <a:pt x="4693434" y="995368"/>
                  </a:lnTo>
                  <a:lnTo>
                    <a:pt x="4695575" y="940385"/>
                  </a:lnTo>
                  <a:lnTo>
                    <a:pt x="4702942" y="777092"/>
                  </a:lnTo>
                  <a:lnTo>
                    <a:pt x="4704692" y="725954"/>
                  </a:lnTo>
                  <a:lnTo>
                    <a:pt x="4705580" y="677835"/>
                  </a:lnTo>
                  <a:lnTo>
                    <a:pt x="4705299" y="633555"/>
                  </a:lnTo>
                  <a:lnTo>
                    <a:pt x="4704414" y="586200"/>
                  </a:lnTo>
                  <a:lnTo>
                    <a:pt x="4703826" y="535830"/>
                  </a:lnTo>
                  <a:lnTo>
                    <a:pt x="4703495" y="483113"/>
                  </a:lnTo>
                  <a:lnTo>
                    <a:pt x="4703439" y="373312"/>
                  </a:lnTo>
                  <a:lnTo>
                    <a:pt x="4705299" y="13287"/>
                  </a:lnTo>
                  <a:lnTo>
                    <a:pt x="4634484" y="8961"/>
                  </a:lnTo>
                  <a:lnTo>
                    <a:pt x="4566178" y="5584"/>
                  </a:lnTo>
                  <a:lnTo>
                    <a:pt x="4500275" y="3077"/>
                  </a:lnTo>
                  <a:lnTo>
                    <a:pt x="4436669" y="1363"/>
                  </a:lnTo>
                  <a:lnTo>
                    <a:pt x="4375255" y="363"/>
                  </a:lnTo>
                  <a:lnTo>
                    <a:pt x="4315927" y="0"/>
                  </a:lnTo>
                  <a:close/>
                </a:path>
              </a:pathLst>
            </a:custGeom>
            <a:solidFill>
              <a:srgbClr val="6F2F9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0869608" y="3178287"/>
              <a:ext cx="4723130" cy="2011045"/>
            </a:xfrm>
            <a:custGeom>
              <a:avLst/>
              <a:gdLst/>
              <a:ahLst/>
              <a:cxnLst/>
              <a:rect l="l" t="t" r="r" b="b"/>
              <a:pathLst>
                <a:path w="4723130" h="2011045">
                  <a:moveTo>
                    <a:pt x="11243" y="14111"/>
                  </a:moveTo>
                  <a:lnTo>
                    <a:pt x="80890" y="16663"/>
                  </a:lnTo>
                  <a:lnTo>
                    <a:pt x="146532" y="18596"/>
                  </a:lnTo>
                  <a:lnTo>
                    <a:pt x="208464" y="19969"/>
                  </a:lnTo>
                  <a:lnTo>
                    <a:pt x="266978" y="20844"/>
                  </a:lnTo>
                  <a:lnTo>
                    <a:pt x="322368" y="21278"/>
                  </a:lnTo>
                  <a:lnTo>
                    <a:pt x="374927" y="21332"/>
                  </a:lnTo>
                  <a:lnTo>
                    <a:pt x="424950" y="21067"/>
                  </a:lnTo>
                  <a:lnTo>
                    <a:pt x="472729" y="20540"/>
                  </a:lnTo>
                  <a:lnTo>
                    <a:pt x="518559" y="19812"/>
                  </a:lnTo>
                  <a:lnTo>
                    <a:pt x="562733" y="18944"/>
                  </a:lnTo>
                  <a:lnTo>
                    <a:pt x="605545" y="17994"/>
                  </a:lnTo>
                  <a:lnTo>
                    <a:pt x="647287" y="17022"/>
                  </a:lnTo>
                  <a:lnTo>
                    <a:pt x="688254" y="16088"/>
                  </a:lnTo>
                  <a:lnTo>
                    <a:pt x="728739" y="15251"/>
                  </a:lnTo>
                  <a:lnTo>
                    <a:pt x="769036" y="14572"/>
                  </a:lnTo>
                  <a:lnTo>
                    <a:pt x="809438" y="14111"/>
                  </a:lnTo>
                  <a:lnTo>
                    <a:pt x="846411" y="13796"/>
                  </a:lnTo>
                  <a:lnTo>
                    <a:pt x="888573" y="13387"/>
                  </a:lnTo>
                  <a:lnTo>
                    <a:pt x="935302" y="12908"/>
                  </a:lnTo>
                  <a:lnTo>
                    <a:pt x="985975" y="12381"/>
                  </a:lnTo>
                  <a:lnTo>
                    <a:pt x="1039969" y="11828"/>
                  </a:lnTo>
                  <a:lnTo>
                    <a:pt x="1096660" y="11273"/>
                  </a:lnTo>
                  <a:lnTo>
                    <a:pt x="1155426" y="10737"/>
                  </a:lnTo>
                  <a:lnTo>
                    <a:pt x="1215643" y="10244"/>
                  </a:lnTo>
                  <a:lnTo>
                    <a:pt x="1276688" y="9816"/>
                  </a:lnTo>
                  <a:lnTo>
                    <a:pt x="1337937" y="9476"/>
                  </a:lnTo>
                  <a:lnTo>
                    <a:pt x="1398769" y="9247"/>
                  </a:lnTo>
                  <a:lnTo>
                    <a:pt x="1458560" y="9151"/>
                  </a:lnTo>
                  <a:lnTo>
                    <a:pt x="1516686" y="9210"/>
                  </a:lnTo>
                  <a:lnTo>
                    <a:pt x="1572524" y="9449"/>
                  </a:lnTo>
                  <a:lnTo>
                    <a:pt x="1625452" y="9888"/>
                  </a:lnTo>
                  <a:lnTo>
                    <a:pt x="1674846" y="10551"/>
                  </a:lnTo>
                  <a:lnTo>
                    <a:pt x="1720083" y="11461"/>
                  </a:lnTo>
                  <a:lnTo>
                    <a:pt x="1760540" y="12640"/>
                  </a:lnTo>
                  <a:lnTo>
                    <a:pt x="1832594" y="15731"/>
                  </a:lnTo>
                  <a:lnTo>
                    <a:pt x="1871719" y="16944"/>
                  </a:lnTo>
                  <a:lnTo>
                    <a:pt x="1912861" y="17791"/>
                  </a:lnTo>
                  <a:lnTo>
                    <a:pt x="1955913" y="18313"/>
                  </a:lnTo>
                  <a:lnTo>
                    <a:pt x="2000768" y="18550"/>
                  </a:lnTo>
                  <a:lnTo>
                    <a:pt x="2047319" y="18543"/>
                  </a:lnTo>
                  <a:lnTo>
                    <a:pt x="2095460" y="18334"/>
                  </a:lnTo>
                  <a:lnTo>
                    <a:pt x="2145084" y="17963"/>
                  </a:lnTo>
                  <a:lnTo>
                    <a:pt x="2196083" y="17472"/>
                  </a:lnTo>
                  <a:lnTo>
                    <a:pt x="2248351" y="16901"/>
                  </a:lnTo>
                  <a:lnTo>
                    <a:pt x="2301781" y="16291"/>
                  </a:lnTo>
                  <a:lnTo>
                    <a:pt x="2356266" y="15683"/>
                  </a:lnTo>
                  <a:lnTo>
                    <a:pt x="2411699" y="15119"/>
                  </a:lnTo>
                  <a:lnTo>
                    <a:pt x="2467974" y="14638"/>
                  </a:lnTo>
                  <a:lnTo>
                    <a:pt x="2524983" y="14283"/>
                  </a:lnTo>
                  <a:lnTo>
                    <a:pt x="2582620" y="14093"/>
                  </a:lnTo>
                  <a:lnTo>
                    <a:pt x="2640778" y="14111"/>
                  </a:lnTo>
                  <a:lnTo>
                    <a:pt x="2695506" y="13943"/>
                  </a:lnTo>
                  <a:lnTo>
                    <a:pt x="2749435" y="13253"/>
                  </a:lnTo>
                  <a:lnTo>
                    <a:pt x="2802600" y="12144"/>
                  </a:lnTo>
                  <a:lnTo>
                    <a:pt x="2855039" y="10716"/>
                  </a:lnTo>
                  <a:lnTo>
                    <a:pt x="2906786" y="9070"/>
                  </a:lnTo>
                  <a:lnTo>
                    <a:pt x="2957878" y="7309"/>
                  </a:lnTo>
                  <a:lnTo>
                    <a:pt x="3008351" y="5534"/>
                  </a:lnTo>
                  <a:lnTo>
                    <a:pt x="3058241" y="3846"/>
                  </a:lnTo>
                  <a:lnTo>
                    <a:pt x="3107583" y="2347"/>
                  </a:lnTo>
                  <a:lnTo>
                    <a:pt x="3156413" y="1139"/>
                  </a:lnTo>
                  <a:lnTo>
                    <a:pt x="3204768" y="322"/>
                  </a:lnTo>
                  <a:lnTo>
                    <a:pt x="3252683" y="0"/>
                  </a:lnTo>
                  <a:lnTo>
                    <a:pt x="3300194" y="272"/>
                  </a:lnTo>
                  <a:lnTo>
                    <a:pt x="3347338" y="1240"/>
                  </a:lnTo>
                  <a:lnTo>
                    <a:pt x="3394150" y="3007"/>
                  </a:lnTo>
                  <a:lnTo>
                    <a:pt x="3440666" y="5673"/>
                  </a:lnTo>
                  <a:lnTo>
                    <a:pt x="3486922" y="9341"/>
                  </a:lnTo>
                  <a:lnTo>
                    <a:pt x="3532953" y="14111"/>
                  </a:lnTo>
                  <a:lnTo>
                    <a:pt x="3570100" y="18006"/>
                  </a:lnTo>
                  <a:lnTo>
                    <a:pt x="3609579" y="21302"/>
                  </a:lnTo>
                  <a:lnTo>
                    <a:pt x="3651237" y="24033"/>
                  </a:lnTo>
                  <a:lnTo>
                    <a:pt x="3694922" y="26234"/>
                  </a:lnTo>
                  <a:lnTo>
                    <a:pt x="3740481" y="27940"/>
                  </a:lnTo>
                  <a:lnTo>
                    <a:pt x="3787760" y="29187"/>
                  </a:lnTo>
                  <a:lnTo>
                    <a:pt x="3836608" y="30009"/>
                  </a:lnTo>
                  <a:lnTo>
                    <a:pt x="3886871" y="30442"/>
                  </a:lnTo>
                  <a:lnTo>
                    <a:pt x="3938397" y="30520"/>
                  </a:lnTo>
                  <a:lnTo>
                    <a:pt x="3991033" y="30280"/>
                  </a:lnTo>
                  <a:lnTo>
                    <a:pt x="4044627" y="29756"/>
                  </a:lnTo>
                  <a:lnTo>
                    <a:pt x="4099025" y="28983"/>
                  </a:lnTo>
                  <a:lnTo>
                    <a:pt x="4154075" y="27996"/>
                  </a:lnTo>
                  <a:lnTo>
                    <a:pt x="4209623" y="26831"/>
                  </a:lnTo>
                  <a:lnTo>
                    <a:pt x="4265518" y="25523"/>
                  </a:lnTo>
                  <a:lnTo>
                    <a:pt x="4321607" y="24106"/>
                  </a:lnTo>
                  <a:lnTo>
                    <a:pt x="4377736" y="22616"/>
                  </a:lnTo>
                  <a:lnTo>
                    <a:pt x="4433754" y="21089"/>
                  </a:lnTo>
                  <a:lnTo>
                    <a:pt x="4489506" y="19558"/>
                  </a:lnTo>
                  <a:lnTo>
                    <a:pt x="4544841" y="18060"/>
                  </a:lnTo>
                  <a:lnTo>
                    <a:pt x="4599606" y="16629"/>
                  </a:lnTo>
                  <a:lnTo>
                    <a:pt x="4653648" y="15301"/>
                  </a:lnTo>
                  <a:lnTo>
                    <a:pt x="4706814" y="14111"/>
                  </a:lnTo>
                  <a:lnTo>
                    <a:pt x="4713152" y="76563"/>
                  </a:lnTo>
                  <a:lnTo>
                    <a:pt x="4716630" y="134351"/>
                  </a:lnTo>
                  <a:lnTo>
                    <a:pt x="4717762" y="188287"/>
                  </a:lnTo>
                  <a:lnTo>
                    <a:pt x="4717059" y="239183"/>
                  </a:lnTo>
                  <a:lnTo>
                    <a:pt x="4715033" y="287851"/>
                  </a:lnTo>
                  <a:lnTo>
                    <a:pt x="4712196" y="335103"/>
                  </a:lnTo>
                  <a:lnTo>
                    <a:pt x="4709060" y="381752"/>
                  </a:lnTo>
                  <a:lnTo>
                    <a:pt x="4706137" y="428610"/>
                  </a:lnTo>
                  <a:lnTo>
                    <a:pt x="4703939" y="476490"/>
                  </a:lnTo>
                  <a:lnTo>
                    <a:pt x="4702978" y="526203"/>
                  </a:lnTo>
                  <a:lnTo>
                    <a:pt x="4703766" y="578562"/>
                  </a:lnTo>
                  <a:lnTo>
                    <a:pt x="4706814" y="634379"/>
                  </a:lnTo>
                  <a:lnTo>
                    <a:pt x="4710598" y="691993"/>
                  </a:lnTo>
                  <a:lnTo>
                    <a:pt x="4713323" y="749094"/>
                  </a:lnTo>
                  <a:lnTo>
                    <a:pt x="4715101" y="805422"/>
                  </a:lnTo>
                  <a:lnTo>
                    <a:pt x="4716043" y="860716"/>
                  </a:lnTo>
                  <a:lnTo>
                    <a:pt x="4716260" y="914718"/>
                  </a:lnTo>
                  <a:lnTo>
                    <a:pt x="4715863" y="967166"/>
                  </a:lnTo>
                  <a:lnTo>
                    <a:pt x="4714963" y="1017803"/>
                  </a:lnTo>
                  <a:lnTo>
                    <a:pt x="4713672" y="1066367"/>
                  </a:lnTo>
                  <a:lnTo>
                    <a:pt x="4712101" y="1112599"/>
                  </a:lnTo>
                  <a:lnTo>
                    <a:pt x="4710360" y="1156240"/>
                  </a:lnTo>
                  <a:lnTo>
                    <a:pt x="4708560" y="1197029"/>
                  </a:lnTo>
                  <a:lnTo>
                    <a:pt x="4706814" y="1234708"/>
                  </a:lnTo>
                  <a:lnTo>
                    <a:pt x="4706139" y="1267164"/>
                  </a:lnTo>
                  <a:lnTo>
                    <a:pt x="4706641" y="1306253"/>
                  </a:lnTo>
                  <a:lnTo>
                    <a:pt x="4708070" y="1351042"/>
                  </a:lnTo>
                  <a:lnTo>
                    <a:pt x="4710177" y="1400597"/>
                  </a:lnTo>
                  <a:lnTo>
                    <a:pt x="4712713" y="1453985"/>
                  </a:lnTo>
                  <a:lnTo>
                    <a:pt x="4715428" y="1510273"/>
                  </a:lnTo>
                  <a:lnTo>
                    <a:pt x="4718073" y="1568529"/>
                  </a:lnTo>
                  <a:lnTo>
                    <a:pt x="4720400" y="1627818"/>
                  </a:lnTo>
                  <a:lnTo>
                    <a:pt x="4722158" y="1687208"/>
                  </a:lnTo>
                  <a:lnTo>
                    <a:pt x="4723098" y="1745765"/>
                  </a:lnTo>
                  <a:lnTo>
                    <a:pt x="4722972" y="1802557"/>
                  </a:lnTo>
                  <a:lnTo>
                    <a:pt x="4721530" y="1856650"/>
                  </a:lnTo>
                  <a:lnTo>
                    <a:pt x="4718522" y="1907111"/>
                  </a:lnTo>
                  <a:lnTo>
                    <a:pt x="4713700" y="1953007"/>
                  </a:lnTo>
                  <a:lnTo>
                    <a:pt x="4706814" y="1993406"/>
                  </a:lnTo>
                  <a:lnTo>
                    <a:pt x="4648398" y="1996314"/>
                  </a:lnTo>
                  <a:lnTo>
                    <a:pt x="4591229" y="1998365"/>
                  </a:lnTo>
                  <a:lnTo>
                    <a:pt x="4535264" y="1999653"/>
                  </a:lnTo>
                  <a:lnTo>
                    <a:pt x="4480459" y="2000271"/>
                  </a:lnTo>
                  <a:lnTo>
                    <a:pt x="4426770" y="2000315"/>
                  </a:lnTo>
                  <a:lnTo>
                    <a:pt x="4374153" y="1999879"/>
                  </a:lnTo>
                  <a:lnTo>
                    <a:pt x="4322564" y="1999056"/>
                  </a:lnTo>
                  <a:lnTo>
                    <a:pt x="4271958" y="1997942"/>
                  </a:lnTo>
                  <a:lnTo>
                    <a:pt x="4222292" y="1996630"/>
                  </a:lnTo>
                  <a:lnTo>
                    <a:pt x="4173523" y="1995215"/>
                  </a:lnTo>
                  <a:lnTo>
                    <a:pt x="4125605" y="1993792"/>
                  </a:lnTo>
                  <a:lnTo>
                    <a:pt x="4078495" y="1992454"/>
                  </a:lnTo>
                  <a:lnTo>
                    <a:pt x="4032148" y="1991296"/>
                  </a:lnTo>
                  <a:lnTo>
                    <a:pt x="3986522" y="1990412"/>
                  </a:lnTo>
                  <a:lnTo>
                    <a:pt x="3941572" y="1989896"/>
                  </a:lnTo>
                  <a:lnTo>
                    <a:pt x="3897253" y="1989843"/>
                  </a:lnTo>
                  <a:lnTo>
                    <a:pt x="3853523" y="1990348"/>
                  </a:lnTo>
                  <a:lnTo>
                    <a:pt x="3810336" y="1991504"/>
                  </a:lnTo>
                  <a:lnTo>
                    <a:pt x="3767649" y="1993406"/>
                  </a:lnTo>
                  <a:lnTo>
                    <a:pt x="3724017" y="1995596"/>
                  </a:lnTo>
                  <a:lnTo>
                    <a:pt x="3678167" y="1997555"/>
                  </a:lnTo>
                  <a:lnTo>
                    <a:pt x="3630378" y="1999279"/>
                  </a:lnTo>
                  <a:lnTo>
                    <a:pt x="3580927" y="2000768"/>
                  </a:lnTo>
                  <a:lnTo>
                    <a:pt x="3530091" y="2002018"/>
                  </a:lnTo>
                  <a:lnTo>
                    <a:pt x="3478150" y="2003029"/>
                  </a:lnTo>
                  <a:lnTo>
                    <a:pt x="3425380" y="2003797"/>
                  </a:lnTo>
                  <a:lnTo>
                    <a:pt x="3372060" y="2004321"/>
                  </a:lnTo>
                  <a:lnTo>
                    <a:pt x="3318466" y="2004599"/>
                  </a:lnTo>
                  <a:lnTo>
                    <a:pt x="3264877" y="2004629"/>
                  </a:lnTo>
                  <a:lnTo>
                    <a:pt x="3211570" y="2004409"/>
                  </a:lnTo>
                  <a:lnTo>
                    <a:pt x="3158823" y="2003937"/>
                  </a:lnTo>
                  <a:lnTo>
                    <a:pt x="3106915" y="2003211"/>
                  </a:lnTo>
                  <a:lnTo>
                    <a:pt x="3056122" y="2002228"/>
                  </a:lnTo>
                  <a:lnTo>
                    <a:pt x="3006722" y="2000988"/>
                  </a:lnTo>
                  <a:lnTo>
                    <a:pt x="2958993" y="1999487"/>
                  </a:lnTo>
                  <a:lnTo>
                    <a:pt x="2913213" y="1997725"/>
                  </a:lnTo>
                  <a:lnTo>
                    <a:pt x="2869660" y="1995698"/>
                  </a:lnTo>
                  <a:lnTo>
                    <a:pt x="2828611" y="1993406"/>
                  </a:lnTo>
                  <a:lnTo>
                    <a:pt x="2780401" y="1991045"/>
                  </a:lnTo>
                  <a:lnTo>
                    <a:pt x="2730347" y="1989593"/>
                  </a:lnTo>
                  <a:lnTo>
                    <a:pt x="2678796" y="1988922"/>
                  </a:lnTo>
                  <a:lnTo>
                    <a:pt x="2626096" y="1988905"/>
                  </a:lnTo>
                  <a:lnTo>
                    <a:pt x="2572592" y="1989415"/>
                  </a:lnTo>
                  <a:lnTo>
                    <a:pt x="2518633" y="1990325"/>
                  </a:lnTo>
                  <a:lnTo>
                    <a:pt x="2464564" y="1991507"/>
                  </a:lnTo>
                  <a:lnTo>
                    <a:pt x="2410734" y="1992834"/>
                  </a:lnTo>
                  <a:lnTo>
                    <a:pt x="2357488" y="1994179"/>
                  </a:lnTo>
                  <a:lnTo>
                    <a:pt x="2305174" y="1995415"/>
                  </a:lnTo>
                  <a:lnTo>
                    <a:pt x="2254139" y="1996414"/>
                  </a:lnTo>
                  <a:lnTo>
                    <a:pt x="2204730" y="1997049"/>
                  </a:lnTo>
                  <a:lnTo>
                    <a:pt x="2157293" y="1997193"/>
                  </a:lnTo>
                  <a:lnTo>
                    <a:pt x="2112176" y="1996719"/>
                  </a:lnTo>
                  <a:lnTo>
                    <a:pt x="2069726" y="1995499"/>
                  </a:lnTo>
                  <a:lnTo>
                    <a:pt x="2030289" y="1993406"/>
                  </a:lnTo>
                  <a:lnTo>
                    <a:pt x="1995392" y="1991682"/>
                  </a:lnTo>
                  <a:lnTo>
                    <a:pt x="1958021" y="1990943"/>
                  </a:lnTo>
                  <a:lnTo>
                    <a:pt x="1918315" y="1991042"/>
                  </a:lnTo>
                  <a:lnTo>
                    <a:pt x="1876415" y="1991832"/>
                  </a:lnTo>
                  <a:lnTo>
                    <a:pt x="1832461" y="1993168"/>
                  </a:lnTo>
                  <a:lnTo>
                    <a:pt x="1786595" y="1994901"/>
                  </a:lnTo>
                  <a:lnTo>
                    <a:pt x="1738956" y="1996887"/>
                  </a:lnTo>
                  <a:lnTo>
                    <a:pt x="1689685" y="1998977"/>
                  </a:lnTo>
                  <a:lnTo>
                    <a:pt x="1638923" y="2001026"/>
                  </a:lnTo>
                  <a:lnTo>
                    <a:pt x="1586809" y="2002886"/>
                  </a:lnTo>
                  <a:lnTo>
                    <a:pt x="1533485" y="2004412"/>
                  </a:lnTo>
                  <a:lnTo>
                    <a:pt x="1479090" y="2005456"/>
                  </a:lnTo>
                  <a:lnTo>
                    <a:pt x="1423766" y="2005873"/>
                  </a:lnTo>
                  <a:lnTo>
                    <a:pt x="1367653" y="2005515"/>
                  </a:lnTo>
                  <a:lnTo>
                    <a:pt x="1310890" y="2004236"/>
                  </a:lnTo>
                  <a:lnTo>
                    <a:pt x="1253619" y="2001889"/>
                  </a:lnTo>
                  <a:lnTo>
                    <a:pt x="1195980" y="1998328"/>
                  </a:lnTo>
                  <a:lnTo>
                    <a:pt x="1138114" y="1993406"/>
                  </a:lnTo>
                  <a:lnTo>
                    <a:pt x="1089766" y="1989043"/>
                  </a:lnTo>
                  <a:lnTo>
                    <a:pt x="1039639" y="1985193"/>
                  </a:lnTo>
                  <a:lnTo>
                    <a:pt x="987957" y="1981841"/>
                  </a:lnTo>
                  <a:lnTo>
                    <a:pt x="934948" y="1978973"/>
                  </a:lnTo>
                  <a:lnTo>
                    <a:pt x="880836" y="1976574"/>
                  </a:lnTo>
                  <a:lnTo>
                    <a:pt x="825849" y="1974630"/>
                  </a:lnTo>
                  <a:lnTo>
                    <a:pt x="770211" y="1973125"/>
                  </a:lnTo>
                  <a:lnTo>
                    <a:pt x="714148" y="1972046"/>
                  </a:lnTo>
                  <a:lnTo>
                    <a:pt x="657888" y="1971377"/>
                  </a:lnTo>
                  <a:lnTo>
                    <a:pt x="601655" y="1971104"/>
                  </a:lnTo>
                  <a:lnTo>
                    <a:pt x="545675" y="1971212"/>
                  </a:lnTo>
                  <a:lnTo>
                    <a:pt x="490175" y="1971688"/>
                  </a:lnTo>
                  <a:lnTo>
                    <a:pt x="435380" y="1972515"/>
                  </a:lnTo>
                  <a:lnTo>
                    <a:pt x="381516" y="1973681"/>
                  </a:lnTo>
                  <a:lnTo>
                    <a:pt x="328810" y="1975169"/>
                  </a:lnTo>
                  <a:lnTo>
                    <a:pt x="277487" y="1976966"/>
                  </a:lnTo>
                  <a:lnTo>
                    <a:pt x="227772" y="1979056"/>
                  </a:lnTo>
                  <a:lnTo>
                    <a:pt x="179893" y="1981426"/>
                  </a:lnTo>
                  <a:lnTo>
                    <a:pt x="134074" y="1984060"/>
                  </a:lnTo>
                  <a:lnTo>
                    <a:pt x="90543" y="1986945"/>
                  </a:lnTo>
                  <a:lnTo>
                    <a:pt x="49524" y="1990065"/>
                  </a:lnTo>
                  <a:lnTo>
                    <a:pt x="11243" y="1993406"/>
                  </a:lnTo>
                  <a:lnTo>
                    <a:pt x="11091" y="1935016"/>
                  </a:lnTo>
                  <a:lnTo>
                    <a:pt x="10141" y="1880816"/>
                  </a:lnTo>
                  <a:lnTo>
                    <a:pt x="8616" y="1830078"/>
                  </a:lnTo>
                  <a:lnTo>
                    <a:pt x="6742" y="1782078"/>
                  </a:lnTo>
                  <a:lnTo>
                    <a:pt x="4744" y="1736088"/>
                  </a:lnTo>
                  <a:lnTo>
                    <a:pt x="2845" y="1691383"/>
                  </a:lnTo>
                  <a:lnTo>
                    <a:pt x="1272" y="1647237"/>
                  </a:lnTo>
                  <a:lnTo>
                    <a:pt x="249" y="1602925"/>
                  </a:lnTo>
                  <a:lnTo>
                    <a:pt x="0" y="1557720"/>
                  </a:lnTo>
                  <a:lnTo>
                    <a:pt x="750" y="1510896"/>
                  </a:lnTo>
                  <a:lnTo>
                    <a:pt x="2724" y="1461727"/>
                  </a:lnTo>
                  <a:lnTo>
                    <a:pt x="6147" y="1409488"/>
                  </a:lnTo>
                  <a:lnTo>
                    <a:pt x="11243" y="1353453"/>
                  </a:lnTo>
                  <a:lnTo>
                    <a:pt x="17193" y="1291315"/>
                  </a:lnTo>
                  <a:lnTo>
                    <a:pt x="22029" y="1231020"/>
                  </a:lnTo>
                  <a:lnTo>
                    <a:pt x="25763" y="1172676"/>
                  </a:lnTo>
                  <a:lnTo>
                    <a:pt x="28402" y="1116391"/>
                  </a:lnTo>
                  <a:lnTo>
                    <a:pt x="29957" y="1062271"/>
                  </a:lnTo>
                  <a:lnTo>
                    <a:pt x="30436" y="1010426"/>
                  </a:lnTo>
                  <a:lnTo>
                    <a:pt x="29849" y="960961"/>
                  </a:lnTo>
                  <a:lnTo>
                    <a:pt x="28205" y="913986"/>
                  </a:lnTo>
                  <a:lnTo>
                    <a:pt x="25513" y="869606"/>
                  </a:lnTo>
                  <a:lnTo>
                    <a:pt x="21782" y="827931"/>
                  </a:lnTo>
                  <a:lnTo>
                    <a:pt x="17023" y="789068"/>
                  </a:lnTo>
                  <a:lnTo>
                    <a:pt x="11243" y="753124"/>
                  </a:lnTo>
                  <a:lnTo>
                    <a:pt x="7057" y="723881"/>
                  </a:lnTo>
                  <a:lnTo>
                    <a:pt x="4410" y="691384"/>
                  </a:lnTo>
                  <a:lnTo>
                    <a:pt x="3087" y="655723"/>
                  </a:lnTo>
                  <a:lnTo>
                    <a:pt x="2869" y="616988"/>
                  </a:lnTo>
                  <a:lnTo>
                    <a:pt x="3539" y="575272"/>
                  </a:lnTo>
                  <a:lnTo>
                    <a:pt x="4879" y="530664"/>
                  </a:lnTo>
                  <a:lnTo>
                    <a:pt x="6673" y="483257"/>
                  </a:lnTo>
                  <a:lnTo>
                    <a:pt x="8702" y="433140"/>
                  </a:lnTo>
                  <a:lnTo>
                    <a:pt x="10749" y="380405"/>
                  </a:lnTo>
                  <a:lnTo>
                    <a:pt x="12598" y="325143"/>
                  </a:lnTo>
                  <a:lnTo>
                    <a:pt x="14030" y="267445"/>
                  </a:lnTo>
                  <a:lnTo>
                    <a:pt x="14828" y="207402"/>
                  </a:lnTo>
                  <a:lnTo>
                    <a:pt x="14774" y="145104"/>
                  </a:lnTo>
                  <a:lnTo>
                    <a:pt x="13652" y="80643"/>
                  </a:lnTo>
                  <a:lnTo>
                    <a:pt x="11243" y="14111"/>
                  </a:lnTo>
                  <a:close/>
                </a:path>
                <a:path w="4723130" h="2011045">
                  <a:moveTo>
                    <a:pt x="11243" y="14111"/>
                  </a:moveTo>
                  <a:lnTo>
                    <a:pt x="87058" y="25293"/>
                  </a:lnTo>
                  <a:lnTo>
                    <a:pt x="127246" y="29863"/>
                  </a:lnTo>
                  <a:lnTo>
                    <a:pt x="168914" y="33758"/>
                  </a:lnTo>
                  <a:lnTo>
                    <a:pt x="212029" y="36982"/>
                  </a:lnTo>
                  <a:lnTo>
                    <a:pt x="256562" y="39539"/>
                  </a:lnTo>
                  <a:lnTo>
                    <a:pt x="302480" y="41435"/>
                  </a:lnTo>
                  <a:lnTo>
                    <a:pt x="349754" y="42672"/>
                  </a:lnTo>
                  <a:lnTo>
                    <a:pt x="398351" y="43256"/>
                  </a:lnTo>
                  <a:lnTo>
                    <a:pt x="448240" y="43191"/>
                  </a:lnTo>
                  <a:lnTo>
                    <a:pt x="499392" y="42482"/>
                  </a:lnTo>
                  <a:lnTo>
                    <a:pt x="551773" y="41131"/>
                  </a:lnTo>
                  <a:lnTo>
                    <a:pt x="605354" y="39145"/>
                  </a:lnTo>
                  <a:lnTo>
                    <a:pt x="660103" y="36527"/>
                  </a:lnTo>
                  <a:lnTo>
                    <a:pt x="715989" y="33281"/>
                  </a:lnTo>
                  <a:lnTo>
                    <a:pt x="772981" y="29412"/>
                  </a:lnTo>
                  <a:lnTo>
                    <a:pt x="831048" y="24925"/>
                  </a:lnTo>
                  <a:lnTo>
                    <a:pt x="890158" y="19823"/>
                  </a:lnTo>
                  <a:lnTo>
                    <a:pt x="950281" y="14111"/>
                  </a:lnTo>
                  <a:lnTo>
                    <a:pt x="1019289" y="8107"/>
                  </a:lnTo>
                  <a:lnTo>
                    <a:pt x="1082727" y="4156"/>
                  </a:lnTo>
                  <a:lnTo>
                    <a:pt x="1141241" y="1991"/>
                  </a:lnTo>
                  <a:lnTo>
                    <a:pt x="1195481" y="1341"/>
                  </a:lnTo>
                  <a:lnTo>
                    <a:pt x="1246092" y="1940"/>
                  </a:lnTo>
                  <a:lnTo>
                    <a:pt x="1293724" y="3518"/>
                  </a:lnTo>
                  <a:lnTo>
                    <a:pt x="1339023" y="5807"/>
                  </a:lnTo>
                  <a:lnTo>
                    <a:pt x="1382637" y="8538"/>
                  </a:lnTo>
                  <a:lnTo>
                    <a:pt x="1425214" y="11444"/>
                  </a:lnTo>
                  <a:lnTo>
                    <a:pt x="1467401" y="14256"/>
                  </a:lnTo>
                  <a:lnTo>
                    <a:pt x="1509846" y="16704"/>
                  </a:lnTo>
                  <a:lnTo>
                    <a:pt x="1553196" y="18522"/>
                  </a:lnTo>
                  <a:lnTo>
                    <a:pt x="1598099" y="19440"/>
                  </a:lnTo>
                  <a:lnTo>
                    <a:pt x="1645203" y="19189"/>
                  </a:lnTo>
                  <a:lnTo>
                    <a:pt x="1695155" y="17502"/>
                  </a:lnTo>
                  <a:lnTo>
                    <a:pt x="1748603" y="14111"/>
                  </a:lnTo>
                  <a:lnTo>
                    <a:pt x="1799939" y="10497"/>
                  </a:lnTo>
                  <a:lnTo>
                    <a:pt x="1849851" y="7720"/>
                  </a:lnTo>
                  <a:lnTo>
                    <a:pt x="1898582" y="5701"/>
                  </a:lnTo>
                  <a:lnTo>
                    <a:pt x="1946377" y="4364"/>
                  </a:lnTo>
                  <a:lnTo>
                    <a:pt x="1993482" y="3632"/>
                  </a:lnTo>
                  <a:lnTo>
                    <a:pt x="2040139" y="3429"/>
                  </a:lnTo>
                  <a:lnTo>
                    <a:pt x="2086594" y="3677"/>
                  </a:lnTo>
                  <a:lnTo>
                    <a:pt x="2133091" y="4300"/>
                  </a:lnTo>
                  <a:lnTo>
                    <a:pt x="2179875" y="5222"/>
                  </a:lnTo>
                  <a:lnTo>
                    <a:pt x="2227189" y="6364"/>
                  </a:lnTo>
                  <a:lnTo>
                    <a:pt x="2275279" y="7651"/>
                  </a:lnTo>
                  <a:lnTo>
                    <a:pt x="2324389" y="9006"/>
                  </a:lnTo>
                  <a:lnTo>
                    <a:pt x="2374762" y="10352"/>
                  </a:lnTo>
                  <a:lnTo>
                    <a:pt x="2426645" y="11612"/>
                  </a:lnTo>
                  <a:lnTo>
                    <a:pt x="2480280" y="12710"/>
                  </a:lnTo>
                  <a:lnTo>
                    <a:pt x="2535913" y="13568"/>
                  </a:lnTo>
                  <a:lnTo>
                    <a:pt x="2593788" y="14111"/>
                  </a:lnTo>
                  <a:lnTo>
                    <a:pt x="2648709" y="14226"/>
                  </a:lnTo>
                  <a:lnTo>
                    <a:pt x="2702043" y="13943"/>
                  </a:lnTo>
                  <a:lnTo>
                    <a:pt x="2753970" y="13334"/>
                  </a:lnTo>
                  <a:lnTo>
                    <a:pt x="2804669" y="12472"/>
                  </a:lnTo>
                  <a:lnTo>
                    <a:pt x="2854318" y="11427"/>
                  </a:lnTo>
                  <a:lnTo>
                    <a:pt x="2903099" y="10272"/>
                  </a:lnTo>
                  <a:lnTo>
                    <a:pt x="2951190" y="9080"/>
                  </a:lnTo>
                  <a:lnTo>
                    <a:pt x="2998770" y="7923"/>
                  </a:lnTo>
                  <a:lnTo>
                    <a:pt x="3046019" y="6872"/>
                  </a:lnTo>
                  <a:lnTo>
                    <a:pt x="3093117" y="5999"/>
                  </a:lnTo>
                  <a:lnTo>
                    <a:pt x="3140242" y="5378"/>
                  </a:lnTo>
                  <a:lnTo>
                    <a:pt x="3187574" y="5079"/>
                  </a:lnTo>
                  <a:lnTo>
                    <a:pt x="3235293" y="5176"/>
                  </a:lnTo>
                  <a:lnTo>
                    <a:pt x="3283578" y="5740"/>
                  </a:lnTo>
                  <a:lnTo>
                    <a:pt x="3332608" y="6843"/>
                  </a:lnTo>
                  <a:lnTo>
                    <a:pt x="3382562" y="8558"/>
                  </a:lnTo>
                  <a:lnTo>
                    <a:pt x="3433621" y="10957"/>
                  </a:lnTo>
                  <a:lnTo>
                    <a:pt x="3485963" y="14111"/>
                  </a:lnTo>
                  <a:lnTo>
                    <a:pt x="3525788" y="16367"/>
                  </a:lnTo>
                  <a:lnTo>
                    <a:pt x="3565799" y="17855"/>
                  </a:lnTo>
                  <a:lnTo>
                    <a:pt x="3606102" y="18653"/>
                  </a:lnTo>
                  <a:lnTo>
                    <a:pt x="3646802" y="18838"/>
                  </a:lnTo>
                  <a:lnTo>
                    <a:pt x="3688005" y="18488"/>
                  </a:lnTo>
                  <a:lnTo>
                    <a:pt x="3729817" y="17682"/>
                  </a:lnTo>
                  <a:lnTo>
                    <a:pt x="3772343" y="16498"/>
                  </a:lnTo>
                  <a:lnTo>
                    <a:pt x="3815688" y="15014"/>
                  </a:lnTo>
                  <a:lnTo>
                    <a:pt x="3859959" y="13307"/>
                  </a:lnTo>
                  <a:lnTo>
                    <a:pt x="3905260" y="11456"/>
                  </a:lnTo>
                  <a:lnTo>
                    <a:pt x="3951697" y="9539"/>
                  </a:lnTo>
                  <a:lnTo>
                    <a:pt x="3999377" y="7634"/>
                  </a:lnTo>
                  <a:lnTo>
                    <a:pt x="4048403" y="5818"/>
                  </a:lnTo>
                  <a:lnTo>
                    <a:pt x="4098883" y="4171"/>
                  </a:lnTo>
                  <a:lnTo>
                    <a:pt x="4150921" y="2770"/>
                  </a:lnTo>
                  <a:lnTo>
                    <a:pt x="4204623" y="1693"/>
                  </a:lnTo>
                  <a:lnTo>
                    <a:pt x="4260095" y="1018"/>
                  </a:lnTo>
                  <a:lnTo>
                    <a:pt x="4317442" y="823"/>
                  </a:lnTo>
                  <a:lnTo>
                    <a:pt x="4376770" y="1187"/>
                  </a:lnTo>
                  <a:lnTo>
                    <a:pt x="4438184" y="2187"/>
                  </a:lnTo>
                  <a:lnTo>
                    <a:pt x="4501790" y="3901"/>
                  </a:lnTo>
                  <a:lnTo>
                    <a:pt x="4567693" y="6408"/>
                  </a:lnTo>
                  <a:lnTo>
                    <a:pt x="4635999" y="9785"/>
                  </a:lnTo>
                  <a:lnTo>
                    <a:pt x="4706814" y="14111"/>
                  </a:lnTo>
                  <a:lnTo>
                    <a:pt x="4706681" y="57886"/>
                  </a:lnTo>
                  <a:lnTo>
                    <a:pt x="4706435" y="105327"/>
                  </a:lnTo>
                  <a:lnTo>
                    <a:pt x="4706118" y="155765"/>
                  </a:lnTo>
                  <a:lnTo>
                    <a:pt x="4705770" y="208533"/>
                  </a:lnTo>
                  <a:lnTo>
                    <a:pt x="4705433" y="262963"/>
                  </a:lnTo>
                  <a:lnTo>
                    <a:pt x="4705147" y="318387"/>
                  </a:lnTo>
                  <a:lnTo>
                    <a:pt x="4704954" y="374136"/>
                  </a:lnTo>
                  <a:lnTo>
                    <a:pt x="4704895" y="429542"/>
                  </a:lnTo>
                  <a:lnTo>
                    <a:pt x="4705010" y="483937"/>
                  </a:lnTo>
                  <a:lnTo>
                    <a:pt x="4705341" y="536654"/>
                  </a:lnTo>
                  <a:lnTo>
                    <a:pt x="4705929" y="587024"/>
                  </a:lnTo>
                  <a:lnTo>
                    <a:pt x="4706814" y="634379"/>
                  </a:lnTo>
                  <a:lnTo>
                    <a:pt x="4707095" y="678658"/>
                  </a:lnTo>
                  <a:lnTo>
                    <a:pt x="4706208" y="726778"/>
                  </a:lnTo>
                  <a:lnTo>
                    <a:pt x="4704457" y="777915"/>
                  </a:lnTo>
                  <a:lnTo>
                    <a:pt x="4702151" y="831248"/>
                  </a:lnTo>
                  <a:lnTo>
                    <a:pt x="4699593" y="885953"/>
                  </a:lnTo>
                  <a:lnTo>
                    <a:pt x="4697091" y="941208"/>
                  </a:lnTo>
                  <a:lnTo>
                    <a:pt x="4694949" y="996192"/>
                  </a:lnTo>
                  <a:lnTo>
                    <a:pt x="4693475" y="1050081"/>
                  </a:lnTo>
                  <a:lnTo>
                    <a:pt x="4692973" y="1102054"/>
                  </a:lnTo>
                  <a:lnTo>
                    <a:pt x="4693751" y="1151288"/>
                  </a:lnTo>
                  <a:lnTo>
                    <a:pt x="4696113" y="1196960"/>
                  </a:lnTo>
                  <a:lnTo>
                    <a:pt x="4700365" y="1238249"/>
                  </a:lnTo>
                  <a:lnTo>
                    <a:pt x="4706814" y="1274332"/>
                  </a:lnTo>
                  <a:lnTo>
                    <a:pt x="4712953" y="1309122"/>
                  </a:lnTo>
                  <a:lnTo>
                    <a:pt x="4717305" y="1351060"/>
                  </a:lnTo>
                  <a:lnTo>
                    <a:pt x="4720079" y="1398995"/>
                  </a:lnTo>
                  <a:lnTo>
                    <a:pt x="4721488" y="1451778"/>
                  </a:lnTo>
                  <a:lnTo>
                    <a:pt x="4721741" y="1508261"/>
                  </a:lnTo>
                  <a:lnTo>
                    <a:pt x="4721050" y="1567293"/>
                  </a:lnTo>
                  <a:lnTo>
                    <a:pt x="4719625" y="1627725"/>
                  </a:lnTo>
                  <a:lnTo>
                    <a:pt x="4717678" y="1688408"/>
                  </a:lnTo>
                  <a:lnTo>
                    <a:pt x="4715418" y="1748192"/>
                  </a:lnTo>
                  <a:lnTo>
                    <a:pt x="4713057" y="1805928"/>
                  </a:lnTo>
                  <a:lnTo>
                    <a:pt x="4710805" y="1860467"/>
                  </a:lnTo>
                  <a:lnTo>
                    <a:pt x="4708874" y="1910659"/>
                  </a:lnTo>
                  <a:lnTo>
                    <a:pt x="4707473" y="1955355"/>
                  </a:lnTo>
                  <a:lnTo>
                    <a:pt x="4706814" y="1993406"/>
                  </a:lnTo>
                  <a:lnTo>
                    <a:pt x="4662183" y="1993084"/>
                  </a:lnTo>
                  <a:lnTo>
                    <a:pt x="4618181" y="1993284"/>
                  </a:lnTo>
                  <a:lnTo>
                    <a:pt x="4574581" y="1993917"/>
                  </a:lnTo>
                  <a:lnTo>
                    <a:pt x="4531157" y="1994891"/>
                  </a:lnTo>
                  <a:lnTo>
                    <a:pt x="4487682" y="1996115"/>
                  </a:lnTo>
                  <a:lnTo>
                    <a:pt x="4443929" y="1997498"/>
                  </a:lnTo>
                  <a:lnTo>
                    <a:pt x="4399671" y="1998949"/>
                  </a:lnTo>
                  <a:lnTo>
                    <a:pt x="4354681" y="2000378"/>
                  </a:lnTo>
                  <a:lnTo>
                    <a:pt x="4308733" y="2001692"/>
                  </a:lnTo>
                  <a:lnTo>
                    <a:pt x="4261599" y="2002803"/>
                  </a:lnTo>
                  <a:lnTo>
                    <a:pt x="4213053" y="2003617"/>
                  </a:lnTo>
                  <a:lnTo>
                    <a:pt x="4162869" y="2004045"/>
                  </a:lnTo>
                  <a:lnTo>
                    <a:pt x="4110818" y="2003996"/>
                  </a:lnTo>
                  <a:lnTo>
                    <a:pt x="4056675" y="2003379"/>
                  </a:lnTo>
                  <a:lnTo>
                    <a:pt x="4000212" y="2002102"/>
                  </a:lnTo>
                  <a:lnTo>
                    <a:pt x="3941203" y="2000074"/>
                  </a:lnTo>
                  <a:lnTo>
                    <a:pt x="3879421" y="1997206"/>
                  </a:lnTo>
                  <a:lnTo>
                    <a:pt x="3814639" y="1993406"/>
                  </a:lnTo>
                  <a:lnTo>
                    <a:pt x="3754176" y="1989496"/>
                  </a:lnTo>
                  <a:lnTo>
                    <a:pt x="3698140" y="1985885"/>
                  </a:lnTo>
                  <a:lnTo>
                    <a:pt x="3645966" y="1982597"/>
                  </a:lnTo>
                  <a:lnTo>
                    <a:pt x="3597090" y="1979654"/>
                  </a:lnTo>
                  <a:lnTo>
                    <a:pt x="3550946" y="1977082"/>
                  </a:lnTo>
                  <a:lnTo>
                    <a:pt x="3506969" y="1974905"/>
                  </a:lnTo>
                  <a:lnTo>
                    <a:pt x="3464595" y="1973146"/>
                  </a:lnTo>
                  <a:lnTo>
                    <a:pt x="3423259" y="1971829"/>
                  </a:lnTo>
                  <a:lnTo>
                    <a:pt x="3382395" y="1970979"/>
                  </a:lnTo>
                  <a:lnTo>
                    <a:pt x="3341439" y="1970619"/>
                  </a:lnTo>
                  <a:lnTo>
                    <a:pt x="3299826" y="1970773"/>
                  </a:lnTo>
                  <a:lnTo>
                    <a:pt x="3256991" y="1971466"/>
                  </a:lnTo>
                  <a:lnTo>
                    <a:pt x="3212368" y="1972721"/>
                  </a:lnTo>
                  <a:lnTo>
                    <a:pt x="3165394" y="1974563"/>
                  </a:lnTo>
                  <a:lnTo>
                    <a:pt x="3115504" y="1977015"/>
                  </a:lnTo>
                  <a:lnTo>
                    <a:pt x="3062131" y="1980101"/>
                  </a:lnTo>
                  <a:lnTo>
                    <a:pt x="3004712" y="1983845"/>
                  </a:lnTo>
                  <a:lnTo>
                    <a:pt x="2942681" y="1988272"/>
                  </a:lnTo>
                  <a:lnTo>
                    <a:pt x="2875474" y="1993406"/>
                  </a:lnTo>
                  <a:lnTo>
                    <a:pt x="2808460" y="1998422"/>
                  </a:lnTo>
                  <a:lnTo>
                    <a:pt x="2746930" y="2002488"/>
                  </a:lnTo>
                  <a:lnTo>
                    <a:pt x="2690260" y="2005673"/>
                  </a:lnTo>
                  <a:lnTo>
                    <a:pt x="2637829" y="2008047"/>
                  </a:lnTo>
                  <a:lnTo>
                    <a:pt x="2589013" y="2009678"/>
                  </a:lnTo>
                  <a:lnTo>
                    <a:pt x="2543190" y="2010637"/>
                  </a:lnTo>
                  <a:lnTo>
                    <a:pt x="2499736" y="2010992"/>
                  </a:lnTo>
                  <a:lnTo>
                    <a:pt x="2458029" y="2010812"/>
                  </a:lnTo>
                  <a:lnTo>
                    <a:pt x="2417447" y="2010168"/>
                  </a:lnTo>
                  <a:lnTo>
                    <a:pt x="2377366" y="2009128"/>
                  </a:lnTo>
                  <a:lnTo>
                    <a:pt x="2337163" y="2007762"/>
                  </a:lnTo>
                  <a:lnTo>
                    <a:pt x="2296217" y="2006139"/>
                  </a:lnTo>
                  <a:lnTo>
                    <a:pt x="2253903" y="2004328"/>
                  </a:lnTo>
                  <a:lnTo>
                    <a:pt x="2209599" y="2002399"/>
                  </a:lnTo>
                  <a:lnTo>
                    <a:pt x="2162683" y="2000421"/>
                  </a:lnTo>
                  <a:lnTo>
                    <a:pt x="2112532" y="1998464"/>
                  </a:lnTo>
                  <a:lnTo>
                    <a:pt x="2058522" y="1996595"/>
                  </a:lnTo>
                  <a:lnTo>
                    <a:pt x="2000031" y="1994886"/>
                  </a:lnTo>
                  <a:lnTo>
                    <a:pt x="1936436" y="1993406"/>
                  </a:lnTo>
                  <a:lnTo>
                    <a:pt x="1873999" y="1992512"/>
                  </a:lnTo>
                  <a:lnTo>
                    <a:pt x="1812778" y="1992315"/>
                  </a:lnTo>
                  <a:lnTo>
                    <a:pt x="1752800" y="1992716"/>
                  </a:lnTo>
                  <a:lnTo>
                    <a:pt x="1694095" y="1993613"/>
                  </a:lnTo>
                  <a:lnTo>
                    <a:pt x="1636688" y="1994906"/>
                  </a:lnTo>
                  <a:lnTo>
                    <a:pt x="1580609" y="1996494"/>
                  </a:lnTo>
                  <a:lnTo>
                    <a:pt x="1525884" y="1998277"/>
                  </a:lnTo>
                  <a:lnTo>
                    <a:pt x="1472541" y="2000154"/>
                  </a:lnTo>
                  <a:lnTo>
                    <a:pt x="1420607" y="2002024"/>
                  </a:lnTo>
                  <a:lnTo>
                    <a:pt x="1370111" y="2003788"/>
                  </a:lnTo>
                  <a:lnTo>
                    <a:pt x="1321080" y="2005344"/>
                  </a:lnTo>
                  <a:lnTo>
                    <a:pt x="1273542" y="2006591"/>
                  </a:lnTo>
                  <a:lnTo>
                    <a:pt x="1227524" y="2007430"/>
                  </a:lnTo>
                  <a:lnTo>
                    <a:pt x="1183053" y="2007759"/>
                  </a:lnTo>
                  <a:lnTo>
                    <a:pt x="1140158" y="2007479"/>
                  </a:lnTo>
                  <a:lnTo>
                    <a:pt x="1098866" y="2006488"/>
                  </a:lnTo>
                  <a:lnTo>
                    <a:pt x="1059205" y="2004685"/>
                  </a:lnTo>
                  <a:lnTo>
                    <a:pt x="984885" y="1998245"/>
                  </a:lnTo>
                  <a:lnTo>
                    <a:pt x="950281" y="1993406"/>
                  </a:lnTo>
                  <a:lnTo>
                    <a:pt x="912801" y="1988342"/>
                  </a:lnTo>
                  <a:lnTo>
                    <a:pt x="871624" y="1984469"/>
                  </a:lnTo>
                  <a:lnTo>
                    <a:pt x="827170" y="1981674"/>
                  </a:lnTo>
                  <a:lnTo>
                    <a:pt x="779856" y="1979848"/>
                  </a:lnTo>
                  <a:lnTo>
                    <a:pt x="730100" y="1978879"/>
                  </a:lnTo>
                  <a:lnTo>
                    <a:pt x="678321" y="1978657"/>
                  </a:lnTo>
                  <a:lnTo>
                    <a:pt x="624936" y="1979072"/>
                  </a:lnTo>
                  <a:lnTo>
                    <a:pt x="570363" y="1980012"/>
                  </a:lnTo>
                  <a:lnTo>
                    <a:pt x="515021" y="1981367"/>
                  </a:lnTo>
                  <a:lnTo>
                    <a:pt x="459327" y="1983027"/>
                  </a:lnTo>
                  <a:lnTo>
                    <a:pt x="403700" y="1984881"/>
                  </a:lnTo>
                  <a:lnTo>
                    <a:pt x="348557" y="1986817"/>
                  </a:lnTo>
                  <a:lnTo>
                    <a:pt x="294317" y="1988726"/>
                  </a:lnTo>
                  <a:lnTo>
                    <a:pt x="241398" y="1990497"/>
                  </a:lnTo>
                  <a:lnTo>
                    <a:pt x="190217" y="1992019"/>
                  </a:lnTo>
                  <a:lnTo>
                    <a:pt x="141193" y="1993182"/>
                  </a:lnTo>
                  <a:lnTo>
                    <a:pt x="94744" y="1993874"/>
                  </a:lnTo>
                  <a:lnTo>
                    <a:pt x="51288" y="1993986"/>
                  </a:lnTo>
                  <a:lnTo>
                    <a:pt x="11243" y="1993406"/>
                  </a:lnTo>
                  <a:lnTo>
                    <a:pt x="7588" y="1931316"/>
                  </a:lnTo>
                  <a:lnTo>
                    <a:pt x="4885" y="1870869"/>
                  </a:lnTo>
                  <a:lnTo>
                    <a:pt x="3037" y="1812121"/>
                  </a:lnTo>
                  <a:lnTo>
                    <a:pt x="1946" y="1755128"/>
                  </a:lnTo>
                  <a:lnTo>
                    <a:pt x="1515" y="1699947"/>
                  </a:lnTo>
                  <a:lnTo>
                    <a:pt x="1646" y="1646633"/>
                  </a:lnTo>
                  <a:lnTo>
                    <a:pt x="2242" y="1595245"/>
                  </a:lnTo>
                  <a:lnTo>
                    <a:pt x="3206" y="1545837"/>
                  </a:lnTo>
                  <a:lnTo>
                    <a:pt x="4439" y="1498466"/>
                  </a:lnTo>
                  <a:lnTo>
                    <a:pt x="5845" y="1453189"/>
                  </a:lnTo>
                  <a:lnTo>
                    <a:pt x="7326" y="1410062"/>
                  </a:lnTo>
                  <a:lnTo>
                    <a:pt x="8784" y="1369141"/>
                  </a:lnTo>
                  <a:lnTo>
                    <a:pt x="10122" y="1330483"/>
                  </a:lnTo>
                  <a:lnTo>
                    <a:pt x="11243" y="1294144"/>
                  </a:lnTo>
                  <a:lnTo>
                    <a:pt x="12706" y="1250846"/>
                  </a:lnTo>
                  <a:lnTo>
                    <a:pt x="14709" y="1203554"/>
                  </a:lnTo>
                  <a:lnTo>
                    <a:pt x="17012" y="1153007"/>
                  </a:lnTo>
                  <a:lnTo>
                    <a:pt x="19371" y="1099946"/>
                  </a:lnTo>
                  <a:lnTo>
                    <a:pt x="21545" y="1045113"/>
                  </a:lnTo>
                  <a:lnTo>
                    <a:pt x="23292" y="989248"/>
                  </a:lnTo>
                  <a:lnTo>
                    <a:pt x="24370" y="933092"/>
                  </a:lnTo>
                  <a:lnTo>
                    <a:pt x="24536" y="877386"/>
                  </a:lnTo>
                  <a:lnTo>
                    <a:pt x="23548" y="822870"/>
                  </a:lnTo>
                  <a:lnTo>
                    <a:pt x="21165" y="770286"/>
                  </a:lnTo>
                  <a:lnTo>
                    <a:pt x="17144" y="720374"/>
                  </a:lnTo>
                  <a:lnTo>
                    <a:pt x="11243" y="673876"/>
                  </a:lnTo>
                  <a:lnTo>
                    <a:pt x="6157" y="632613"/>
                  </a:lnTo>
                  <a:lnTo>
                    <a:pt x="3456" y="590812"/>
                  </a:lnTo>
                  <a:lnTo>
                    <a:pt x="2721" y="548190"/>
                  </a:lnTo>
                  <a:lnTo>
                    <a:pt x="3533" y="504461"/>
                  </a:lnTo>
                  <a:lnTo>
                    <a:pt x="5472" y="459340"/>
                  </a:lnTo>
                  <a:lnTo>
                    <a:pt x="8119" y="412543"/>
                  </a:lnTo>
                  <a:lnTo>
                    <a:pt x="11054" y="363785"/>
                  </a:lnTo>
                  <a:lnTo>
                    <a:pt x="13858" y="312782"/>
                  </a:lnTo>
                  <a:lnTo>
                    <a:pt x="16113" y="259248"/>
                  </a:lnTo>
                  <a:lnTo>
                    <a:pt x="17398" y="202898"/>
                  </a:lnTo>
                  <a:lnTo>
                    <a:pt x="17294" y="143449"/>
                  </a:lnTo>
                  <a:lnTo>
                    <a:pt x="15382" y="80614"/>
                  </a:lnTo>
                  <a:lnTo>
                    <a:pt x="11243" y="14111"/>
                  </a:lnTo>
                  <a:close/>
                </a:path>
              </a:pathLst>
            </a:custGeom>
            <a:ln w="9525">
              <a:solidFill>
                <a:srgbClr val="6F2F9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2513838" y="2863850"/>
            <a:ext cx="13227050" cy="6858634"/>
          </a:xfrm>
          <a:prstGeom prst="rect">
            <a:avLst/>
          </a:prstGeom>
          <a:ln w="9525">
            <a:solidFill>
              <a:srgbClr val="BEBEBE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500">
              <a:latin typeface="Times New Roman"/>
              <a:cs typeface="Times New Roman"/>
            </a:endParaRPr>
          </a:p>
          <a:p>
            <a:pPr marL="8724900" indent="-233045">
              <a:lnSpc>
                <a:spcPct val="100000"/>
              </a:lnSpc>
              <a:buSzPct val="73333"/>
              <a:buFont typeface="Arial"/>
              <a:buChar char="•"/>
              <a:tabLst>
                <a:tab pos="8724900" algn="l"/>
              </a:tabLst>
            </a:pP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1년</a:t>
            </a:r>
            <a:r>
              <a:rPr sz="15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이상 평균 2일에 1회</a:t>
            </a:r>
            <a:r>
              <a:rPr sz="15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수준의 장애 </a:t>
            </a: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발생</a:t>
            </a:r>
            <a:endParaRPr sz="1500">
              <a:latin typeface="Malgun Gothic"/>
              <a:cs typeface="Malgun Gothic"/>
            </a:endParaRPr>
          </a:p>
          <a:p>
            <a:pPr marL="8724900" indent="-233045">
              <a:lnSpc>
                <a:spcPct val="100000"/>
              </a:lnSpc>
              <a:spcBef>
                <a:spcPts val="900"/>
              </a:spcBef>
              <a:buSzPct val="73333"/>
              <a:buFont typeface="Arial"/>
              <a:buChar char="•"/>
              <a:tabLst>
                <a:tab pos="8724900" algn="l"/>
              </a:tabLst>
            </a:pP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솔루션</a:t>
            </a:r>
            <a:r>
              <a:rPr sz="15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가격</a:t>
            </a:r>
            <a:r>
              <a:rPr sz="15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및 상주 인원이 많아 비용</a:t>
            </a:r>
            <a:r>
              <a:rPr sz="15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발생이 </a:t>
            </a:r>
            <a:r>
              <a:rPr sz="1500" spc="-50" dirty="0">
                <a:solidFill>
                  <a:srgbClr val="FFFFFF"/>
                </a:solidFill>
                <a:latin typeface="Malgun Gothic"/>
                <a:cs typeface="Malgun Gothic"/>
              </a:rPr>
              <a:t>큼</a:t>
            </a:r>
            <a:endParaRPr sz="1500">
              <a:latin typeface="Malgun Gothic"/>
              <a:cs typeface="Malgun Gothic"/>
            </a:endParaRPr>
          </a:p>
          <a:p>
            <a:pPr marL="8724900" indent="-233045">
              <a:lnSpc>
                <a:spcPct val="100000"/>
              </a:lnSpc>
              <a:spcBef>
                <a:spcPts val="900"/>
              </a:spcBef>
              <a:buSzPct val="73333"/>
              <a:buFont typeface="Arial"/>
              <a:buChar char="•"/>
              <a:tabLst>
                <a:tab pos="8724900" algn="l"/>
              </a:tabLst>
            </a:pP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복잡한</a:t>
            </a: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파이프</a:t>
            </a:r>
            <a:r>
              <a:rPr sz="1500" spc="-2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라인으로</a:t>
            </a:r>
            <a:r>
              <a:rPr sz="15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데이터</a:t>
            </a:r>
            <a:r>
              <a:rPr sz="15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흐름</a:t>
            </a:r>
            <a:r>
              <a:rPr sz="15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파악</a:t>
            </a:r>
            <a:r>
              <a:rPr sz="15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불가</a:t>
            </a:r>
            <a:endParaRPr sz="1500">
              <a:latin typeface="Malgun Gothic"/>
              <a:cs typeface="Malgun Gothic"/>
            </a:endParaRPr>
          </a:p>
          <a:p>
            <a:pPr marL="8724900" indent="-233045">
              <a:lnSpc>
                <a:spcPct val="100000"/>
              </a:lnSpc>
              <a:spcBef>
                <a:spcPts val="890"/>
              </a:spcBef>
              <a:buSzPct val="73333"/>
              <a:buFont typeface="Arial"/>
              <a:buChar char="•"/>
              <a:tabLst>
                <a:tab pos="8724900" algn="l"/>
              </a:tabLst>
            </a:pP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비효율적인</a:t>
            </a:r>
            <a:r>
              <a:rPr sz="1500" spc="-1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파이프 라인</a:t>
            </a:r>
            <a:r>
              <a:rPr sz="15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구성으로 인한 속도 </a:t>
            </a: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이슈</a:t>
            </a:r>
            <a:endParaRPr sz="1500">
              <a:latin typeface="Malgun Gothic"/>
              <a:cs typeface="Malgun Gothic"/>
            </a:endParaRPr>
          </a:p>
          <a:p>
            <a:pPr marL="8724900" indent="-233045">
              <a:lnSpc>
                <a:spcPct val="100000"/>
              </a:lnSpc>
              <a:spcBef>
                <a:spcPts val="900"/>
              </a:spcBef>
              <a:buSzPct val="73333"/>
              <a:buFont typeface="Arial"/>
              <a:buChar char="•"/>
              <a:tabLst>
                <a:tab pos="8724900" algn="l"/>
              </a:tabLst>
            </a:pP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다양한</a:t>
            </a:r>
            <a:r>
              <a:rPr sz="1500" spc="-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솔루션</a:t>
            </a:r>
            <a:r>
              <a:rPr sz="1500" spc="-1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1500" dirty="0">
                <a:solidFill>
                  <a:srgbClr val="FFFFFF"/>
                </a:solidFill>
                <a:latin typeface="Malgun Gothic"/>
                <a:cs typeface="Malgun Gothic"/>
              </a:rPr>
              <a:t>사용에 따른 관리 포인트 </a:t>
            </a:r>
            <a:r>
              <a:rPr sz="1500" spc="-25" dirty="0">
                <a:solidFill>
                  <a:srgbClr val="FFFFFF"/>
                </a:solidFill>
                <a:latin typeface="Malgun Gothic"/>
                <a:cs typeface="Malgun Gothic"/>
              </a:rPr>
              <a:t>증가</a:t>
            </a:r>
            <a:endParaRPr sz="1500">
              <a:latin typeface="Malgun Gothic"/>
              <a:cs typeface="Malgun Gothic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55434" y="4144390"/>
            <a:ext cx="4458970" cy="687705"/>
          </a:xfrm>
          <a:custGeom>
            <a:avLst/>
            <a:gdLst/>
            <a:ahLst/>
            <a:cxnLst/>
            <a:rect l="l" t="t" r="r" b="b"/>
            <a:pathLst>
              <a:path w="4458970" h="687704">
                <a:moveTo>
                  <a:pt x="76073" y="611378"/>
                </a:moveTo>
                <a:lnTo>
                  <a:pt x="0" y="649732"/>
                </a:lnTo>
                <a:lnTo>
                  <a:pt x="76326" y="687578"/>
                </a:lnTo>
                <a:lnTo>
                  <a:pt x="76215" y="654176"/>
                </a:lnTo>
                <a:lnTo>
                  <a:pt x="63500" y="654176"/>
                </a:lnTo>
                <a:lnTo>
                  <a:pt x="63500" y="644651"/>
                </a:lnTo>
                <a:lnTo>
                  <a:pt x="76183" y="644651"/>
                </a:lnTo>
                <a:lnTo>
                  <a:pt x="76073" y="611378"/>
                </a:lnTo>
                <a:close/>
              </a:path>
              <a:path w="4458970" h="687704">
                <a:moveTo>
                  <a:pt x="4436744" y="361479"/>
                </a:moveTo>
                <a:lnTo>
                  <a:pt x="4395343" y="382270"/>
                </a:lnTo>
                <a:lnTo>
                  <a:pt x="4352671" y="396239"/>
                </a:lnTo>
                <a:lnTo>
                  <a:pt x="4298315" y="410337"/>
                </a:lnTo>
                <a:lnTo>
                  <a:pt x="4232910" y="424180"/>
                </a:lnTo>
                <a:lnTo>
                  <a:pt x="4156837" y="437896"/>
                </a:lnTo>
                <a:lnTo>
                  <a:pt x="4114927" y="444754"/>
                </a:lnTo>
                <a:lnTo>
                  <a:pt x="4023741" y="458088"/>
                </a:lnTo>
                <a:lnTo>
                  <a:pt x="3869055" y="477900"/>
                </a:lnTo>
                <a:lnTo>
                  <a:pt x="3754501" y="490600"/>
                </a:lnTo>
                <a:lnTo>
                  <a:pt x="3500247" y="515238"/>
                </a:lnTo>
                <a:lnTo>
                  <a:pt x="3139313" y="543941"/>
                </a:lnTo>
                <a:lnTo>
                  <a:pt x="2564638" y="579501"/>
                </a:lnTo>
                <a:lnTo>
                  <a:pt x="1829308" y="612139"/>
                </a:lnTo>
                <a:lnTo>
                  <a:pt x="830707" y="638175"/>
                </a:lnTo>
                <a:lnTo>
                  <a:pt x="63500" y="644651"/>
                </a:lnTo>
                <a:lnTo>
                  <a:pt x="63500" y="654176"/>
                </a:lnTo>
                <a:lnTo>
                  <a:pt x="76215" y="654176"/>
                </a:lnTo>
                <a:lnTo>
                  <a:pt x="76183" y="644651"/>
                </a:lnTo>
                <a:lnTo>
                  <a:pt x="987789" y="644651"/>
                </a:lnTo>
                <a:lnTo>
                  <a:pt x="1829689" y="621664"/>
                </a:lnTo>
                <a:lnTo>
                  <a:pt x="2565146" y="589026"/>
                </a:lnTo>
                <a:lnTo>
                  <a:pt x="3139948" y="553466"/>
                </a:lnTo>
                <a:lnTo>
                  <a:pt x="3501136" y="524763"/>
                </a:lnTo>
                <a:lnTo>
                  <a:pt x="3755517" y="500125"/>
                </a:lnTo>
                <a:lnTo>
                  <a:pt x="3870198" y="487299"/>
                </a:lnTo>
                <a:lnTo>
                  <a:pt x="4025011" y="467613"/>
                </a:lnTo>
                <a:lnTo>
                  <a:pt x="4116451" y="454151"/>
                </a:lnTo>
                <a:lnTo>
                  <a:pt x="4158488" y="447294"/>
                </a:lnTo>
                <a:lnTo>
                  <a:pt x="4197985" y="440436"/>
                </a:lnTo>
                <a:lnTo>
                  <a:pt x="4269105" y="426593"/>
                </a:lnTo>
                <a:lnTo>
                  <a:pt x="4329430" y="412496"/>
                </a:lnTo>
                <a:lnTo>
                  <a:pt x="4378579" y="398272"/>
                </a:lnTo>
                <a:lnTo>
                  <a:pt x="4416425" y="383794"/>
                </a:lnTo>
                <a:lnTo>
                  <a:pt x="4442333" y="369188"/>
                </a:lnTo>
                <a:lnTo>
                  <a:pt x="4442523" y="369188"/>
                </a:lnTo>
                <a:lnTo>
                  <a:pt x="4442714" y="368808"/>
                </a:lnTo>
                <a:lnTo>
                  <a:pt x="4450572" y="361823"/>
                </a:lnTo>
                <a:lnTo>
                  <a:pt x="4436364" y="361823"/>
                </a:lnTo>
                <a:lnTo>
                  <a:pt x="4436744" y="361479"/>
                </a:lnTo>
                <a:close/>
              </a:path>
              <a:path w="4458970" h="687704">
                <a:moveTo>
                  <a:pt x="987789" y="644651"/>
                </a:moveTo>
                <a:lnTo>
                  <a:pt x="76183" y="644651"/>
                </a:lnTo>
                <a:lnTo>
                  <a:pt x="76215" y="654176"/>
                </a:lnTo>
                <a:lnTo>
                  <a:pt x="63499" y="654176"/>
                </a:lnTo>
                <a:lnTo>
                  <a:pt x="830834" y="647573"/>
                </a:lnTo>
                <a:lnTo>
                  <a:pt x="987789" y="644651"/>
                </a:lnTo>
                <a:close/>
              </a:path>
              <a:path w="4458970" h="687704">
                <a:moveTo>
                  <a:pt x="4443938" y="354970"/>
                </a:moveTo>
                <a:lnTo>
                  <a:pt x="4437486" y="360807"/>
                </a:lnTo>
                <a:lnTo>
                  <a:pt x="4436999" y="361314"/>
                </a:lnTo>
                <a:lnTo>
                  <a:pt x="4436364" y="361823"/>
                </a:lnTo>
                <a:lnTo>
                  <a:pt x="4450524" y="361823"/>
                </a:lnTo>
                <a:lnTo>
                  <a:pt x="4451040" y="361479"/>
                </a:lnTo>
                <a:lnTo>
                  <a:pt x="4451223" y="361314"/>
                </a:lnTo>
                <a:lnTo>
                  <a:pt x="4451477" y="360807"/>
                </a:lnTo>
                <a:lnTo>
                  <a:pt x="4455126" y="355473"/>
                </a:lnTo>
                <a:lnTo>
                  <a:pt x="4443603" y="355473"/>
                </a:lnTo>
                <a:lnTo>
                  <a:pt x="4443938" y="354970"/>
                </a:lnTo>
                <a:close/>
              </a:path>
              <a:path w="4458970" h="687704">
                <a:moveTo>
                  <a:pt x="4455734" y="354584"/>
                </a:moveTo>
                <a:lnTo>
                  <a:pt x="4444365" y="354584"/>
                </a:lnTo>
                <a:lnTo>
                  <a:pt x="4443603" y="355473"/>
                </a:lnTo>
                <a:lnTo>
                  <a:pt x="4455126" y="355473"/>
                </a:lnTo>
                <a:lnTo>
                  <a:pt x="4455734" y="354584"/>
                </a:lnTo>
                <a:close/>
              </a:path>
              <a:path w="4458970" h="687704">
                <a:moveTo>
                  <a:pt x="4448042" y="348813"/>
                </a:moveTo>
                <a:lnTo>
                  <a:pt x="4443938" y="354970"/>
                </a:lnTo>
                <a:lnTo>
                  <a:pt x="4444365" y="354584"/>
                </a:lnTo>
                <a:lnTo>
                  <a:pt x="4455734" y="354584"/>
                </a:lnTo>
                <a:lnTo>
                  <a:pt x="4456430" y="353568"/>
                </a:lnTo>
                <a:lnTo>
                  <a:pt x="4456938" y="352551"/>
                </a:lnTo>
                <a:lnTo>
                  <a:pt x="4457550" y="349885"/>
                </a:lnTo>
                <a:lnTo>
                  <a:pt x="4447794" y="349885"/>
                </a:lnTo>
                <a:lnTo>
                  <a:pt x="4448042" y="348813"/>
                </a:lnTo>
                <a:close/>
              </a:path>
              <a:path w="4458970" h="687704">
                <a:moveTo>
                  <a:pt x="4448429" y="348234"/>
                </a:moveTo>
                <a:lnTo>
                  <a:pt x="4448042" y="348813"/>
                </a:lnTo>
                <a:lnTo>
                  <a:pt x="4447794" y="349885"/>
                </a:lnTo>
                <a:lnTo>
                  <a:pt x="4448429" y="348234"/>
                </a:lnTo>
                <a:close/>
              </a:path>
              <a:path w="4458970" h="687704">
                <a:moveTo>
                  <a:pt x="4457929" y="348234"/>
                </a:moveTo>
                <a:lnTo>
                  <a:pt x="4448429" y="348234"/>
                </a:lnTo>
                <a:lnTo>
                  <a:pt x="4447794" y="349885"/>
                </a:lnTo>
                <a:lnTo>
                  <a:pt x="4457550" y="349885"/>
                </a:lnTo>
                <a:lnTo>
                  <a:pt x="4457929" y="348234"/>
                </a:lnTo>
                <a:close/>
              </a:path>
              <a:path w="4458970" h="687704">
                <a:moveTo>
                  <a:pt x="4458819" y="342773"/>
                </a:moveTo>
                <a:lnTo>
                  <a:pt x="4449445" y="342773"/>
                </a:lnTo>
                <a:lnTo>
                  <a:pt x="4449318" y="343916"/>
                </a:lnTo>
                <a:lnTo>
                  <a:pt x="4449179" y="343916"/>
                </a:lnTo>
                <a:lnTo>
                  <a:pt x="4448042" y="348813"/>
                </a:lnTo>
                <a:lnTo>
                  <a:pt x="4448429" y="348234"/>
                </a:lnTo>
                <a:lnTo>
                  <a:pt x="4457929" y="348234"/>
                </a:lnTo>
                <a:lnTo>
                  <a:pt x="4458716" y="344805"/>
                </a:lnTo>
                <a:lnTo>
                  <a:pt x="4458814" y="343916"/>
                </a:lnTo>
                <a:lnTo>
                  <a:pt x="4449318" y="343916"/>
                </a:lnTo>
                <a:lnTo>
                  <a:pt x="4449313" y="343662"/>
                </a:lnTo>
                <a:lnTo>
                  <a:pt x="4458843" y="343662"/>
                </a:lnTo>
                <a:lnTo>
                  <a:pt x="4458819" y="342773"/>
                </a:lnTo>
                <a:close/>
              </a:path>
              <a:path w="4458970" h="687704">
                <a:moveTo>
                  <a:pt x="4266438" y="49022"/>
                </a:moveTo>
                <a:lnTo>
                  <a:pt x="4307048" y="68262"/>
                </a:lnTo>
                <a:lnTo>
                  <a:pt x="4344797" y="97789"/>
                </a:lnTo>
                <a:lnTo>
                  <a:pt x="4378960" y="136398"/>
                </a:lnTo>
                <a:lnTo>
                  <a:pt x="4407789" y="182118"/>
                </a:lnTo>
                <a:lnTo>
                  <a:pt x="4430014" y="233172"/>
                </a:lnTo>
                <a:lnTo>
                  <a:pt x="4441571" y="273812"/>
                </a:lnTo>
                <a:lnTo>
                  <a:pt x="4447929" y="314579"/>
                </a:lnTo>
                <a:lnTo>
                  <a:pt x="4449297" y="342773"/>
                </a:lnTo>
                <a:lnTo>
                  <a:pt x="4449308" y="343362"/>
                </a:lnTo>
                <a:lnTo>
                  <a:pt x="4449445" y="342773"/>
                </a:lnTo>
                <a:lnTo>
                  <a:pt x="4458819" y="342773"/>
                </a:lnTo>
                <a:lnTo>
                  <a:pt x="4458478" y="329692"/>
                </a:lnTo>
                <a:lnTo>
                  <a:pt x="4453636" y="285750"/>
                </a:lnTo>
                <a:lnTo>
                  <a:pt x="4438904" y="229616"/>
                </a:lnTo>
                <a:lnTo>
                  <a:pt x="4415917" y="177292"/>
                </a:lnTo>
                <a:lnTo>
                  <a:pt x="4386326" y="130429"/>
                </a:lnTo>
                <a:lnTo>
                  <a:pt x="4351274" y="90678"/>
                </a:lnTo>
                <a:lnTo>
                  <a:pt x="4311777" y="59944"/>
                </a:lnTo>
                <a:lnTo>
                  <a:pt x="4292346" y="49275"/>
                </a:lnTo>
                <a:lnTo>
                  <a:pt x="4267327" y="49275"/>
                </a:lnTo>
                <a:lnTo>
                  <a:pt x="4266438" y="49022"/>
                </a:lnTo>
                <a:close/>
              </a:path>
              <a:path w="4458970" h="687704">
                <a:moveTo>
                  <a:pt x="4230878" y="0"/>
                </a:moveTo>
                <a:lnTo>
                  <a:pt x="4215772" y="879"/>
                </a:lnTo>
                <a:lnTo>
                  <a:pt x="4202620" y="7223"/>
                </a:lnTo>
                <a:lnTo>
                  <a:pt x="4192801" y="18020"/>
                </a:lnTo>
                <a:lnTo>
                  <a:pt x="4187698" y="32258"/>
                </a:lnTo>
                <a:lnTo>
                  <a:pt x="4188577" y="47363"/>
                </a:lnTo>
                <a:lnTo>
                  <a:pt x="4194921" y="60515"/>
                </a:lnTo>
                <a:lnTo>
                  <a:pt x="4205718" y="70334"/>
                </a:lnTo>
                <a:lnTo>
                  <a:pt x="4219956" y="75437"/>
                </a:lnTo>
                <a:lnTo>
                  <a:pt x="4235061" y="74612"/>
                </a:lnTo>
                <a:lnTo>
                  <a:pt x="4248213" y="68262"/>
                </a:lnTo>
                <a:lnTo>
                  <a:pt x="4258032" y="57435"/>
                </a:lnTo>
                <a:lnTo>
                  <a:pt x="4261226" y="48513"/>
                </a:lnTo>
                <a:lnTo>
                  <a:pt x="4261300" y="48307"/>
                </a:lnTo>
                <a:lnTo>
                  <a:pt x="4224655" y="42418"/>
                </a:lnTo>
                <a:lnTo>
                  <a:pt x="4226179" y="33020"/>
                </a:lnTo>
                <a:lnTo>
                  <a:pt x="4262580" y="33020"/>
                </a:lnTo>
                <a:lnTo>
                  <a:pt x="4262310" y="28074"/>
                </a:lnTo>
                <a:lnTo>
                  <a:pt x="4255960" y="14922"/>
                </a:lnTo>
                <a:lnTo>
                  <a:pt x="4245133" y="5103"/>
                </a:lnTo>
                <a:lnTo>
                  <a:pt x="4230878" y="0"/>
                </a:lnTo>
                <a:close/>
              </a:path>
              <a:path w="4458970" h="687704">
                <a:moveTo>
                  <a:pt x="4262903" y="38922"/>
                </a:moveTo>
                <a:lnTo>
                  <a:pt x="4262969" y="40132"/>
                </a:lnTo>
                <a:lnTo>
                  <a:pt x="4263094" y="42418"/>
                </a:lnTo>
                <a:lnTo>
                  <a:pt x="4263136" y="43180"/>
                </a:lnTo>
                <a:lnTo>
                  <a:pt x="4261300" y="48307"/>
                </a:lnTo>
                <a:lnTo>
                  <a:pt x="4267327" y="49275"/>
                </a:lnTo>
                <a:lnTo>
                  <a:pt x="4267140" y="49275"/>
                </a:lnTo>
                <a:lnTo>
                  <a:pt x="4266438" y="49022"/>
                </a:lnTo>
                <a:lnTo>
                  <a:pt x="4291838" y="49022"/>
                </a:lnTo>
                <a:lnTo>
                  <a:pt x="4290822" y="48513"/>
                </a:lnTo>
                <a:lnTo>
                  <a:pt x="4280281" y="43942"/>
                </a:lnTo>
                <a:lnTo>
                  <a:pt x="4269740" y="40132"/>
                </a:lnTo>
                <a:lnTo>
                  <a:pt x="4270431" y="40132"/>
                </a:lnTo>
                <a:lnTo>
                  <a:pt x="4262903" y="38922"/>
                </a:lnTo>
                <a:close/>
              </a:path>
              <a:path w="4458970" h="687704">
                <a:moveTo>
                  <a:pt x="4291838" y="49022"/>
                </a:moveTo>
                <a:lnTo>
                  <a:pt x="4266438" y="49022"/>
                </a:lnTo>
                <a:lnTo>
                  <a:pt x="4267327" y="49275"/>
                </a:lnTo>
                <a:lnTo>
                  <a:pt x="4292346" y="49275"/>
                </a:lnTo>
                <a:lnTo>
                  <a:pt x="4291838" y="49022"/>
                </a:lnTo>
                <a:close/>
              </a:path>
              <a:path w="4458970" h="687704">
                <a:moveTo>
                  <a:pt x="4226179" y="33020"/>
                </a:moveTo>
                <a:lnTo>
                  <a:pt x="4224655" y="42418"/>
                </a:lnTo>
                <a:lnTo>
                  <a:pt x="4261300" y="48307"/>
                </a:lnTo>
                <a:lnTo>
                  <a:pt x="4263136" y="43180"/>
                </a:lnTo>
                <a:lnTo>
                  <a:pt x="4263094" y="42418"/>
                </a:lnTo>
                <a:lnTo>
                  <a:pt x="4262969" y="40132"/>
                </a:lnTo>
                <a:lnTo>
                  <a:pt x="4262903" y="38922"/>
                </a:lnTo>
                <a:lnTo>
                  <a:pt x="4226179" y="33020"/>
                </a:lnTo>
                <a:close/>
              </a:path>
              <a:path w="4458970" h="687704">
                <a:moveTo>
                  <a:pt x="4262580" y="33020"/>
                </a:moveTo>
                <a:lnTo>
                  <a:pt x="4226179" y="33020"/>
                </a:lnTo>
                <a:lnTo>
                  <a:pt x="4262903" y="38922"/>
                </a:lnTo>
                <a:lnTo>
                  <a:pt x="4262580" y="33020"/>
                </a:lnTo>
                <a:close/>
              </a:path>
            </a:pathLst>
          </a:custGeom>
          <a:solidFill>
            <a:srgbClr val="0071A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67</a:t>
            </a:fld>
            <a:endParaRPr spc="-2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2168" rIns="0" bIns="0" rtlCol="0">
            <a:spAutoFit/>
          </a:bodyPr>
          <a:lstStyle/>
          <a:p>
            <a:pPr marL="299085">
              <a:lnSpc>
                <a:spcPct val="100000"/>
              </a:lnSpc>
              <a:spcBef>
                <a:spcPts val="100"/>
              </a:spcBef>
            </a:pPr>
            <a:r>
              <a:rPr dirty="0"/>
              <a:t>e커머스</a:t>
            </a:r>
            <a:r>
              <a:rPr spc="30" dirty="0"/>
              <a:t> </a:t>
            </a:r>
            <a:r>
              <a:rPr dirty="0"/>
              <a:t>(데이터</a:t>
            </a:r>
            <a:r>
              <a:rPr spc="30" dirty="0"/>
              <a:t> </a:t>
            </a:r>
            <a:r>
              <a:rPr dirty="0"/>
              <a:t>파이프</a:t>
            </a:r>
            <a:r>
              <a:rPr spc="15" dirty="0"/>
              <a:t> </a:t>
            </a:r>
            <a:r>
              <a:rPr dirty="0"/>
              <a:t>라인</a:t>
            </a:r>
            <a:r>
              <a:rPr spc="15" dirty="0"/>
              <a:t> </a:t>
            </a:r>
            <a:r>
              <a:rPr dirty="0"/>
              <a:t>개선</a:t>
            </a:r>
            <a:r>
              <a:rPr spc="10" dirty="0"/>
              <a:t> </a:t>
            </a:r>
            <a:r>
              <a:rPr spc="-10" dirty="0"/>
              <a:t>프로젝트)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5" name="object 5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035935" y="1994154"/>
            <a:ext cx="12216765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TO-BE</a:t>
            </a:r>
            <a:r>
              <a:rPr sz="2700" spc="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Confluent</a:t>
            </a:r>
            <a:r>
              <a:rPr sz="2700" spc="1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Platform로</a:t>
            </a:r>
            <a:r>
              <a:rPr sz="2700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700" b="1" spc="3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파이프라인</a:t>
            </a:r>
            <a:r>
              <a:rPr sz="2700" b="1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b="1" dirty="0">
                <a:solidFill>
                  <a:srgbClr val="17719D"/>
                </a:solidFill>
                <a:latin typeface="Malgun Gothic"/>
                <a:cs typeface="Malgun Gothic"/>
              </a:rPr>
              <a:t>단일화</a:t>
            </a:r>
            <a:r>
              <a:rPr sz="2700" b="1" spc="3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및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Job</a:t>
            </a:r>
            <a:r>
              <a:rPr sz="2700" spc="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Scheduler</a:t>
            </a:r>
            <a:r>
              <a:rPr sz="2700" spc="3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5" dirty="0">
                <a:solidFill>
                  <a:srgbClr val="17719D"/>
                </a:solidFill>
                <a:latin typeface="Malgun Gothic"/>
                <a:cs typeface="Malgun Gothic"/>
              </a:rPr>
              <a:t>교체</a:t>
            </a:r>
            <a:endParaRPr sz="2700">
              <a:latin typeface="Malgun Gothic"/>
              <a:cs typeface="Malgun Gothic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9" name="object 9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98341" y="3066795"/>
              <a:ext cx="11572748" cy="635114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27958" y="3987800"/>
              <a:ext cx="3786251" cy="5016754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8652129" y="3749675"/>
            <a:ext cx="1412240" cy="62865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15570" rIns="0" bIns="0" rtlCol="0">
            <a:spAutoFit/>
          </a:bodyPr>
          <a:lstStyle/>
          <a:p>
            <a:pPr marL="125095" marR="470534">
              <a:lnSpc>
                <a:spcPct val="102499"/>
              </a:lnSpc>
              <a:spcBef>
                <a:spcPts val="910"/>
              </a:spcBef>
            </a:pPr>
            <a:r>
              <a:rPr sz="1200" b="1" spc="145" dirty="0">
                <a:solidFill>
                  <a:srgbClr val="112547"/>
                </a:solidFill>
                <a:latin typeface="Calibri"/>
                <a:cs typeface="Calibri"/>
              </a:rPr>
              <a:t>Confluent Platform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8248777" y="5013197"/>
            <a:ext cx="1815464" cy="2399665"/>
            <a:chOff x="8248777" y="5013197"/>
            <a:chExt cx="1815464" cy="2399665"/>
          </a:xfrm>
        </p:grpSpPr>
        <p:sp>
          <p:nvSpPr>
            <p:cNvPr id="14" name="object 14"/>
            <p:cNvSpPr/>
            <p:nvPr/>
          </p:nvSpPr>
          <p:spPr>
            <a:xfrm>
              <a:off x="8248777" y="5013197"/>
              <a:ext cx="1815464" cy="2399665"/>
            </a:xfrm>
            <a:custGeom>
              <a:avLst/>
              <a:gdLst/>
              <a:ahLst/>
              <a:cxnLst/>
              <a:rect l="l" t="t" r="r" b="b"/>
              <a:pathLst>
                <a:path w="1815465" h="2399665">
                  <a:moveTo>
                    <a:pt x="1815465" y="0"/>
                  </a:moveTo>
                  <a:lnTo>
                    <a:pt x="0" y="0"/>
                  </a:lnTo>
                  <a:lnTo>
                    <a:pt x="0" y="2399157"/>
                  </a:lnTo>
                  <a:lnTo>
                    <a:pt x="1815465" y="2399157"/>
                  </a:lnTo>
                  <a:lnTo>
                    <a:pt x="181546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14817" y="5143474"/>
              <a:ext cx="1658366" cy="267487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585073" y="5410961"/>
              <a:ext cx="1160526" cy="1309115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68</a:t>
            </a:fld>
            <a:endParaRPr spc="-2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항공사</a:t>
            </a:r>
            <a:r>
              <a:rPr spc="25" dirty="0"/>
              <a:t> </a:t>
            </a:r>
            <a:r>
              <a:rPr dirty="0"/>
              <a:t>(데이터</a:t>
            </a:r>
            <a:r>
              <a:rPr spc="30" dirty="0"/>
              <a:t> </a:t>
            </a:r>
            <a:r>
              <a:rPr dirty="0"/>
              <a:t>파이프</a:t>
            </a:r>
            <a:r>
              <a:rPr spc="15" dirty="0"/>
              <a:t> </a:t>
            </a:r>
            <a:r>
              <a:rPr dirty="0"/>
              <a:t>라인</a:t>
            </a:r>
            <a:r>
              <a:rPr spc="20" dirty="0"/>
              <a:t> </a:t>
            </a:r>
            <a:r>
              <a:rPr dirty="0"/>
              <a:t>개선</a:t>
            </a:r>
            <a:r>
              <a:rPr spc="10" dirty="0"/>
              <a:t> </a:t>
            </a:r>
            <a:r>
              <a:rPr dirty="0"/>
              <a:t>및 데이터</a:t>
            </a:r>
            <a:r>
              <a:rPr spc="30" dirty="0"/>
              <a:t> </a:t>
            </a:r>
            <a:r>
              <a:rPr spc="-20" dirty="0"/>
              <a:t>재사용)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524251" y="1797176"/>
            <a:ext cx="13239750" cy="845819"/>
            <a:chOff x="2524251" y="1797176"/>
            <a:chExt cx="13239750" cy="845819"/>
          </a:xfrm>
        </p:grpSpPr>
        <p:sp>
          <p:nvSpPr>
            <p:cNvPr id="4" name="object 4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13087985" y="0"/>
                  </a:moveTo>
                  <a:lnTo>
                    <a:pt x="138811" y="0"/>
                  </a:lnTo>
                  <a:lnTo>
                    <a:pt x="94967" y="7072"/>
                  </a:lnTo>
                  <a:lnTo>
                    <a:pt x="56866" y="26769"/>
                  </a:lnTo>
                  <a:lnTo>
                    <a:pt x="26806" y="56811"/>
                  </a:lnTo>
                  <a:lnTo>
                    <a:pt x="7084" y="94918"/>
                  </a:lnTo>
                  <a:lnTo>
                    <a:pt x="0" y="138811"/>
                  </a:lnTo>
                  <a:lnTo>
                    <a:pt x="0" y="693927"/>
                  </a:lnTo>
                  <a:lnTo>
                    <a:pt x="7084" y="737820"/>
                  </a:lnTo>
                  <a:lnTo>
                    <a:pt x="26806" y="775927"/>
                  </a:lnTo>
                  <a:lnTo>
                    <a:pt x="56866" y="805969"/>
                  </a:lnTo>
                  <a:lnTo>
                    <a:pt x="94967" y="825666"/>
                  </a:lnTo>
                  <a:lnTo>
                    <a:pt x="138811" y="832739"/>
                  </a:lnTo>
                  <a:lnTo>
                    <a:pt x="13087985" y="832739"/>
                  </a:lnTo>
                  <a:lnTo>
                    <a:pt x="13131828" y="825666"/>
                  </a:lnTo>
                  <a:lnTo>
                    <a:pt x="13169929" y="805969"/>
                  </a:lnTo>
                  <a:lnTo>
                    <a:pt x="13199989" y="775927"/>
                  </a:lnTo>
                  <a:lnTo>
                    <a:pt x="13219711" y="737820"/>
                  </a:lnTo>
                  <a:lnTo>
                    <a:pt x="13226796" y="693927"/>
                  </a:lnTo>
                  <a:lnTo>
                    <a:pt x="13226796" y="138811"/>
                  </a:lnTo>
                  <a:lnTo>
                    <a:pt x="13219711" y="94918"/>
                  </a:lnTo>
                  <a:lnTo>
                    <a:pt x="13199989" y="56811"/>
                  </a:lnTo>
                  <a:lnTo>
                    <a:pt x="13169929" y="26769"/>
                  </a:lnTo>
                  <a:lnTo>
                    <a:pt x="13131828" y="7072"/>
                  </a:lnTo>
                  <a:lnTo>
                    <a:pt x="13087985" y="0"/>
                  </a:lnTo>
                  <a:close/>
                </a:path>
              </a:pathLst>
            </a:custGeom>
            <a:solidFill>
              <a:srgbClr val="E4F4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530601" y="1803526"/>
              <a:ext cx="13227050" cy="833119"/>
            </a:xfrm>
            <a:custGeom>
              <a:avLst/>
              <a:gdLst/>
              <a:ahLst/>
              <a:cxnLst/>
              <a:rect l="l" t="t" r="r" b="b"/>
              <a:pathLst>
                <a:path w="13227050" h="833119">
                  <a:moveTo>
                    <a:pt x="0" y="138811"/>
                  </a:moveTo>
                  <a:lnTo>
                    <a:pt x="7084" y="94918"/>
                  </a:lnTo>
                  <a:lnTo>
                    <a:pt x="26806" y="56811"/>
                  </a:lnTo>
                  <a:lnTo>
                    <a:pt x="56866" y="26769"/>
                  </a:lnTo>
                  <a:lnTo>
                    <a:pt x="94967" y="7072"/>
                  </a:lnTo>
                  <a:lnTo>
                    <a:pt x="138811" y="0"/>
                  </a:lnTo>
                  <a:lnTo>
                    <a:pt x="13087985" y="0"/>
                  </a:lnTo>
                  <a:lnTo>
                    <a:pt x="13131828" y="7072"/>
                  </a:lnTo>
                  <a:lnTo>
                    <a:pt x="13169929" y="26769"/>
                  </a:lnTo>
                  <a:lnTo>
                    <a:pt x="13199989" y="56811"/>
                  </a:lnTo>
                  <a:lnTo>
                    <a:pt x="13219711" y="94918"/>
                  </a:lnTo>
                  <a:lnTo>
                    <a:pt x="13226796" y="138811"/>
                  </a:lnTo>
                  <a:lnTo>
                    <a:pt x="13226796" y="693927"/>
                  </a:lnTo>
                  <a:lnTo>
                    <a:pt x="13219711" y="737820"/>
                  </a:lnTo>
                  <a:lnTo>
                    <a:pt x="13199989" y="775927"/>
                  </a:lnTo>
                  <a:lnTo>
                    <a:pt x="13169929" y="805969"/>
                  </a:lnTo>
                  <a:lnTo>
                    <a:pt x="13131828" y="825666"/>
                  </a:lnTo>
                  <a:lnTo>
                    <a:pt x="13087985" y="832739"/>
                  </a:lnTo>
                  <a:lnTo>
                    <a:pt x="138811" y="832739"/>
                  </a:lnTo>
                  <a:lnTo>
                    <a:pt x="94967" y="825666"/>
                  </a:lnTo>
                  <a:lnTo>
                    <a:pt x="56866" y="805969"/>
                  </a:lnTo>
                  <a:lnTo>
                    <a:pt x="26806" y="775927"/>
                  </a:lnTo>
                  <a:lnTo>
                    <a:pt x="7084" y="737820"/>
                  </a:lnTo>
                  <a:lnTo>
                    <a:pt x="0" y="693927"/>
                  </a:lnTo>
                  <a:lnTo>
                    <a:pt x="0" y="138811"/>
                  </a:lnTo>
                  <a:close/>
                </a:path>
              </a:pathLst>
            </a:custGeom>
            <a:ln w="12700">
              <a:solidFill>
                <a:srgbClr val="7BC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148710" y="1994154"/>
            <a:ext cx="11990070" cy="4406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7578090" algn="l"/>
              </a:tabLst>
            </a:pP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IBM</a:t>
            </a:r>
            <a:r>
              <a:rPr sz="2700" spc="1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MQ의</a:t>
            </a:r>
            <a:r>
              <a:rPr sz="2700" spc="1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외부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연계</a:t>
            </a:r>
            <a:r>
              <a:rPr sz="2700" spc="2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간소화</a:t>
            </a:r>
            <a:r>
              <a:rPr sz="2700" spc="1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및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메시지</a:t>
            </a:r>
            <a:r>
              <a:rPr sz="2700" spc="2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0" dirty="0">
                <a:solidFill>
                  <a:srgbClr val="17719D"/>
                </a:solidFill>
                <a:latin typeface="Malgun Gothic"/>
                <a:cs typeface="Malgun Gothic"/>
              </a:rPr>
              <a:t>재사용,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	이</a:t>
            </a:r>
            <a:r>
              <a:rPr sz="2700" spc="5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기종</a:t>
            </a:r>
            <a:r>
              <a:rPr sz="2700" spc="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DB의</a:t>
            </a:r>
            <a:r>
              <a:rPr sz="2700" spc="1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dirty="0">
                <a:solidFill>
                  <a:srgbClr val="17719D"/>
                </a:solidFill>
                <a:latin typeface="Malgun Gothic"/>
                <a:cs typeface="Malgun Gothic"/>
              </a:rPr>
              <a:t>데이터</a:t>
            </a:r>
            <a:r>
              <a:rPr sz="2700" spc="20" dirty="0">
                <a:solidFill>
                  <a:srgbClr val="17719D"/>
                </a:solidFill>
                <a:latin typeface="Malgun Gothic"/>
                <a:cs typeface="Malgun Gothic"/>
              </a:rPr>
              <a:t> </a:t>
            </a:r>
            <a:r>
              <a:rPr sz="2700" spc="-25" dirty="0">
                <a:solidFill>
                  <a:srgbClr val="17719D"/>
                </a:solidFill>
                <a:latin typeface="Malgun Gothic"/>
                <a:cs typeface="Malgun Gothic"/>
              </a:rPr>
              <a:t>동기화</a:t>
            </a:r>
            <a:endParaRPr sz="2700">
              <a:latin typeface="Malgun Gothic"/>
              <a:cs typeface="Malgun Gothic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509075" y="2859087"/>
            <a:ext cx="13236575" cy="6868159"/>
            <a:chOff x="2509075" y="2859087"/>
            <a:chExt cx="13236575" cy="6868159"/>
          </a:xfrm>
        </p:grpSpPr>
        <p:sp>
          <p:nvSpPr>
            <p:cNvPr id="8" name="object 8"/>
            <p:cNvSpPr/>
            <p:nvPr/>
          </p:nvSpPr>
          <p:spPr>
            <a:xfrm>
              <a:off x="2513838" y="2863850"/>
              <a:ext cx="13227050" cy="6858634"/>
            </a:xfrm>
            <a:custGeom>
              <a:avLst/>
              <a:gdLst/>
              <a:ahLst/>
              <a:cxnLst/>
              <a:rect l="l" t="t" r="r" b="b"/>
              <a:pathLst>
                <a:path w="13227050" h="6858634">
                  <a:moveTo>
                    <a:pt x="0" y="6858254"/>
                  </a:moveTo>
                  <a:lnTo>
                    <a:pt x="13226669" y="6858254"/>
                  </a:lnTo>
                  <a:lnTo>
                    <a:pt x="13226669" y="0"/>
                  </a:lnTo>
                  <a:lnTo>
                    <a:pt x="0" y="0"/>
                  </a:lnTo>
                  <a:lnTo>
                    <a:pt x="0" y="6858254"/>
                  </a:lnTo>
                  <a:close/>
                </a:path>
              </a:pathLst>
            </a:custGeom>
            <a:ln w="9525">
              <a:solidFill>
                <a:srgbClr val="BEBEBE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14816" y="5143474"/>
              <a:ext cx="1658366" cy="267487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85072" y="5410961"/>
              <a:ext cx="1160526" cy="130911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47493" y="2912389"/>
              <a:ext cx="13193014" cy="6814693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69</a:t>
            </a:fld>
            <a:endParaRPr spc="-2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3861053" y="1653755"/>
            <a:ext cx="13568680" cy="7854950"/>
            <a:chOff x="3861053" y="1653755"/>
            <a:chExt cx="13568680" cy="7854950"/>
          </a:xfrm>
        </p:grpSpPr>
        <p:sp>
          <p:nvSpPr>
            <p:cNvPr id="4" name="object 4"/>
            <p:cNvSpPr/>
            <p:nvPr/>
          </p:nvSpPr>
          <p:spPr>
            <a:xfrm>
              <a:off x="3889628" y="1682330"/>
              <a:ext cx="13511530" cy="7797800"/>
            </a:xfrm>
            <a:custGeom>
              <a:avLst/>
              <a:gdLst/>
              <a:ahLst/>
              <a:cxnLst/>
              <a:rect l="l" t="t" r="r" b="b"/>
              <a:pathLst>
                <a:path w="13511530" h="7797800">
                  <a:moveTo>
                    <a:pt x="0" y="7797673"/>
                  </a:moveTo>
                  <a:lnTo>
                    <a:pt x="13511276" y="7797673"/>
                  </a:lnTo>
                  <a:lnTo>
                    <a:pt x="13511276" y="0"/>
                  </a:lnTo>
                  <a:lnTo>
                    <a:pt x="0" y="0"/>
                  </a:lnTo>
                  <a:lnTo>
                    <a:pt x="0" y="7797673"/>
                  </a:lnTo>
                  <a:close/>
                </a:path>
              </a:pathLst>
            </a:custGeom>
            <a:ln w="57150">
              <a:solidFill>
                <a:srgbClr val="080D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23954" y="6597472"/>
              <a:ext cx="1839214" cy="44394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41817" y="3250183"/>
              <a:ext cx="1578864" cy="43992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436677" y="1895589"/>
              <a:ext cx="2271950" cy="91809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84140" y="2078145"/>
              <a:ext cx="1572947" cy="48972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4553564" y="4294873"/>
              <a:ext cx="1974596" cy="49366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18019" y="4398124"/>
              <a:ext cx="2521838" cy="495947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086719" y="2118004"/>
              <a:ext cx="2120646" cy="570458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249034" y="3196407"/>
              <a:ext cx="1828491" cy="542668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23954" y="8750579"/>
              <a:ext cx="1807083" cy="58521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086719" y="5524271"/>
              <a:ext cx="2289302" cy="44422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123370" y="4494367"/>
              <a:ext cx="1896711" cy="271286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093225" y="3016907"/>
              <a:ext cx="2067309" cy="82555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4498494" y="3425554"/>
              <a:ext cx="2531480" cy="363426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67777" y="2028380"/>
              <a:ext cx="2822194" cy="6199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514017" y="6488328"/>
              <a:ext cx="1678145" cy="615802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450604" y="5579870"/>
              <a:ext cx="1795723" cy="33891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55813" y="5524245"/>
              <a:ext cx="2684399" cy="405638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367777" y="6664020"/>
              <a:ext cx="3026537" cy="33291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253058" y="4351358"/>
              <a:ext cx="2028770" cy="701303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854060" y="8757450"/>
              <a:ext cx="2049269" cy="502208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4290059" y="7619276"/>
              <a:ext cx="2110866" cy="473036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495920" y="7506652"/>
              <a:ext cx="2565907" cy="55251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930143" y="7531527"/>
              <a:ext cx="2504597" cy="519715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489703" y="8710701"/>
              <a:ext cx="1906330" cy="595718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4452472" y="5282323"/>
              <a:ext cx="2684399" cy="64756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14622398" y="6381876"/>
              <a:ext cx="2181225" cy="7429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329917" y="7575892"/>
              <a:ext cx="2684399" cy="46231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4547087" y="8530958"/>
              <a:ext cx="2019553" cy="775462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741984" y="698373"/>
            <a:ext cx="12489180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88790" algn="l"/>
              </a:tabLst>
            </a:pPr>
            <a:r>
              <a:rPr dirty="0"/>
              <a:t>#별첨</a:t>
            </a:r>
            <a:r>
              <a:rPr spc="-5" dirty="0"/>
              <a:t> </a:t>
            </a:r>
            <a:r>
              <a:rPr dirty="0"/>
              <a:t>Confluent</a:t>
            </a:r>
            <a:r>
              <a:rPr spc="20" dirty="0"/>
              <a:t> </a:t>
            </a:r>
            <a:r>
              <a:rPr spc="-50" dirty="0"/>
              <a:t>–</a:t>
            </a:r>
            <a:r>
              <a:rPr dirty="0"/>
              <a:t>	타임게이트</a:t>
            </a:r>
            <a:r>
              <a:rPr spc="40" dirty="0"/>
              <a:t> </a:t>
            </a:r>
            <a:r>
              <a:rPr dirty="0"/>
              <a:t>레퍼런스(PoC/BMT</a:t>
            </a:r>
            <a:r>
              <a:rPr spc="60" dirty="0"/>
              <a:t> </a:t>
            </a:r>
            <a:r>
              <a:rPr spc="-25" dirty="0"/>
              <a:t>포함)</a:t>
            </a:r>
          </a:p>
        </p:txBody>
      </p:sp>
      <p:grpSp>
        <p:nvGrpSpPr>
          <p:cNvPr id="34" name="object 34"/>
          <p:cNvGrpSpPr/>
          <p:nvPr/>
        </p:nvGrpSpPr>
        <p:grpSpPr>
          <a:xfrm>
            <a:off x="697991" y="3736840"/>
            <a:ext cx="3054350" cy="3874135"/>
            <a:chOff x="697991" y="3736840"/>
            <a:chExt cx="3054350" cy="3874135"/>
          </a:xfrm>
        </p:grpSpPr>
        <p:pic>
          <p:nvPicPr>
            <p:cNvPr id="35" name="object 3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36087" y="3736840"/>
              <a:ext cx="2979429" cy="3874022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697991" y="4046220"/>
              <a:ext cx="3054096" cy="3346704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770051" y="3747008"/>
            <a:ext cx="2916555" cy="3812540"/>
          </a:xfrm>
          <a:prstGeom prst="rect">
            <a:avLst/>
          </a:prstGeom>
          <a:solidFill>
            <a:srgbClr val="112547"/>
          </a:solidFill>
        </p:spPr>
        <p:txBody>
          <a:bodyPr vert="horz" wrap="square" lIns="0" tIns="495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90"/>
              </a:spcBef>
            </a:pPr>
            <a:endParaRPr sz="2450">
              <a:latin typeface="Times New Roman"/>
              <a:cs typeface="Times New Roman"/>
            </a:endParaRPr>
          </a:p>
          <a:p>
            <a:pPr marL="314325" marR="306070" indent="-1270" algn="ctr">
              <a:lnSpc>
                <a:spcPct val="100000"/>
              </a:lnSpc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국내</a:t>
            </a:r>
            <a:r>
              <a:rPr sz="245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유일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프리미엄</a:t>
            </a:r>
            <a:r>
              <a:rPr sz="2450" b="1" spc="-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파트너</a:t>
            </a:r>
            <a:endParaRPr sz="2450">
              <a:latin typeface="Malgun Gothic"/>
              <a:cs typeface="Malgun Gothic"/>
            </a:endParaRPr>
          </a:p>
          <a:p>
            <a:pPr marL="469900" marR="461645" indent="-1270" algn="ctr">
              <a:lnSpc>
                <a:spcPct val="100000"/>
              </a:lnSpc>
              <a:spcBef>
                <a:spcPts val="2940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국내</a:t>
            </a:r>
            <a:r>
              <a:rPr sz="2450" b="1" spc="-50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최다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레퍼런스</a:t>
            </a:r>
            <a:r>
              <a:rPr sz="2450" b="1" spc="-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보유</a:t>
            </a:r>
            <a:endParaRPr sz="2450">
              <a:latin typeface="Malgun Gothic"/>
              <a:cs typeface="Malgun Gothic"/>
            </a:endParaRPr>
          </a:p>
          <a:p>
            <a:pPr marL="635" algn="ctr">
              <a:lnSpc>
                <a:spcPct val="100000"/>
              </a:lnSpc>
              <a:spcBef>
                <a:spcPts val="2940"/>
              </a:spcBef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엔지니어</a:t>
            </a:r>
            <a:r>
              <a:rPr sz="2450" b="1" spc="-8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전원</a:t>
            </a:r>
            <a:endParaRPr sz="2450">
              <a:latin typeface="Malgun Gothic"/>
              <a:cs typeface="Malgun Gothic"/>
            </a:endParaRPr>
          </a:p>
          <a:p>
            <a:pPr algn="ctr">
              <a:lnSpc>
                <a:spcPct val="100000"/>
              </a:lnSpc>
            </a:pP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Kafka</a:t>
            </a:r>
            <a:r>
              <a:rPr sz="2450" b="1" spc="-4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dirty="0">
                <a:solidFill>
                  <a:srgbClr val="FFFFFF"/>
                </a:solidFill>
                <a:latin typeface="Malgun Gothic"/>
                <a:cs typeface="Malgun Gothic"/>
              </a:rPr>
              <a:t>자격증</a:t>
            </a:r>
            <a:r>
              <a:rPr sz="2450" b="1" spc="-35" dirty="0">
                <a:solidFill>
                  <a:srgbClr val="FFFFFF"/>
                </a:solidFill>
                <a:latin typeface="Malgun Gothic"/>
                <a:cs typeface="Malgun Gothic"/>
              </a:rPr>
              <a:t> </a:t>
            </a:r>
            <a:r>
              <a:rPr sz="2450" b="1" spc="-25" dirty="0">
                <a:solidFill>
                  <a:srgbClr val="FFFFFF"/>
                </a:solidFill>
                <a:latin typeface="Malgun Gothic"/>
                <a:cs typeface="Malgun Gothic"/>
              </a:rPr>
              <a:t>보유</a:t>
            </a:r>
            <a:endParaRPr sz="2450">
              <a:latin typeface="Malgun Gothic"/>
              <a:cs typeface="Malgun Gothic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70</a:t>
            </a:fld>
            <a:endParaRPr spc="-2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9554" y="9807435"/>
            <a:ext cx="959497" cy="324523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09066" y="686181"/>
            <a:ext cx="9909175" cy="605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62455" algn="l"/>
              </a:tabLst>
            </a:pPr>
            <a:r>
              <a:rPr dirty="0">
                <a:solidFill>
                  <a:srgbClr val="173360"/>
                </a:solidFill>
              </a:rPr>
              <a:t>#별첨</a:t>
            </a:r>
            <a:r>
              <a:rPr spc="15" dirty="0">
                <a:solidFill>
                  <a:srgbClr val="173360"/>
                </a:solidFill>
              </a:rPr>
              <a:t> </a:t>
            </a:r>
            <a:r>
              <a:rPr spc="-50" dirty="0">
                <a:solidFill>
                  <a:srgbClr val="173360"/>
                </a:solidFill>
              </a:rPr>
              <a:t>–</a:t>
            </a:r>
            <a:r>
              <a:rPr dirty="0">
                <a:solidFill>
                  <a:srgbClr val="173360"/>
                </a:solidFill>
              </a:rPr>
              <a:t>	Confluent(Apache</a:t>
            </a:r>
            <a:r>
              <a:rPr spc="40" dirty="0">
                <a:solidFill>
                  <a:srgbClr val="173360"/>
                </a:solidFill>
              </a:rPr>
              <a:t> </a:t>
            </a:r>
            <a:r>
              <a:rPr dirty="0">
                <a:solidFill>
                  <a:srgbClr val="173360"/>
                </a:solidFill>
              </a:rPr>
              <a:t>Kafka) 용어</a:t>
            </a:r>
            <a:r>
              <a:rPr spc="20" dirty="0">
                <a:solidFill>
                  <a:srgbClr val="173360"/>
                </a:solidFill>
              </a:rPr>
              <a:t> </a:t>
            </a:r>
            <a:r>
              <a:rPr spc="-25" dirty="0">
                <a:solidFill>
                  <a:srgbClr val="173360"/>
                </a:solidFill>
              </a:rPr>
              <a:t>정리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879463" y="9839937"/>
            <a:ext cx="4700905" cy="232410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9"/>
              </a:spcBef>
            </a:pP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Copyright</a:t>
            </a:r>
            <a:r>
              <a:rPr sz="1200" spc="5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2007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-</a:t>
            </a:r>
            <a:r>
              <a:rPr sz="1200" spc="25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2025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TIMEGATE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Corportation.</a:t>
            </a:r>
            <a:r>
              <a:rPr sz="1200" spc="7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All</a:t>
            </a:r>
            <a:r>
              <a:rPr sz="1200" spc="3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dirty="0">
                <a:solidFill>
                  <a:srgbClr val="878787"/>
                </a:solidFill>
                <a:latin typeface="Malgun Gothic"/>
                <a:cs typeface="Malgun Gothic"/>
              </a:rPr>
              <a:t>right</a:t>
            </a:r>
            <a:r>
              <a:rPr sz="1200" spc="40" dirty="0">
                <a:solidFill>
                  <a:srgbClr val="878787"/>
                </a:solidFill>
                <a:latin typeface="Malgun Gothic"/>
                <a:cs typeface="Malgun Gothic"/>
              </a:rPr>
              <a:t> </a:t>
            </a:r>
            <a:r>
              <a:rPr sz="1200" spc="-10" dirty="0">
                <a:solidFill>
                  <a:srgbClr val="878787"/>
                </a:solidFill>
                <a:latin typeface="Malgun Gothic"/>
                <a:cs typeface="Malgun Gothic"/>
              </a:rPr>
              <a:t>reserved.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85"/>
              </a:spcBef>
            </a:pPr>
            <a:fld id="{81D60167-4931-47E6-BA6A-407CBD079E47}" type="slidenum">
              <a:rPr spc="-25" dirty="0"/>
              <a:t>71</a:t>
            </a:fld>
            <a:endParaRPr spc="-25" dirty="0"/>
          </a:p>
        </p:txBody>
      </p:sp>
      <p:sp>
        <p:nvSpPr>
          <p:cNvPr id="4" name="object 4"/>
          <p:cNvSpPr txBox="1"/>
          <p:nvPr/>
        </p:nvSpPr>
        <p:spPr>
          <a:xfrm>
            <a:off x="1018743" y="1530858"/>
            <a:ext cx="15942310" cy="81349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Apache</a:t>
            </a:r>
            <a:r>
              <a:rPr sz="1400" b="1" spc="-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Kafka(아파치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카프카,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카프카):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Apache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고성능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파이프라인,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실시간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애플리케이션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스트림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워크로드를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위한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오픈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소스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분산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스트리밍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플랫폼입니다.</a:t>
            </a:r>
            <a:endParaRPr sz="1400">
              <a:latin typeface="Malgun Gothic"/>
              <a:cs typeface="Malgun Gothic"/>
            </a:endParaRPr>
          </a:p>
          <a:p>
            <a:pPr marL="184785" marR="208915">
              <a:lnSpc>
                <a:spcPct val="100000"/>
              </a:lnSpc>
            </a:pPr>
            <a:r>
              <a:rPr sz="1400" dirty="0">
                <a:latin typeface="Malgun Gothic"/>
                <a:cs typeface="Malgun Gothic"/>
              </a:rPr>
              <a:t>Apache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고성능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파이프라인,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실시간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애플리케이션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스트림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워크로드를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위해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Apache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Software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Foundation에서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개발한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오픈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소스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분산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스트리밍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플랫폼입니다.</a:t>
            </a:r>
            <a:r>
              <a:rPr sz="1400" spc="-25" dirty="0">
                <a:latin typeface="Malgun Gothic"/>
                <a:cs typeface="Malgun Gothic"/>
              </a:rPr>
              <a:t> 간단히 </a:t>
            </a:r>
            <a:r>
              <a:rPr sz="1400" dirty="0">
                <a:latin typeface="Malgun Gothic"/>
                <a:cs typeface="Malgun Gothic"/>
              </a:rPr>
              <a:t>말해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여러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시스템,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여러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마이크로서비스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또는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기타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작동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모듈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전반에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걸쳐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메시지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전송을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처리합니다.</a:t>
            </a:r>
            <a:endParaRPr sz="1400">
              <a:latin typeface="Malgun Gothic"/>
              <a:cs typeface="Malgun Gothic"/>
            </a:endParaRPr>
          </a:p>
          <a:p>
            <a:pPr marL="184785" marR="5080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algun Gothic"/>
                <a:cs typeface="Malgun Gothic"/>
              </a:rPr>
              <a:t>Kafka는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오픈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소스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프로젝트에서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사용할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없는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완전한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엔터프라이즈급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기능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세트와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함께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클라우드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네이티브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제공함으로써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향상된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Confluent의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기반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역할을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하며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데이터와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애플리케이션이 </a:t>
            </a:r>
            <a:r>
              <a:rPr sz="1400" dirty="0">
                <a:latin typeface="Malgun Gothic"/>
                <a:cs typeface="Malgun Gothic"/>
              </a:rPr>
              <a:t>있는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모든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곳에서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이를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제공합니다.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Apache</a:t>
            </a:r>
            <a:r>
              <a:rPr sz="1400" b="1" spc="-1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Kafka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Raft(KRaft,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아파치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카프카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라프트,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크라프트,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케이라프트):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KRaft는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ZooKeeper에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Apache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Kafka의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종속성을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제거하기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위해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도입된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합의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프로토콜입니다.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Zookeeper(주키퍼):</a:t>
            </a:r>
            <a:r>
              <a:rPr sz="1400" b="1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Zookeeper는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Kafka의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메타데이터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합의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관리를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위한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분산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시스템(Apache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4.0 부터는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KRaft로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대체되며,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현재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Confluent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Platform에서는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KRaft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모드를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지원하고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25" dirty="0">
                <a:latin typeface="Malgun Gothic"/>
                <a:cs typeface="Malgun Gothic"/>
              </a:rPr>
              <a:t>있음)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Kafka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Cluster(카프카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클러스터):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Topci에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읽기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쓰기를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처리하고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파티션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간에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워크로드를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균등하게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분산합니다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Kafka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Broker(카프카</a:t>
            </a:r>
            <a:r>
              <a:rPr sz="1400" b="1" spc="-4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브로커):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브로커는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데이터가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저장되고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관리되는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시스템입니다.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카프카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클라이언트가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초기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Bootstrap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서버로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Broker</a:t>
            </a:r>
            <a:r>
              <a:rPr sz="1400" spc="-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노드와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통신을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하여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Cluster와</a:t>
            </a:r>
            <a:endParaRPr sz="1400">
              <a:latin typeface="Malgun Gothic"/>
              <a:cs typeface="Malgun Gothic"/>
            </a:endParaRPr>
          </a:p>
          <a:p>
            <a:pPr marL="184785">
              <a:lnSpc>
                <a:spcPct val="100000"/>
              </a:lnSpc>
            </a:pPr>
            <a:r>
              <a:rPr sz="1400" dirty="0">
                <a:latin typeface="Malgun Gothic"/>
                <a:cs typeface="Malgun Gothic"/>
              </a:rPr>
              <a:t>통신을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하여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Pub/Sub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API를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이용하여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topic에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메시지를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프로듀싱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컨슈밍합니다.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Kafka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Connect(카프카</a:t>
            </a:r>
            <a:r>
              <a:rPr sz="1400" b="1" spc="-2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커넥트):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Connect는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Kafka와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다른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시스템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간의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통합에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사용되는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Apache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Kafka의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무료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오픈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소스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구성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요소입니다.</a:t>
            </a:r>
            <a:endParaRPr sz="1400">
              <a:latin typeface="Malgun Gothic"/>
              <a:cs typeface="Malgun Gothic"/>
            </a:endParaRPr>
          </a:p>
          <a:p>
            <a:pPr marL="183515" marR="290195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785" algn="l"/>
              </a:tabLst>
            </a:pPr>
            <a:r>
              <a:rPr sz="1400" b="1" dirty="0">
                <a:latin typeface="Malgun Gothic"/>
                <a:cs typeface="Malgun Gothic"/>
              </a:rPr>
              <a:t>Kafka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Streams(카프카</a:t>
            </a:r>
            <a:r>
              <a:rPr sz="1400" b="1" spc="-4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스트림즈):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Streams는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사용자가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실시간으로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스트림을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처리할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있는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스트림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처리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Java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API입니다.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일반적으로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Topic의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저장된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메시지를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프로세싱(filter, 	</a:t>
            </a:r>
            <a:r>
              <a:rPr sz="1400" dirty="0">
                <a:latin typeface="Malgun Gothic"/>
                <a:cs typeface="Malgun Gothic"/>
              </a:rPr>
              <a:t>join,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aggregation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등)을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수행할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때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사용되는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라이브러리입니다.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Schema(스키마):</a:t>
            </a:r>
            <a:r>
              <a:rPr sz="1400" b="1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스키마는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데이터베이스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구성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방법에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대한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청사진으로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데이터를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구성하는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것입니다.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Schema</a:t>
            </a:r>
            <a:r>
              <a:rPr sz="1400" b="1" spc="-2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Registry(스키마</a:t>
            </a:r>
            <a:r>
              <a:rPr sz="1400" b="1" spc="-3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레지스트리):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스키마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레지스트리는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토픽에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기록된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모든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스키마의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데이터베이스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역할을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합니다.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Schema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Registry를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통해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사용하는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Client들이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Schema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50" dirty="0">
                <a:latin typeface="Malgun Gothic"/>
                <a:cs typeface="Malgun Gothic"/>
              </a:rPr>
              <a:t>정</a:t>
            </a:r>
            <a:endParaRPr sz="1400">
              <a:latin typeface="Malgun Gothic"/>
              <a:cs typeface="Malgun Gothic"/>
            </a:endParaRPr>
          </a:p>
          <a:p>
            <a:pPr marL="184785">
              <a:lnSpc>
                <a:spcPct val="100000"/>
              </a:lnSpc>
            </a:pPr>
            <a:r>
              <a:rPr sz="1400" dirty="0">
                <a:latin typeface="Malgun Gothic"/>
                <a:cs typeface="Malgun Gothic"/>
              </a:rPr>
              <a:t>보를</a:t>
            </a:r>
            <a:r>
              <a:rPr sz="1400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공유하고</a:t>
            </a:r>
            <a:r>
              <a:rPr sz="1400" spc="-6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Schema</a:t>
            </a:r>
            <a:r>
              <a:rPr sz="1400" spc="-6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Evolution을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지원합니다.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5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Connector(커넥터):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커넥터는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외부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시스템에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연결할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있는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클라이언트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애플리케이션입니다.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Consumer(컨슈머,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소비자):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컨슈머는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Kafka의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관련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토픽에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저장된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데이터를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읽는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애플리케이션입니다.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Producer(프로듀서,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생산자):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프로듀서는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하나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이상의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토픽에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게시되는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Kafka에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데이터(메시지)를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쓰는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애플리케이션입니다.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spc="-10" dirty="0">
                <a:latin typeface="Malgun Gothic"/>
                <a:cs typeface="Malgun Gothic"/>
              </a:rPr>
              <a:t>Publish-</a:t>
            </a:r>
            <a:r>
              <a:rPr sz="1400" b="1" dirty="0">
                <a:latin typeface="Malgun Gothic"/>
                <a:cs typeface="Malgun Gothic"/>
              </a:rPr>
              <a:t>Subscribe</a:t>
            </a:r>
            <a:r>
              <a:rPr sz="1400" b="1" spc="-10" dirty="0">
                <a:latin typeface="Malgun Gothic"/>
                <a:cs typeface="Malgun Gothic"/>
              </a:rPr>
              <a:t> Messaging(게시-</a:t>
            </a:r>
            <a:r>
              <a:rPr sz="1400" b="1" dirty="0">
                <a:latin typeface="Malgun Gothic"/>
                <a:cs typeface="Malgun Gothic"/>
              </a:rPr>
              <a:t>구독</a:t>
            </a:r>
            <a:r>
              <a:rPr sz="1400" b="1" spc="-2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메시징):</a:t>
            </a:r>
            <a:r>
              <a:rPr sz="1400" b="1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게시-구독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메시징은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서비스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간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통신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및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통합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파이프라인에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일반적으로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사용되는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메시징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프레임워크입니다.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Cluster</a:t>
            </a:r>
            <a:r>
              <a:rPr sz="1400" b="1" spc="-20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Linking(클러스터</a:t>
            </a:r>
            <a:r>
              <a:rPr sz="1400" b="1" spc="-5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링킹):</a:t>
            </a:r>
            <a:r>
              <a:rPr sz="1400" b="1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연결을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사용하면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클러스터를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직접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연결하고</a:t>
            </a:r>
            <a:r>
              <a:rPr sz="1400" spc="-3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클러스터에서</a:t>
            </a:r>
            <a:r>
              <a:rPr sz="1400" spc="-5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다른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클러스터로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항목을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미러링할</a:t>
            </a:r>
            <a:r>
              <a:rPr sz="1400" spc="-4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있습니다.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Topic(토픽,</a:t>
            </a:r>
            <a:r>
              <a:rPr sz="1400" b="1" spc="-25" dirty="0">
                <a:latin typeface="Malgun Gothic"/>
                <a:cs typeface="Malgun Gothic"/>
              </a:rPr>
              <a:t> </a:t>
            </a:r>
            <a:r>
              <a:rPr sz="1400" b="1" dirty="0">
                <a:latin typeface="Malgun Gothic"/>
                <a:cs typeface="Malgun Gothic"/>
              </a:rPr>
              <a:t>주제):</a:t>
            </a:r>
            <a:r>
              <a:rPr sz="1400" b="1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토픽은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관련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메시지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또는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이벤트의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모음입니다.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여기서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프로듀서는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클러스터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내부로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데이터를</a:t>
            </a:r>
            <a:r>
              <a:rPr sz="1400" spc="-3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보냅니다.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이벤트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로그;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"스트림"이라고도</a:t>
            </a:r>
            <a:r>
              <a:rPr sz="1400" spc="-45" dirty="0">
                <a:latin typeface="Malgun Gothic"/>
                <a:cs typeface="Malgun Gothic"/>
              </a:rPr>
              <a:t> </a:t>
            </a:r>
            <a:r>
              <a:rPr sz="1400" spc="-20" dirty="0">
                <a:latin typeface="Malgun Gothic"/>
                <a:cs typeface="Malgun Gothic"/>
              </a:rPr>
              <a:t>합니다.</a:t>
            </a:r>
            <a:endParaRPr sz="1400">
              <a:latin typeface="Malgun Gothic"/>
              <a:cs typeface="Malgun Gothic"/>
            </a:endParaRPr>
          </a:p>
          <a:p>
            <a:pPr marL="184150" indent="-171450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184150" algn="l"/>
              </a:tabLst>
            </a:pPr>
            <a:r>
              <a:rPr sz="1400" b="1" dirty="0">
                <a:latin typeface="Malgun Gothic"/>
                <a:cs typeface="Malgun Gothic"/>
              </a:rPr>
              <a:t>Partition(파티션):</a:t>
            </a:r>
            <a:r>
              <a:rPr sz="1400" b="1" spc="-5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파티션은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토픽을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다른</a:t>
            </a:r>
            <a:r>
              <a:rPr sz="1400" spc="-2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브로커에서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호스팅할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수</a:t>
            </a:r>
            <a:r>
              <a:rPr sz="1400" spc="-10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있는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여러</a:t>
            </a:r>
            <a:r>
              <a:rPr sz="1400" spc="-15" dirty="0">
                <a:latin typeface="Malgun Gothic"/>
                <a:cs typeface="Malgun Gothic"/>
              </a:rPr>
              <a:t> </a:t>
            </a:r>
            <a:r>
              <a:rPr sz="1400" dirty="0">
                <a:latin typeface="Malgun Gothic"/>
                <a:cs typeface="Malgun Gothic"/>
              </a:rPr>
              <a:t>로그로</a:t>
            </a:r>
            <a:r>
              <a:rPr sz="1400" spc="-25" dirty="0">
                <a:latin typeface="Malgun Gothic"/>
                <a:cs typeface="Malgun Gothic"/>
              </a:rPr>
              <a:t> </a:t>
            </a:r>
            <a:r>
              <a:rPr sz="1400" spc="-10" dirty="0">
                <a:latin typeface="Malgun Gothic"/>
                <a:cs typeface="Malgun Gothic"/>
              </a:rPr>
              <a:t>나눕니다.</a:t>
            </a:r>
            <a:endParaRPr sz="14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0" y="4457572"/>
            <a:ext cx="9144000" cy="1372235"/>
          </a:xfrm>
          <a:prstGeom prst="rect">
            <a:avLst/>
          </a:prstGeom>
          <a:solidFill>
            <a:srgbClr val="002A4E"/>
          </a:solidFill>
        </p:spPr>
        <p:txBody>
          <a:bodyPr vert="horz" wrap="square" lIns="0" tIns="127635" rIns="0" bIns="0" rtlCol="0">
            <a:spAutoFit/>
          </a:bodyPr>
          <a:lstStyle/>
          <a:p>
            <a:pPr marR="369570" algn="r">
              <a:lnSpc>
                <a:spcPct val="100000"/>
              </a:lnSpc>
              <a:spcBef>
                <a:spcPts val="1005"/>
              </a:spcBef>
            </a:pPr>
            <a:r>
              <a:rPr sz="6500" b="1" spc="-10" dirty="0">
                <a:solidFill>
                  <a:srgbClr val="FFFFFF"/>
                </a:solidFill>
                <a:latin typeface="Malgun Gothic"/>
                <a:cs typeface="Malgun Gothic"/>
              </a:rPr>
              <a:t>Thank</a:t>
            </a:r>
            <a:endParaRPr sz="650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339198" y="4569333"/>
            <a:ext cx="1545590" cy="102044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6500" b="1" spc="-25" dirty="0">
                <a:solidFill>
                  <a:srgbClr val="001F5F"/>
                </a:solidFill>
                <a:latin typeface="Malgun Gothic"/>
                <a:cs typeface="Malgun Gothic"/>
              </a:rPr>
              <a:t>You</a:t>
            </a:r>
            <a:endParaRPr sz="650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221F1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1412</TotalTime>
  <Words>7123</Words>
  <Application>Microsoft Office PowerPoint</Application>
  <PresentationFormat>사용자 지정</PresentationFormat>
  <Paragraphs>1528</Paragraphs>
  <Slides>72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72</vt:i4>
      </vt:variant>
    </vt:vector>
  </HeadingPairs>
  <TitlesOfParts>
    <vt:vector size="82" baseType="lpstr">
      <vt:lpstr>Malgun Gothic Semilight</vt:lpstr>
      <vt:lpstr>Dotum</vt:lpstr>
      <vt:lpstr>Malgun Gothic</vt:lpstr>
      <vt:lpstr>Arial</vt:lpstr>
      <vt:lpstr>Calibri</vt:lpstr>
      <vt:lpstr>Segoe UI Symbol</vt:lpstr>
      <vt:lpstr>Times New Roman</vt:lpstr>
      <vt:lpstr>Trebuchet MS</vt:lpstr>
      <vt:lpstr>Wingdings</vt:lpstr>
      <vt:lpstr>Office Theme</vt:lpstr>
      <vt:lpstr>Confluent Platform 소개</vt:lpstr>
      <vt:lpstr>Confluent Platform(Apache Kafka) 이론</vt:lpstr>
      <vt:lpstr>What Does Kafka Do?</vt:lpstr>
      <vt:lpstr>Overview of Kafka Architecture</vt:lpstr>
      <vt:lpstr>Overview of Kafka Architecture</vt:lpstr>
      <vt:lpstr>Kafka Topic과 Topic Partitions</vt:lpstr>
      <vt:lpstr>Events</vt:lpstr>
      <vt:lpstr>Record Schema</vt:lpstr>
      <vt:lpstr>다양한 Client 지원을 위한 다양한 기능 및 템플릿 제공</vt:lpstr>
      <vt:lpstr>Kafka Connect - Connectors</vt:lpstr>
      <vt:lpstr>Schema Registry/Schema Validation</vt:lpstr>
      <vt:lpstr>Confluent Control Center</vt:lpstr>
      <vt:lpstr>Broker, KRaft, Producer, Consumer</vt:lpstr>
      <vt:lpstr>Apache Kafka 주요 구성 요소</vt:lpstr>
      <vt:lpstr>Apache Kafka 주요 구성 요소</vt:lpstr>
      <vt:lpstr>Producer, Consumer</vt:lpstr>
      <vt:lpstr>Producer, Consumer의 Decoupling</vt:lpstr>
      <vt:lpstr>Commit Log</vt:lpstr>
      <vt:lpstr>Broker</vt:lpstr>
      <vt:lpstr>Kraft Controller(이전 Zookeeper 대체 컴포넌트)</vt:lpstr>
      <vt:lpstr>Topic, Partition, Segment</vt:lpstr>
      <vt:lpstr>Topic, Partition, Segment</vt:lpstr>
      <vt:lpstr>Topic, Partition, Segment의 특징</vt:lpstr>
      <vt:lpstr>Partition Leadership &amp; Replication</vt:lpstr>
      <vt:lpstr>Partition Leadership &amp; Replication</vt:lpstr>
      <vt:lpstr>Producer Guarantees (메시지 전송 보장)</vt:lpstr>
      <vt:lpstr>Consumer Groups</vt:lpstr>
      <vt:lpstr>PowerPoint 프레젠테이션</vt:lpstr>
      <vt:lpstr>Inside the Apache Kafka® Broker</vt:lpstr>
      <vt:lpstr>Kafka는 데이터 및 메타 데이터를 별도로 관리합니다</vt:lpstr>
      <vt:lpstr>Inside The Apache Kafka Broker</vt:lpstr>
      <vt:lpstr>Confluent Platform General Architecture</vt:lpstr>
      <vt:lpstr>Confluent Platform Reference Architecture</vt:lpstr>
      <vt:lpstr>Confluent Platform Node Definition</vt:lpstr>
      <vt:lpstr>Confluent Cluster Network Architecture</vt:lpstr>
      <vt:lpstr>Confluent Reference Architecture White Papers</vt:lpstr>
      <vt:lpstr>Highly-Available / Fault Tolerant with Disaster Recovery 예시</vt:lpstr>
      <vt:lpstr>Confluent Cluster Linking</vt:lpstr>
      <vt:lpstr>Flink 소개</vt:lpstr>
      <vt:lpstr>Confluent Platform for Apache Flink</vt:lpstr>
      <vt:lpstr>Real-Time Services Rely On Stream Processing</vt:lpstr>
      <vt:lpstr>산업군별 활용방법</vt:lpstr>
      <vt:lpstr>New paradigm for Data in Motion – Data Streaming</vt:lpstr>
      <vt:lpstr>PowerPoint 프레젠테이션</vt:lpstr>
      <vt:lpstr>금융(보험/카드/증권) 서비스의 트렌드는 부정거래방지와 실시간 개인화 마케팅</vt:lpstr>
      <vt:lpstr>제조 제품의 생산부터 판매까지 생산품질 및 공장운영, 재고제로 혁신</vt:lpstr>
      <vt:lpstr>전자상거래&amp;리테일신규고객 유치, 이탈을 막기 위한 맞춤형 추천, Customer 360</vt:lpstr>
      <vt:lpstr>게이밍 게임의 수익과 직결되는 플레이어 원격분석 통한 어뷰징 방지</vt:lpstr>
      <vt:lpstr>자동차 &amp; 통신 ROI 개선을 위한 스마트 차량 관리 및 네트워크 실시간 모니터링</vt:lpstr>
      <vt:lpstr>고객사례 소개</vt:lpstr>
      <vt:lpstr>금융사 (실시간 개인화 마켓팅 시스템 구축) - 아키텍처</vt:lpstr>
      <vt:lpstr>금융사 (실시간 개인화 마켓팅 시스템 구축) - ksqlDB</vt:lpstr>
      <vt:lpstr>공공 - 금융기관</vt:lpstr>
      <vt:lpstr>통신사 (Kafka 중심의 데이터 전송 플랫폼 구축)</vt:lpstr>
      <vt:lpstr>통신사 (Kafka 중심의 데이터 전송 플랫폼 구축) - 아키텍처</vt:lpstr>
      <vt:lpstr>제조사 #1 (생산 Line의 실시간 Sensor Data 분석활용)</vt:lpstr>
      <vt:lpstr>제조사 #1 (생산 Line의 실시간 Sensor Data 분석활용)</vt:lpstr>
      <vt:lpstr>제조사 #1 (생산 Line의 실시간 Sensor Data 분석활용)</vt:lpstr>
      <vt:lpstr>제조사 #1 (생산 Line의 실시간 Sensor Data 분석활용)</vt:lpstr>
      <vt:lpstr>제조사 #2 (생산 Line의 실시간 Sensor Data 분석활용)</vt:lpstr>
      <vt:lpstr>생명보험사 (고객분석용 데이터 파이프라인 구축-AWS 전송)</vt:lpstr>
      <vt:lpstr>생명보험사 (고객 데이터분석용 파이프라인 구축-AWS 전송)</vt:lpstr>
      <vt:lpstr>교통정보서비스 (GateWay 로그 시스템 개선 프로젝트)</vt:lpstr>
      <vt:lpstr>교통정보서비스 (GateWay 로그 시스템 개선 프로젝트)</vt:lpstr>
      <vt:lpstr>교통정보서비스 (GateWay 로그 시스템 개선 프로젝트)</vt:lpstr>
      <vt:lpstr>e커머스 (데이터 파이프 라인 개선 프로젝트)</vt:lpstr>
      <vt:lpstr>e커머스 (데이터 파이프 라인 개선 프로젝트)</vt:lpstr>
      <vt:lpstr>e커머스 (데이터 파이프 라인 개선 프로젝트)</vt:lpstr>
      <vt:lpstr>항공사 (데이터 파이프 라인 개선 및 데이터 재사용)</vt:lpstr>
      <vt:lpstr>#별첨 Confluent – 타임게이트 레퍼런스(PoC/BMT 포함)</vt:lpstr>
      <vt:lpstr>#별첨 – Confluent(Apache Kafka) 용어 정리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Confluent Platform 소개</dc:title>
  <cp:lastModifiedBy>박규남</cp:lastModifiedBy>
  <cp:revision>1</cp:revision>
  <dcterms:created xsi:type="dcterms:W3CDTF">2025-09-28T19:35:04Z</dcterms:created>
  <dcterms:modified xsi:type="dcterms:W3CDTF">2026-08-20T03:45:27Z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2025-09-22T00:00:00Z</vt:filetime>
  </property>
  <property fmtid="{D5CDD505-2E9C-101B-9397-08002B2CF9AE}" pid="3" name="Creator">
    <vt:lpwstr>Microsoft® PowerPoint® Microsoft 365용</vt:lpwstr>
  </property>
  <property fmtid="{D5CDD505-2E9C-101B-9397-08002B2CF9AE}" pid="4" name="LastSaved">
    <vt:filetime>2025-09-28T00:00:00Z</vt:filetime>
  </property>
  <property fmtid="{D5CDD505-2E9C-101B-9397-08002B2CF9AE}" pid="5" name="Producer">
    <vt:lpwstr>Microsoft® PowerPoint® Microsoft 365용</vt:lpwstr>
  </property>
</Properties>
</file>