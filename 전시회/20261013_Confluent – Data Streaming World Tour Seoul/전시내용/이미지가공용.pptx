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126" y="3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D3E472-51F0-4B0E-80D4-D8485EA6A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9F479A9-04C0-4F37-AA87-7ACBE0EC0C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0A8E40-177A-4F22-BC72-6FA28BA31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99E94-605F-41FE-93F5-168BD6F4BF9C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93A82C-7CFC-4BF2-9C0C-F9ECCE928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668F4C-306F-4483-955C-21E45823B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82A03-7418-47CF-B0B3-D31EE60FA4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395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7EA65B-DB5B-4897-89F4-F86C6E6BC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D6478A-470D-452A-B5D6-4ADBBCD2F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FDD3BF-C815-474D-A194-E3F94CA03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99E94-605F-41FE-93F5-168BD6F4BF9C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6B0A85-C622-42DD-88EC-EA75031C3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BD23B8-DCF3-41FC-AAE9-5FE50C9C7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82A03-7418-47CF-B0B3-D31EE60FA4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4439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CE6629-03C0-457B-B34D-FCDF91435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889F05-8349-46CC-A54C-08BF38110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30C647-C8D4-4DFD-BB90-09CF01F11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99E94-605F-41FE-93F5-168BD6F4BF9C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DC25B-E792-487E-8287-27ACDC439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94B85D-BDDD-4527-9D9C-1C4E4152F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82A03-7418-47CF-B0B3-D31EE60FA4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881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E28674-D9D0-45B4-900D-402984779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BD52AD-AC2F-4152-8511-96DBA853F5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58B507-EE1F-4504-8A8D-017E598304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BE90ED-3BD0-4FED-8CE7-2B84A44E9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99E94-605F-41FE-93F5-168BD6F4BF9C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B47274-F7BC-4CDC-83F7-05892E863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66C656-FA86-4591-8554-406533533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82A03-7418-47CF-B0B3-D31EE60FA4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216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81DFF6-B825-4B4F-9332-ABD66F2BA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CDA2B-04E8-40F7-817F-3526C7AB3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01154C-C137-42E1-B15B-68D26A3E29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13D7ED-D0CC-4788-9153-95AE8068E5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557E238-50C2-4BCC-839B-068ACD5F12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A251538-BED5-407F-A103-C0D9BC43D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99E94-605F-41FE-93F5-168BD6F4BF9C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6E827D2-5922-4FCE-9F6B-CDE7A1585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E48F6A9-8456-43BB-A522-7A89B8465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82A03-7418-47CF-B0B3-D31EE60FA4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453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FE84C9-635B-4129-8DE1-545354CAA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149965A-C509-412B-A1D2-7D477FEE3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99E94-605F-41FE-93F5-168BD6F4BF9C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504A171-DDA0-4808-BAD3-A22A11F9F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7802B1-4197-4F35-B4AA-645DBBBE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82A03-7418-47CF-B0B3-D31EE60FA4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7000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45BD327-4A66-4F94-9733-C3E4607B2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99E94-605F-41FE-93F5-168BD6F4BF9C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E59516E-3CEE-4902-B2FE-8747249BC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DFBB87-0E3F-4D71-B7B6-5F214EFA7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82A03-7418-47CF-B0B3-D31EE60FA4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2709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355BDA-6CD2-4954-B3B5-3648B9983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FF20AF-2A26-4389-9711-A61377E47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219E697-B3A4-44D8-B8D2-8D5D8EC4C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D6F4A2-DF46-4838-ADA9-6996ACFC1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99E94-605F-41FE-93F5-168BD6F4BF9C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484A9D-0F91-4808-B556-96873BD2F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303100-EE6E-4554-B473-1D94EEE38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82A03-7418-47CF-B0B3-D31EE60FA4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3385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3B9329-2C7B-419D-85EE-5F7239BFF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5A06402-E5A1-49BC-9925-C8823F2824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71BBB0F-BDEB-4D4E-BC50-AD49F1909B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BFB8C6-C045-4212-9EA4-0E946BF4C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99E94-605F-41FE-93F5-168BD6F4BF9C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81B563-C86F-455B-AA77-19CC5C8C5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A0DAAA-F4DE-4E51-ABD8-043224B90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82A03-7418-47CF-B0B3-D31EE60FA4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032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7B9A1F-FDC7-4B86-97B0-497A6E364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38A7216-31D3-4A2D-9EDF-6E0134EC5D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260A04-B2D2-4A0C-98F2-4E82B8AFE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99E94-605F-41FE-93F5-168BD6F4BF9C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E01BBB-1B00-4E17-8BD3-824648621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DB9CA1-79B8-494B-8562-897C7B3B8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82A03-7418-47CF-B0B3-D31EE60FA4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5647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F0E8F2D-B512-440B-A745-C9AC4E0F17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6303648-3157-40AA-B136-7015B3957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8E0D67-94D8-4D48-93FA-478B4B757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99E94-605F-41FE-93F5-168BD6F4BF9C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7CA693-5DF4-429A-8F6A-06939FFE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E31A6B-ED52-4FE8-A9C7-B6077E568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82A03-7418-47CF-B0B3-D31EE60FA4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154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4A8CBE6-CC12-4DEF-8892-057B839DF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16A5A1-4DF4-40F0-819F-0822ABC7A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864C3E-E384-4C46-8A42-13A73EF5FC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99E94-605F-41FE-93F5-168BD6F4BF9C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319758-1D8A-45EC-90B2-3FC192775D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515CBF-9330-4F3A-AEB4-D89474120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682A03-7418-47CF-B0B3-D31EE60FA4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614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208A04E8-227D-45AE-B40B-1BF927EEDA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360000"/>
            <a:ext cx="10800000" cy="607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87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BF8C449-4DC2-4589-B3E3-1849F057A2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360000"/>
            <a:ext cx="10800000" cy="607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137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8C46371-9AE1-43C4-A71C-EE4649329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360000"/>
            <a:ext cx="10800000" cy="607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7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3E687E5-E85E-4D16-BBBA-5F4447FDC7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360000"/>
            <a:ext cx="10800000" cy="607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036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D241F06-5484-4E9E-B12F-959005617E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575" y="1337639"/>
            <a:ext cx="10800000" cy="418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808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와이드스크린</PresentationFormat>
  <Paragraphs>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박규남</dc:creator>
  <cp:lastModifiedBy>박규남</cp:lastModifiedBy>
  <cp:revision>2</cp:revision>
  <dcterms:created xsi:type="dcterms:W3CDTF">2026-09-18T00:30:29Z</dcterms:created>
  <dcterms:modified xsi:type="dcterms:W3CDTF">2026-09-18T00:42:54Z</dcterms:modified>
</cp:coreProperties>
</file>