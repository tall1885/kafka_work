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0" r:id="rId4"/>
    <p:sldId id="261" r:id="rId5"/>
  </p:sldIdLst>
  <p:sldSz cx="12192000" cy="6858000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0"/>
    <p:restoredTop sz="94665"/>
  </p:normalViewPr>
  <p:slideViewPr>
    <p:cSldViewPr snapToGrid="0">
      <p:cViewPr varScale="1">
        <p:scale>
          <a:sx n="89" d="100"/>
          <a:sy n="89" d="100"/>
        </p:scale>
        <p:origin x="84" y="4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0D283B-4402-0E4C-0E5A-7E5B4AE560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03C350ED-9471-A6A6-BCCA-1B461E4FC7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26A879-B6C6-5337-7FA7-D84A21F81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13A4A3-9332-F252-655B-4D24F6F2B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5549FEC-E8E0-1481-2734-FDAD62DA7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770030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ABD26F-8879-AE67-C240-E05A93809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5ABFF5-0DC3-3EE8-0DA8-9F67DE9047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A099D9-3684-B8DF-5EDA-95ADE742FC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4A7945-FDC6-9B64-1147-77DF0E203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67565F-7E9B-3BA1-96AC-D6E9384E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433606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F57CB-98CF-167F-0554-9991F456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F5B4226-98AB-7CFC-C06F-A4EBC9CBD0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4560FA0-B2F4-FF9E-24B6-E15FF6171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DEB1A6-3037-E4B9-3A57-092EE95AEE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B0032BA-D37A-0035-F495-88919F317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138509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90664-8146-BE04-8A9C-76FEFF737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5E56029-E6AD-EF12-B96D-91AFCC79D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61F5410-169B-EE5E-4642-2AF49B512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D082C1-D94F-17C4-28A2-A25CE4E12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46844D5-3CBB-9935-EB2A-EB0788EC32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87B9CB3-5483-B0F0-5BAA-A15D8434C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7146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48FC17-7F2A-88A4-119E-21CD68CF42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CD5BC5E-0823-2787-DF4B-32F1FBFE98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9F7B64F-291C-3DB7-A0E6-AA463AE553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3511343-4C13-9593-723A-37B10C263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C9293C-C281-AD2E-D740-4846215B9A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C15BE77-67AD-C09A-041C-870CB7498E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D936EA4-D530-4C81-C2FA-61EB048595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E5A213-FA6A-1F6E-AC13-FC90F7ED0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26248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9CE702-7320-D0E9-4501-C71D35345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5DC47C5-8A48-5A1B-AFA9-CD825FC6C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6309633-D6F7-4C1D-9671-5D310BCE6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2665729-54FA-FBF9-D3D7-0FC3BEBA8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956791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BEB840F-EA6F-3C4C-9456-B890643E93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9F3F6E3-4367-D8E6-A026-44D978DE2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7DC282-4DC7-7EA8-EE59-41FFC1B04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19787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E846F-C1F0-6FDB-E3CE-8D8F724C86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7DE5703-654F-01C4-F272-140BB58F2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C59B48C-FC81-3DCD-8BD6-2FF8B85AD7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46634C-C091-F462-3BC1-42AFB652B2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F768798-6ECC-AD1D-211E-9FE3AF14F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B3C1E6-93EC-3AEF-C251-AD4620B67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1642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8D8D59-3A30-B1B2-D37A-CEE4BFF26A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7CAC94C6-27C6-922F-8A2C-5F99FAE89D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7EAFFD-F8F5-B16C-E086-6776D33ADF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8918C8A-747B-DBC2-7471-4A3B91970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4D8E29-2C99-78D0-9829-E89AB88B87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0F90472-F35B-5E77-5B94-B50A993E4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31450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0E26F-78B3-FBE9-0758-E47FB89D80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3771643-3FEE-93C9-5674-14ED25F8BA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A65313-046B-EB25-044B-8F9A5763A1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890AAEC-3F0C-F780-B760-22295481EB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6F0E29-4CC1-A8D8-72C0-D04CC2A707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388094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553F6D0-BBF4-B0DF-BA50-D1433575C7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46EEB96-179A-3C90-5CA4-4B7D411D00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DBE4FE-99DA-277C-87FF-75C0E6BBA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D9C41EC-BCE3-A74F-A704-E186B6E79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60339C-11EE-0CF2-D41E-213084646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7763317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D917E02-10AE-F290-A00E-C0E177A06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0BEB766-6F5B-6534-2852-67A30A61F5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7660604-377C-F78B-7157-6E53FD681F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5CCFEB-1037-2040-AA53-C93F1496005A}" type="datetimeFigureOut">
              <a:rPr kumimoji="1" lang="ko-KR" altLang="en-US" smtClean="0"/>
              <a:t>2026-09-03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03282B-68E2-F9EB-D993-EB5932BE80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318560-F4DF-95C8-2DD0-0AB1DDB658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CDDE2A-E4E3-1D49-B661-FEC35F83FF5A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40584844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모서리가 둥근 직사각형 171">
            <a:extLst>
              <a:ext uri="{FF2B5EF4-FFF2-40B4-BE49-F238E27FC236}">
                <a16:creationId xmlns:a16="http://schemas.microsoft.com/office/drawing/2014/main" id="{5B445AC2-FCA7-B663-E328-8E102BD51EFD}"/>
              </a:ext>
            </a:extLst>
          </p:cNvPr>
          <p:cNvSpPr/>
          <p:nvPr/>
        </p:nvSpPr>
        <p:spPr>
          <a:xfrm>
            <a:off x="6335030" y="3343986"/>
            <a:ext cx="5593734" cy="3322616"/>
          </a:xfrm>
          <a:prstGeom prst="roundRect">
            <a:avLst>
              <a:gd name="adj" fmla="val 698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F519951E-1903-637F-6273-968C94342BC4}"/>
              </a:ext>
            </a:extLst>
          </p:cNvPr>
          <p:cNvSpPr/>
          <p:nvPr/>
        </p:nvSpPr>
        <p:spPr>
          <a:xfrm>
            <a:off x="437388" y="3343986"/>
            <a:ext cx="5692844" cy="3322616"/>
          </a:xfrm>
          <a:prstGeom prst="roundRect">
            <a:avLst>
              <a:gd name="adj" fmla="val 698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0" name="모서리가 둥근 직사각형 169">
            <a:extLst>
              <a:ext uri="{FF2B5EF4-FFF2-40B4-BE49-F238E27FC236}">
                <a16:creationId xmlns:a16="http://schemas.microsoft.com/office/drawing/2014/main" id="{853B6C79-5C1A-1229-8714-B2F1769A707C}"/>
              </a:ext>
            </a:extLst>
          </p:cNvPr>
          <p:cNvSpPr/>
          <p:nvPr/>
        </p:nvSpPr>
        <p:spPr>
          <a:xfrm>
            <a:off x="1751157" y="304801"/>
            <a:ext cx="7150272" cy="2604228"/>
          </a:xfrm>
          <a:prstGeom prst="roundRect">
            <a:avLst>
              <a:gd name="adj" fmla="val 6982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E9D567F6-B4D5-FC43-4795-3C5DC90EDE73}"/>
              </a:ext>
            </a:extLst>
          </p:cNvPr>
          <p:cNvSpPr/>
          <p:nvPr/>
        </p:nvSpPr>
        <p:spPr>
          <a:xfrm>
            <a:off x="3416519" y="989984"/>
            <a:ext cx="4276774" cy="74183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2641D7-F01D-1379-E4D9-452478052BCE}"/>
              </a:ext>
            </a:extLst>
          </p:cNvPr>
          <p:cNvSpPr txBox="1"/>
          <p:nvPr/>
        </p:nvSpPr>
        <p:spPr>
          <a:xfrm>
            <a:off x="1839816" y="462709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NMS Center</a:t>
            </a:r>
            <a:endParaRPr kumimoji="1"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5068406-3A7C-FA83-0DC4-45936FFE7738}"/>
              </a:ext>
            </a:extLst>
          </p:cNvPr>
          <p:cNvSpPr txBox="1"/>
          <p:nvPr/>
        </p:nvSpPr>
        <p:spPr>
          <a:xfrm>
            <a:off x="738316" y="3446578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</a:t>
            </a:r>
            <a:r>
              <a:rPr kumimoji="1" lang="ko-KR" altLang="en-US" b="1" dirty="0"/>
              <a:t>구로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FD784-605C-C467-5C13-BD861BB03EA7}"/>
              </a:ext>
            </a:extLst>
          </p:cNvPr>
          <p:cNvSpPr txBox="1"/>
          <p:nvPr/>
        </p:nvSpPr>
        <p:spPr>
          <a:xfrm>
            <a:off x="6649464" y="3501119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ko-KR"/>
            </a:defPPr>
            <a:lvl1pPr>
              <a:defRPr kumimoji="1" b="1"/>
            </a:lvl1pPr>
          </a:lstStyle>
          <a:p>
            <a:r>
              <a:rPr lang="en-US" altLang="ko-KR" dirty="0"/>
              <a:t>KT </a:t>
            </a:r>
            <a:r>
              <a:rPr lang="ko-KR" altLang="en-US" dirty="0"/>
              <a:t>혜화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37A88177-D906-F954-D9F6-50C8BAD6A6F5}"/>
              </a:ext>
            </a:extLst>
          </p:cNvPr>
          <p:cNvSpPr/>
          <p:nvPr/>
        </p:nvSpPr>
        <p:spPr>
          <a:xfrm>
            <a:off x="1160764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F117C6A0-7A84-EA7A-EA71-674CC3C3CF8F}"/>
              </a:ext>
            </a:extLst>
          </p:cNvPr>
          <p:cNvSpPr/>
          <p:nvPr/>
        </p:nvSpPr>
        <p:spPr>
          <a:xfrm>
            <a:off x="1365927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0088594-DCF0-1D12-56BA-CF55273D6AE2}"/>
              </a:ext>
            </a:extLst>
          </p:cNvPr>
          <p:cNvSpPr/>
          <p:nvPr/>
        </p:nvSpPr>
        <p:spPr>
          <a:xfrm>
            <a:off x="994069" y="3973584"/>
            <a:ext cx="1514176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2" name="모서리가 둥근 직사각형 11">
            <a:extLst>
              <a:ext uri="{FF2B5EF4-FFF2-40B4-BE49-F238E27FC236}">
                <a16:creationId xmlns:a16="http://schemas.microsoft.com/office/drawing/2014/main" id="{6AC008CF-5C7A-3BF1-C3E4-0473721B6CCA}"/>
              </a:ext>
            </a:extLst>
          </p:cNvPr>
          <p:cNvSpPr/>
          <p:nvPr/>
        </p:nvSpPr>
        <p:spPr>
          <a:xfrm>
            <a:off x="2490796" y="4404778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AMF-1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9C14D572-41EB-11AB-0F8D-840272A9DFE7}"/>
              </a:ext>
            </a:extLst>
          </p:cNvPr>
          <p:cNvSpPr/>
          <p:nvPr/>
        </p:nvSpPr>
        <p:spPr>
          <a:xfrm>
            <a:off x="1352071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" name="모서리가 둥근 직사각형 13">
            <a:extLst>
              <a:ext uri="{FF2B5EF4-FFF2-40B4-BE49-F238E27FC236}">
                <a16:creationId xmlns:a16="http://schemas.microsoft.com/office/drawing/2014/main" id="{9CD31D7D-D841-A9FB-3271-3FC72C53EAC0}"/>
              </a:ext>
            </a:extLst>
          </p:cNvPr>
          <p:cNvSpPr/>
          <p:nvPr/>
        </p:nvSpPr>
        <p:spPr>
          <a:xfrm>
            <a:off x="2476940" y="4904075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SMF-1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87B0CA41-048B-432C-FFE1-21A6A7E0AAE0}"/>
              </a:ext>
            </a:extLst>
          </p:cNvPr>
          <p:cNvSpPr/>
          <p:nvPr/>
        </p:nvSpPr>
        <p:spPr>
          <a:xfrm>
            <a:off x="1352071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>
            <a:extLst>
              <a:ext uri="{FF2B5EF4-FFF2-40B4-BE49-F238E27FC236}">
                <a16:creationId xmlns:a16="http://schemas.microsoft.com/office/drawing/2014/main" id="{3E17F154-2F93-9C14-E114-C37216A6D3B2}"/>
              </a:ext>
            </a:extLst>
          </p:cNvPr>
          <p:cNvSpPr/>
          <p:nvPr/>
        </p:nvSpPr>
        <p:spPr>
          <a:xfrm>
            <a:off x="2476940" y="5457889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UPF-1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BE430821-C719-AAD7-15A2-69A0A07A8267}"/>
              </a:ext>
            </a:extLst>
          </p:cNvPr>
          <p:cNvCxnSpPr>
            <a:cxnSpLocks/>
            <a:stCxn id="9" idx="3"/>
            <a:endCxn id="12" idx="1"/>
          </p:cNvCxnSpPr>
          <p:nvPr/>
        </p:nvCxnSpPr>
        <p:spPr>
          <a:xfrm>
            <a:off x="2036622" y="4589444"/>
            <a:ext cx="4541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081A8761-3616-28F7-27C2-AA88F16EF7C5}"/>
              </a:ext>
            </a:extLst>
          </p:cNvPr>
          <p:cNvCxnSpPr>
            <a:cxnSpLocks/>
            <a:stCxn id="13" idx="3"/>
            <a:endCxn id="14" idx="1"/>
          </p:cNvCxnSpPr>
          <p:nvPr/>
        </p:nvCxnSpPr>
        <p:spPr>
          <a:xfrm>
            <a:off x="2022766" y="5088741"/>
            <a:ext cx="4541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7CB65B22-E70F-62D2-468F-FF9A89551AD3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2022766" y="5642555"/>
            <a:ext cx="4541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73A0072F-C761-5ED4-0B75-30E864F906E3}"/>
              </a:ext>
            </a:extLst>
          </p:cNvPr>
          <p:cNvSpPr/>
          <p:nvPr/>
        </p:nvSpPr>
        <p:spPr>
          <a:xfrm>
            <a:off x="3868352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FA5E177F-8967-D411-B7D6-FC54F09AE876}"/>
              </a:ext>
            </a:extLst>
          </p:cNvPr>
          <p:cNvSpPr/>
          <p:nvPr/>
        </p:nvSpPr>
        <p:spPr>
          <a:xfrm>
            <a:off x="4073515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1169278C-E03A-169F-4713-5B463E95CB47}"/>
              </a:ext>
            </a:extLst>
          </p:cNvPr>
          <p:cNvSpPr/>
          <p:nvPr/>
        </p:nvSpPr>
        <p:spPr>
          <a:xfrm>
            <a:off x="3701657" y="3973584"/>
            <a:ext cx="1514176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8" name="모서리가 둥근 직사각형 37">
            <a:extLst>
              <a:ext uri="{FF2B5EF4-FFF2-40B4-BE49-F238E27FC236}">
                <a16:creationId xmlns:a16="http://schemas.microsoft.com/office/drawing/2014/main" id="{62D24986-8646-36CE-EC17-7E27D2453186}"/>
              </a:ext>
            </a:extLst>
          </p:cNvPr>
          <p:cNvSpPr/>
          <p:nvPr/>
        </p:nvSpPr>
        <p:spPr>
          <a:xfrm>
            <a:off x="5170678" y="4404778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AMF-2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AFDA10DE-6D28-EE88-F718-2B2F258BBA95}"/>
              </a:ext>
            </a:extLst>
          </p:cNvPr>
          <p:cNvSpPr/>
          <p:nvPr/>
        </p:nvSpPr>
        <p:spPr>
          <a:xfrm>
            <a:off x="4059659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0" name="모서리가 둥근 직사각형 39">
            <a:extLst>
              <a:ext uri="{FF2B5EF4-FFF2-40B4-BE49-F238E27FC236}">
                <a16:creationId xmlns:a16="http://schemas.microsoft.com/office/drawing/2014/main" id="{9F0A3596-FD97-AE9B-9241-305F9B4F1E23}"/>
              </a:ext>
            </a:extLst>
          </p:cNvPr>
          <p:cNvSpPr/>
          <p:nvPr/>
        </p:nvSpPr>
        <p:spPr>
          <a:xfrm>
            <a:off x="5156822" y="4904075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SMF-2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BD900034-16E4-E6AF-4084-901453A97415}"/>
              </a:ext>
            </a:extLst>
          </p:cNvPr>
          <p:cNvSpPr/>
          <p:nvPr/>
        </p:nvSpPr>
        <p:spPr>
          <a:xfrm>
            <a:off x="4059659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2" name="모서리가 둥근 직사각형 41">
            <a:extLst>
              <a:ext uri="{FF2B5EF4-FFF2-40B4-BE49-F238E27FC236}">
                <a16:creationId xmlns:a16="http://schemas.microsoft.com/office/drawing/2014/main" id="{5781EB1C-CEAA-B3CB-B890-448FD897550A}"/>
              </a:ext>
            </a:extLst>
          </p:cNvPr>
          <p:cNvSpPr/>
          <p:nvPr/>
        </p:nvSpPr>
        <p:spPr>
          <a:xfrm>
            <a:off x="5156822" y="5457889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UPF-2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D7F8925-2211-5E9C-5C8E-0A6BF7E53CC5}"/>
              </a:ext>
            </a:extLst>
          </p:cNvPr>
          <p:cNvCxnSpPr>
            <a:stCxn id="36" idx="3"/>
            <a:endCxn id="38" idx="1"/>
          </p:cNvCxnSpPr>
          <p:nvPr/>
        </p:nvCxnSpPr>
        <p:spPr>
          <a:xfrm>
            <a:off x="4744210" y="4589444"/>
            <a:ext cx="426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9D6CD514-AC6D-A5BE-6922-9755B6CDE657}"/>
              </a:ext>
            </a:extLst>
          </p:cNvPr>
          <p:cNvCxnSpPr>
            <a:stCxn id="39" idx="3"/>
            <a:endCxn id="40" idx="1"/>
          </p:cNvCxnSpPr>
          <p:nvPr/>
        </p:nvCxnSpPr>
        <p:spPr>
          <a:xfrm>
            <a:off x="4730354" y="5088741"/>
            <a:ext cx="426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0FAB4693-8A2F-C077-C873-7734C437EF23}"/>
              </a:ext>
            </a:extLst>
          </p:cNvPr>
          <p:cNvCxnSpPr>
            <a:cxnSpLocks/>
            <a:stCxn id="41" idx="3"/>
            <a:endCxn id="42" idx="1"/>
          </p:cNvCxnSpPr>
          <p:nvPr/>
        </p:nvCxnSpPr>
        <p:spPr>
          <a:xfrm>
            <a:off x="4730354" y="5642555"/>
            <a:ext cx="426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TextBox 93">
            <a:extLst>
              <a:ext uri="{FF2B5EF4-FFF2-40B4-BE49-F238E27FC236}">
                <a16:creationId xmlns:a16="http://schemas.microsoft.com/office/drawing/2014/main" id="{DE45CF04-68F3-9E51-8224-222AF163A2FB}"/>
              </a:ext>
            </a:extLst>
          </p:cNvPr>
          <p:cNvSpPr txBox="1"/>
          <p:nvPr/>
        </p:nvSpPr>
        <p:spPr>
          <a:xfrm>
            <a:off x="4264003" y="1176235"/>
            <a:ext cx="238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NMS Dashboard app</a:t>
            </a:r>
            <a:endParaRPr kumimoji="1" lang="ko-KR" altLang="en-US" dirty="0"/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80936DB2-19F8-46CD-CA42-F7BF1A988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1458" y="6095102"/>
            <a:ext cx="1003300" cy="571500"/>
          </a:xfrm>
          <a:prstGeom prst="rect">
            <a:avLst/>
          </a:prstGeom>
        </p:spPr>
      </p:pic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D97E4E9C-B4D6-230B-5307-723C3DDEF2EA}"/>
              </a:ext>
            </a:extLst>
          </p:cNvPr>
          <p:cNvCxnSpPr>
            <a:stCxn id="36" idx="1"/>
            <a:endCxn id="95" idx="3"/>
          </p:cNvCxnSpPr>
          <p:nvPr/>
        </p:nvCxnSpPr>
        <p:spPr>
          <a:xfrm rot="10800000" flipV="1">
            <a:off x="3244759" y="4589444"/>
            <a:ext cx="828757" cy="1791408"/>
          </a:xfrm>
          <a:prstGeom prst="bentConnector3">
            <a:avLst>
              <a:gd name="adj1" fmla="val 6337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[E] 99">
            <a:extLst>
              <a:ext uri="{FF2B5EF4-FFF2-40B4-BE49-F238E27FC236}">
                <a16:creationId xmlns:a16="http://schemas.microsoft.com/office/drawing/2014/main" id="{8B0D97CB-BE51-6238-9B43-06372E57F592}"/>
              </a:ext>
            </a:extLst>
          </p:cNvPr>
          <p:cNvCxnSpPr>
            <a:cxnSpLocks/>
            <a:stCxn id="39" idx="1"/>
            <a:endCxn id="95" idx="3"/>
          </p:cNvCxnSpPr>
          <p:nvPr/>
        </p:nvCxnSpPr>
        <p:spPr>
          <a:xfrm rot="10800000" flipV="1">
            <a:off x="3244759" y="5088740"/>
            <a:ext cx="814901" cy="12921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[E] 101">
            <a:extLst>
              <a:ext uri="{FF2B5EF4-FFF2-40B4-BE49-F238E27FC236}">
                <a16:creationId xmlns:a16="http://schemas.microsoft.com/office/drawing/2014/main" id="{5D53568B-9EF5-09FB-EC7F-76387D7049E3}"/>
              </a:ext>
            </a:extLst>
          </p:cNvPr>
          <p:cNvCxnSpPr>
            <a:cxnSpLocks/>
            <a:stCxn id="41" idx="1"/>
            <a:endCxn id="95" idx="3"/>
          </p:cNvCxnSpPr>
          <p:nvPr/>
        </p:nvCxnSpPr>
        <p:spPr>
          <a:xfrm rot="10800000" flipV="1">
            <a:off x="3244759" y="5642554"/>
            <a:ext cx="814901" cy="738297"/>
          </a:xfrm>
          <a:prstGeom prst="bentConnector3">
            <a:avLst>
              <a:gd name="adj1" fmla="val 4149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6C28B730-C28F-39FC-A969-50BF2AA19859}"/>
              </a:ext>
            </a:extLst>
          </p:cNvPr>
          <p:cNvCxnSpPr>
            <a:cxnSpLocks/>
            <a:stCxn id="9" idx="1"/>
            <a:endCxn id="95" idx="1"/>
          </p:cNvCxnSpPr>
          <p:nvPr/>
        </p:nvCxnSpPr>
        <p:spPr>
          <a:xfrm rot="10800000" flipH="1" flipV="1">
            <a:off x="1365926" y="4589444"/>
            <a:ext cx="875531" cy="1791408"/>
          </a:xfrm>
          <a:prstGeom prst="bentConnector3">
            <a:avLst>
              <a:gd name="adj1" fmla="val -5617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[E] 109">
            <a:extLst>
              <a:ext uri="{FF2B5EF4-FFF2-40B4-BE49-F238E27FC236}">
                <a16:creationId xmlns:a16="http://schemas.microsoft.com/office/drawing/2014/main" id="{0689FC82-8D95-0017-963D-BC4BB0A13226}"/>
              </a:ext>
            </a:extLst>
          </p:cNvPr>
          <p:cNvCxnSpPr>
            <a:cxnSpLocks/>
            <a:stCxn id="13" idx="1"/>
            <a:endCxn id="95" idx="1"/>
          </p:cNvCxnSpPr>
          <p:nvPr/>
        </p:nvCxnSpPr>
        <p:spPr>
          <a:xfrm rot="10800000" flipH="1" flipV="1">
            <a:off x="1352070" y="5088740"/>
            <a:ext cx="889387" cy="1292111"/>
          </a:xfrm>
          <a:prstGeom prst="bentConnector3">
            <a:avLst>
              <a:gd name="adj1" fmla="val -4439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[E] 115">
            <a:extLst>
              <a:ext uri="{FF2B5EF4-FFF2-40B4-BE49-F238E27FC236}">
                <a16:creationId xmlns:a16="http://schemas.microsoft.com/office/drawing/2014/main" id="{477AB2F4-93FE-D481-A52A-F1B309F36A50}"/>
              </a:ext>
            </a:extLst>
          </p:cNvPr>
          <p:cNvCxnSpPr>
            <a:cxnSpLocks/>
            <a:stCxn id="15" idx="1"/>
            <a:endCxn id="95" idx="1"/>
          </p:cNvCxnSpPr>
          <p:nvPr/>
        </p:nvCxnSpPr>
        <p:spPr>
          <a:xfrm rot="10800000" flipH="1" flipV="1">
            <a:off x="1352070" y="5642554"/>
            <a:ext cx="889387" cy="738297"/>
          </a:xfrm>
          <a:prstGeom prst="bentConnector3">
            <a:avLst>
              <a:gd name="adj1" fmla="val -3349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그림 119">
            <a:extLst>
              <a:ext uri="{FF2B5EF4-FFF2-40B4-BE49-F238E27FC236}">
                <a16:creationId xmlns:a16="http://schemas.microsoft.com/office/drawing/2014/main" id="{F2500FB1-CDC2-2D3F-9E4A-12DA549565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3219" y="3371153"/>
            <a:ext cx="1003300" cy="571500"/>
          </a:xfrm>
          <a:prstGeom prst="rect">
            <a:avLst/>
          </a:prstGeom>
        </p:spPr>
      </p:pic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77EE8310-C42E-55FE-1998-71F1EA5C62B6}"/>
              </a:ext>
            </a:extLst>
          </p:cNvPr>
          <p:cNvCxnSpPr>
            <a:stCxn id="120" idx="2"/>
            <a:endCxn id="12" idx="0"/>
          </p:cNvCxnSpPr>
          <p:nvPr/>
        </p:nvCxnSpPr>
        <p:spPr>
          <a:xfrm>
            <a:off x="2914869" y="3942653"/>
            <a:ext cx="13856" cy="4621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꺾인 연결선[E] 125">
            <a:extLst>
              <a:ext uri="{FF2B5EF4-FFF2-40B4-BE49-F238E27FC236}">
                <a16:creationId xmlns:a16="http://schemas.microsoft.com/office/drawing/2014/main" id="{298E3AE2-CCE5-8890-4715-305413833EAF}"/>
              </a:ext>
            </a:extLst>
          </p:cNvPr>
          <p:cNvCxnSpPr>
            <a:stCxn id="120" idx="3"/>
            <a:endCxn id="38" idx="0"/>
          </p:cNvCxnSpPr>
          <p:nvPr/>
        </p:nvCxnSpPr>
        <p:spPr>
          <a:xfrm>
            <a:off x="3416519" y="3656903"/>
            <a:ext cx="2192088" cy="747875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A5EC6A0C-054C-6D3E-BEEB-EA694897C17D}"/>
              </a:ext>
            </a:extLst>
          </p:cNvPr>
          <p:cNvSpPr/>
          <p:nvPr/>
        </p:nvSpPr>
        <p:spPr>
          <a:xfrm>
            <a:off x="3352798" y="2218146"/>
            <a:ext cx="1096444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NMS</a:t>
            </a:r>
            <a:r>
              <a:rPr kumimoji="1" lang="ko-KR" altLang="en-US" sz="1100" dirty="0">
                <a:solidFill>
                  <a:schemeClr val="tx1"/>
                </a:solidFill>
              </a:rPr>
              <a:t> </a:t>
            </a:r>
            <a:r>
              <a:rPr kumimoji="1" lang="en-US" altLang="ko-KR" sz="1100" dirty="0">
                <a:solidFill>
                  <a:schemeClr val="tx1"/>
                </a:solidFill>
              </a:rPr>
              <a:t>server Agent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9" name="꺾인 연결선[E] 128">
            <a:extLst>
              <a:ext uri="{FF2B5EF4-FFF2-40B4-BE49-F238E27FC236}">
                <a16:creationId xmlns:a16="http://schemas.microsoft.com/office/drawing/2014/main" id="{44DC4162-9A04-D987-EF27-75A252984F46}"/>
              </a:ext>
            </a:extLst>
          </p:cNvPr>
          <p:cNvCxnSpPr>
            <a:cxnSpLocks/>
            <a:stCxn id="120" idx="0"/>
            <a:endCxn id="127" idx="2"/>
          </p:cNvCxnSpPr>
          <p:nvPr/>
        </p:nvCxnSpPr>
        <p:spPr>
          <a:xfrm rot="5400000" flipH="1" flipV="1">
            <a:off x="3016107" y="2486241"/>
            <a:ext cx="783675" cy="986151"/>
          </a:xfrm>
          <a:prstGeom prst="bentConnector3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0" name="모서리가 둥근 직사각형 129">
            <a:extLst>
              <a:ext uri="{FF2B5EF4-FFF2-40B4-BE49-F238E27FC236}">
                <a16:creationId xmlns:a16="http://schemas.microsoft.com/office/drawing/2014/main" id="{AE802DFA-983E-09F6-1CF9-3E99D1B9E55D}"/>
              </a:ext>
            </a:extLst>
          </p:cNvPr>
          <p:cNvSpPr/>
          <p:nvPr/>
        </p:nvSpPr>
        <p:spPr>
          <a:xfrm>
            <a:off x="6817435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31" name="모서리가 둥근 직사각형 130">
            <a:extLst>
              <a:ext uri="{FF2B5EF4-FFF2-40B4-BE49-F238E27FC236}">
                <a16:creationId xmlns:a16="http://schemas.microsoft.com/office/drawing/2014/main" id="{D6999F96-975F-4687-9885-B791FB62A41E}"/>
              </a:ext>
            </a:extLst>
          </p:cNvPr>
          <p:cNvSpPr/>
          <p:nvPr/>
        </p:nvSpPr>
        <p:spPr>
          <a:xfrm>
            <a:off x="7022598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2" name="모서리가 둥근 직사각형 131">
            <a:extLst>
              <a:ext uri="{FF2B5EF4-FFF2-40B4-BE49-F238E27FC236}">
                <a16:creationId xmlns:a16="http://schemas.microsoft.com/office/drawing/2014/main" id="{64EE42D7-BDC1-EEA0-16C1-2AF6ED9B9FF8}"/>
              </a:ext>
            </a:extLst>
          </p:cNvPr>
          <p:cNvSpPr/>
          <p:nvPr/>
        </p:nvSpPr>
        <p:spPr>
          <a:xfrm>
            <a:off x="6650740" y="3973584"/>
            <a:ext cx="1514176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3" name="모서리가 둥근 직사각형 132">
            <a:extLst>
              <a:ext uri="{FF2B5EF4-FFF2-40B4-BE49-F238E27FC236}">
                <a16:creationId xmlns:a16="http://schemas.microsoft.com/office/drawing/2014/main" id="{C05BABB8-3861-36C3-1055-4905CC1E35C0}"/>
              </a:ext>
            </a:extLst>
          </p:cNvPr>
          <p:cNvSpPr/>
          <p:nvPr/>
        </p:nvSpPr>
        <p:spPr>
          <a:xfrm>
            <a:off x="8147467" y="4404778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AMF-3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4" name="모서리가 둥근 직사각형 133">
            <a:extLst>
              <a:ext uri="{FF2B5EF4-FFF2-40B4-BE49-F238E27FC236}">
                <a16:creationId xmlns:a16="http://schemas.microsoft.com/office/drawing/2014/main" id="{9F08D64F-A221-0F0E-9B45-BCA064383E5D}"/>
              </a:ext>
            </a:extLst>
          </p:cNvPr>
          <p:cNvSpPr/>
          <p:nvPr/>
        </p:nvSpPr>
        <p:spPr>
          <a:xfrm>
            <a:off x="7008742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5" name="모서리가 둥근 직사각형 134">
            <a:extLst>
              <a:ext uri="{FF2B5EF4-FFF2-40B4-BE49-F238E27FC236}">
                <a16:creationId xmlns:a16="http://schemas.microsoft.com/office/drawing/2014/main" id="{D3B05478-8448-6EF7-8414-78D390F44CBB}"/>
              </a:ext>
            </a:extLst>
          </p:cNvPr>
          <p:cNvSpPr/>
          <p:nvPr/>
        </p:nvSpPr>
        <p:spPr>
          <a:xfrm>
            <a:off x="8133611" y="4904075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SMF-3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6" name="모서리가 둥근 직사각형 135">
            <a:extLst>
              <a:ext uri="{FF2B5EF4-FFF2-40B4-BE49-F238E27FC236}">
                <a16:creationId xmlns:a16="http://schemas.microsoft.com/office/drawing/2014/main" id="{ABB0FEBF-1D3C-75A2-A9F4-AED6AFD56F5C}"/>
              </a:ext>
            </a:extLst>
          </p:cNvPr>
          <p:cNvSpPr/>
          <p:nvPr/>
        </p:nvSpPr>
        <p:spPr>
          <a:xfrm>
            <a:off x="7008742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7" name="모서리가 둥근 직사각형 136">
            <a:extLst>
              <a:ext uri="{FF2B5EF4-FFF2-40B4-BE49-F238E27FC236}">
                <a16:creationId xmlns:a16="http://schemas.microsoft.com/office/drawing/2014/main" id="{9006BA6C-3679-F11F-E936-C784393009B0}"/>
              </a:ext>
            </a:extLst>
          </p:cNvPr>
          <p:cNvSpPr/>
          <p:nvPr/>
        </p:nvSpPr>
        <p:spPr>
          <a:xfrm>
            <a:off x="8133611" y="5457889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UPF-3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38" name="직선 화살표 연결선 137">
            <a:extLst>
              <a:ext uri="{FF2B5EF4-FFF2-40B4-BE49-F238E27FC236}">
                <a16:creationId xmlns:a16="http://schemas.microsoft.com/office/drawing/2014/main" id="{69B11F53-C2E0-C01A-A7C8-E0CCD478DC2D}"/>
              </a:ext>
            </a:extLst>
          </p:cNvPr>
          <p:cNvCxnSpPr>
            <a:cxnSpLocks/>
            <a:stCxn id="131" idx="3"/>
            <a:endCxn id="133" idx="1"/>
          </p:cNvCxnSpPr>
          <p:nvPr/>
        </p:nvCxnSpPr>
        <p:spPr>
          <a:xfrm>
            <a:off x="7693293" y="4589444"/>
            <a:ext cx="4541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직선 화살표 연결선 138">
            <a:extLst>
              <a:ext uri="{FF2B5EF4-FFF2-40B4-BE49-F238E27FC236}">
                <a16:creationId xmlns:a16="http://schemas.microsoft.com/office/drawing/2014/main" id="{145D3182-F08D-DE82-8A2D-CF939E04E970}"/>
              </a:ext>
            </a:extLst>
          </p:cNvPr>
          <p:cNvCxnSpPr>
            <a:cxnSpLocks/>
            <a:stCxn id="134" idx="3"/>
            <a:endCxn id="135" idx="1"/>
          </p:cNvCxnSpPr>
          <p:nvPr/>
        </p:nvCxnSpPr>
        <p:spPr>
          <a:xfrm>
            <a:off x="7679437" y="5088741"/>
            <a:ext cx="4541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화살표 연결선 139">
            <a:extLst>
              <a:ext uri="{FF2B5EF4-FFF2-40B4-BE49-F238E27FC236}">
                <a16:creationId xmlns:a16="http://schemas.microsoft.com/office/drawing/2014/main" id="{9243D172-E56D-8450-10AE-3059CFCC4308}"/>
              </a:ext>
            </a:extLst>
          </p:cNvPr>
          <p:cNvCxnSpPr>
            <a:cxnSpLocks/>
            <a:stCxn id="136" idx="3"/>
            <a:endCxn id="137" idx="1"/>
          </p:cNvCxnSpPr>
          <p:nvPr/>
        </p:nvCxnSpPr>
        <p:spPr>
          <a:xfrm>
            <a:off x="7679437" y="5642555"/>
            <a:ext cx="454174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모서리가 둥근 직사각형 140">
            <a:extLst>
              <a:ext uri="{FF2B5EF4-FFF2-40B4-BE49-F238E27FC236}">
                <a16:creationId xmlns:a16="http://schemas.microsoft.com/office/drawing/2014/main" id="{C947A0C3-E4DE-8195-1244-717F06E06205}"/>
              </a:ext>
            </a:extLst>
          </p:cNvPr>
          <p:cNvSpPr/>
          <p:nvPr/>
        </p:nvSpPr>
        <p:spPr>
          <a:xfrm>
            <a:off x="9525023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42" name="모서리가 둥근 직사각형 141">
            <a:extLst>
              <a:ext uri="{FF2B5EF4-FFF2-40B4-BE49-F238E27FC236}">
                <a16:creationId xmlns:a16="http://schemas.microsoft.com/office/drawing/2014/main" id="{3033C096-0617-86A4-A8B0-5C5C3BC8E3F1}"/>
              </a:ext>
            </a:extLst>
          </p:cNvPr>
          <p:cNvSpPr/>
          <p:nvPr/>
        </p:nvSpPr>
        <p:spPr>
          <a:xfrm>
            <a:off x="9730186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3" name="모서리가 둥근 직사각형 142">
            <a:extLst>
              <a:ext uri="{FF2B5EF4-FFF2-40B4-BE49-F238E27FC236}">
                <a16:creationId xmlns:a16="http://schemas.microsoft.com/office/drawing/2014/main" id="{8F500C29-1A5E-367F-4A7C-E23F1E5AEC8B}"/>
              </a:ext>
            </a:extLst>
          </p:cNvPr>
          <p:cNvSpPr/>
          <p:nvPr/>
        </p:nvSpPr>
        <p:spPr>
          <a:xfrm>
            <a:off x="9358328" y="3973584"/>
            <a:ext cx="1514176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4" name="모서리가 둥근 직사각형 143">
            <a:extLst>
              <a:ext uri="{FF2B5EF4-FFF2-40B4-BE49-F238E27FC236}">
                <a16:creationId xmlns:a16="http://schemas.microsoft.com/office/drawing/2014/main" id="{085CF559-B1D2-76C9-95D2-8F004DBACD25}"/>
              </a:ext>
            </a:extLst>
          </p:cNvPr>
          <p:cNvSpPr/>
          <p:nvPr/>
        </p:nvSpPr>
        <p:spPr>
          <a:xfrm>
            <a:off x="10827349" y="4404778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AMF-4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5" name="모서리가 둥근 직사각형 144">
            <a:extLst>
              <a:ext uri="{FF2B5EF4-FFF2-40B4-BE49-F238E27FC236}">
                <a16:creationId xmlns:a16="http://schemas.microsoft.com/office/drawing/2014/main" id="{8EC957EA-DBC3-7379-74A9-1A879A1D9033}"/>
              </a:ext>
            </a:extLst>
          </p:cNvPr>
          <p:cNvSpPr/>
          <p:nvPr/>
        </p:nvSpPr>
        <p:spPr>
          <a:xfrm>
            <a:off x="9716330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6" name="모서리가 둥근 직사각형 145">
            <a:extLst>
              <a:ext uri="{FF2B5EF4-FFF2-40B4-BE49-F238E27FC236}">
                <a16:creationId xmlns:a16="http://schemas.microsoft.com/office/drawing/2014/main" id="{9E7BC60D-63A2-5BC0-88F7-7DC5359BA30E}"/>
              </a:ext>
            </a:extLst>
          </p:cNvPr>
          <p:cNvSpPr/>
          <p:nvPr/>
        </p:nvSpPr>
        <p:spPr>
          <a:xfrm>
            <a:off x="10813493" y="4904075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SMF-4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7" name="모서리가 둥근 직사각형 146">
            <a:extLst>
              <a:ext uri="{FF2B5EF4-FFF2-40B4-BE49-F238E27FC236}">
                <a16:creationId xmlns:a16="http://schemas.microsoft.com/office/drawing/2014/main" id="{68220F8D-029B-09E9-F845-C0207815FC01}"/>
              </a:ext>
            </a:extLst>
          </p:cNvPr>
          <p:cNvSpPr/>
          <p:nvPr/>
        </p:nvSpPr>
        <p:spPr>
          <a:xfrm>
            <a:off x="9716330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8" name="모서리가 둥근 직사각형 147">
            <a:extLst>
              <a:ext uri="{FF2B5EF4-FFF2-40B4-BE49-F238E27FC236}">
                <a16:creationId xmlns:a16="http://schemas.microsoft.com/office/drawing/2014/main" id="{D5DCEC1A-3FA6-8D89-CC78-513C5ECF56A3}"/>
              </a:ext>
            </a:extLst>
          </p:cNvPr>
          <p:cNvSpPr/>
          <p:nvPr/>
        </p:nvSpPr>
        <p:spPr>
          <a:xfrm>
            <a:off x="10813493" y="5457889"/>
            <a:ext cx="875858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UPF-4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EMS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49" name="직선 화살표 연결선 148">
            <a:extLst>
              <a:ext uri="{FF2B5EF4-FFF2-40B4-BE49-F238E27FC236}">
                <a16:creationId xmlns:a16="http://schemas.microsoft.com/office/drawing/2014/main" id="{D903DB1D-21EE-89C3-D4ED-5819E72B6154}"/>
              </a:ext>
            </a:extLst>
          </p:cNvPr>
          <p:cNvCxnSpPr>
            <a:stCxn id="142" idx="3"/>
            <a:endCxn id="144" idx="1"/>
          </p:cNvCxnSpPr>
          <p:nvPr/>
        </p:nvCxnSpPr>
        <p:spPr>
          <a:xfrm>
            <a:off x="10400881" y="4589444"/>
            <a:ext cx="426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직선 화살표 연결선 149">
            <a:extLst>
              <a:ext uri="{FF2B5EF4-FFF2-40B4-BE49-F238E27FC236}">
                <a16:creationId xmlns:a16="http://schemas.microsoft.com/office/drawing/2014/main" id="{75728523-55FA-C668-2327-DD2614B62D50}"/>
              </a:ext>
            </a:extLst>
          </p:cNvPr>
          <p:cNvCxnSpPr>
            <a:stCxn id="145" idx="3"/>
            <a:endCxn id="146" idx="1"/>
          </p:cNvCxnSpPr>
          <p:nvPr/>
        </p:nvCxnSpPr>
        <p:spPr>
          <a:xfrm>
            <a:off x="10387025" y="5088741"/>
            <a:ext cx="426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직선 화살표 연결선 150">
            <a:extLst>
              <a:ext uri="{FF2B5EF4-FFF2-40B4-BE49-F238E27FC236}">
                <a16:creationId xmlns:a16="http://schemas.microsoft.com/office/drawing/2014/main" id="{69FD659F-DFDC-919F-F616-F59A5D0B9E21}"/>
              </a:ext>
            </a:extLst>
          </p:cNvPr>
          <p:cNvCxnSpPr>
            <a:cxnSpLocks/>
            <a:stCxn id="147" idx="3"/>
            <a:endCxn id="148" idx="1"/>
          </p:cNvCxnSpPr>
          <p:nvPr/>
        </p:nvCxnSpPr>
        <p:spPr>
          <a:xfrm>
            <a:off x="10387025" y="5642555"/>
            <a:ext cx="42646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2" name="그림 151">
            <a:extLst>
              <a:ext uri="{FF2B5EF4-FFF2-40B4-BE49-F238E27FC236}">
                <a16:creationId xmlns:a16="http://schemas.microsoft.com/office/drawing/2014/main" id="{BC2989A6-2674-2693-E5B8-AE4F0B59B9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8129" y="6095102"/>
            <a:ext cx="1003300" cy="571500"/>
          </a:xfrm>
          <a:prstGeom prst="rect">
            <a:avLst/>
          </a:prstGeom>
        </p:spPr>
      </p:pic>
      <p:cxnSp>
        <p:nvCxnSpPr>
          <p:cNvPr id="153" name="꺾인 연결선[E] 152">
            <a:extLst>
              <a:ext uri="{FF2B5EF4-FFF2-40B4-BE49-F238E27FC236}">
                <a16:creationId xmlns:a16="http://schemas.microsoft.com/office/drawing/2014/main" id="{81E85782-1E12-C032-62EC-D6CD089F4F8D}"/>
              </a:ext>
            </a:extLst>
          </p:cNvPr>
          <p:cNvCxnSpPr>
            <a:stCxn id="142" idx="1"/>
            <a:endCxn id="152" idx="3"/>
          </p:cNvCxnSpPr>
          <p:nvPr/>
        </p:nvCxnSpPr>
        <p:spPr>
          <a:xfrm rot="10800000" flipV="1">
            <a:off x="8901430" y="4589444"/>
            <a:ext cx="828757" cy="1791408"/>
          </a:xfrm>
          <a:prstGeom prst="bentConnector3">
            <a:avLst>
              <a:gd name="adj1" fmla="val 6337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[E] 153">
            <a:extLst>
              <a:ext uri="{FF2B5EF4-FFF2-40B4-BE49-F238E27FC236}">
                <a16:creationId xmlns:a16="http://schemas.microsoft.com/office/drawing/2014/main" id="{BDE29E20-A829-2137-41BA-1EB3C2F48C71}"/>
              </a:ext>
            </a:extLst>
          </p:cNvPr>
          <p:cNvCxnSpPr>
            <a:cxnSpLocks/>
            <a:stCxn id="145" idx="1"/>
            <a:endCxn id="152" idx="3"/>
          </p:cNvCxnSpPr>
          <p:nvPr/>
        </p:nvCxnSpPr>
        <p:spPr>
          <a:xfrm rot="10800000" flipV="1">
            <a:off x="8901430" y="5088740"/>
            <a:ext cx="814901" cy="1292111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꺾인 연결선[E] 154">
            <a:extLst>
              <a:ext uri="{FF2B5EF4-FFF2-40B4-BE49-F238E27FC236}">
                <a16:creationId xmlns:a16="http://schemas.microsoft.com/office/drawing/2014/main" id="{7E0DBDC9-8AEF-B54E-7788-F47D213C8283}"/>
              </a:ext>
            </a:extLst>
          </p:cNvPr>
          <p:cNvCxnSpPr>
            <a:cxnSpLocks/>
            <a:stCxn id="147" idx="1"/>
            <a:endCxn id="152" idx="3"/>
          </p:cNvCxnSpPr>
          <p:nvPr/>
        </p:nvCxnSpPr>
        <p:spPr>
          <a:xfrm rot="10800000" flipV="1">
            <a:off x="8901430" y="5642554"/>
            <a:ext cx="814901" cy="738297"/>
          </a:xfrm>
          <a:prstGeom prst="bentConnector3">
            <a:avLst>
              <a:gd name="adj1" fmla="val 3299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연결선[E] 155">
            <a:extLst>
              <a:ext uri="{FF2B5EF4-FFF2-40B4-BE49-F238E27FC236}">
                <a16:creationId xmlns:a16="http://schemas.microsoft.com/office/drawing/2014/main" id="{4E8C0C53-5B4B-6F72-88F2-E632D746675E}"/>
              </a:ext>
            </a:extLst>
          </p:cNvPr>
          <p:cNvCxnSpPr>
            <a:cxnSpLocks/>
            <a:stCxn id="131" idx="1"/>
            <a:endCxn id="152" idx="1"/>
          </p:cNvCxnSpPr>
          <p:nvPr/>
        </p:nvCxnSpPr>
        <p:spPr>
          <a:xfrm rot="10800000" flipH="1" flipV="1">
            <a:off x="7022597" y="4589444"/>
            <a:ext cx="875531" cy="1791408"/>
          </a:xfrm>
          <a:prstGeom prst="bentConnector3">
            <a:avLst>
              <a:gd name="adj1" fmla="val -5617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꺾인 연결선[E] 156">
            <a:extLst>
              <a:ext uri="{FF2B5EF4-FFF2-40B4-BE49-F238E27FC236}">
                <a16:creationId xmlns:a16="http://schemas.microsoft.com/office/drawing/2014/main" id="{53474B3E-A5BD-9EF1-9C13-40E0AC7C7C41}"/>
              </a:ext>
            </a:extLst>
          </p:cNvPr>
          <p:cNvCxnSpPr>
            <a:cxnSpLocks/>
            <a:stCxn id="134" idx="1"/>
            <a:endCxn id="152" idx="1"/>
          </p:cNvCxnSpPr>
          <p:nvPr/>
        </p:nvCxnSpPr>
        <p:spPr>
          <a:xfrm rot="10800000" flipH="1" flipV="1">
            <a:off x="7008741" y="5088740"/>
            <a:ext cx="889387" cy="1292111"/>
          </a:xfrm>
          <a:prstGeom prst="bentConnector3">
            <a:avLst>
              <a:gd name="adj1" fmla="val -44396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[E] 157">
            <a:extLst>
              <a:ext uri="{FF2B5EF4-FFF2-40B4-BE49-F238E27FC236}">
                <a16:creationId xmlns:a16="http://schemas.microsoft.com/office/drawing/2014/main" id="{C5F2501A-5707-B0D0-F18C-D000DA8D64B3}"/>
              </a:ext>
            </a:extLst>
          </p:cNvPr>
          <p:cNvCxnSpPr>
            <a:cxnSpLocks/>
            <a:stCxn id="136" idx="1"/>
            <a:endCxn id="152" idx="1"/>
          </p:cNvCxnSpPr>
          <p:nvPr/>
        </p:nvCxnSpPr>
        <p:spPr>
          <a:xfrm rot="10800000" flipH="1" flipV="1">
            <a:off x="7008741" y="5642554"/>
            <a:ext cx="889387" cy="738297"/>
          </a:xfrm>
          <a:prstGeom prst="bentConnector3">
            <a:avLst>
              <a:gd name="adj1" fmla="val -33492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9" name="그림 158">
            <a:extLst>
              <a:ext uri="{FF2B5EF4-FFF2-40B4-BE49-F238E27FC236}">
                <a16:creationId xmlns:a16="http://schemas.microsoft.com/office/drawing/2014/main" id="{87CBAAA5-FCBA-3F85-9C64-1654B1376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890" y="3371153"/>
            <a:ext cx="1003300" cy="571500"/>
          </a:xfrm>
          <a:prstGeom prst="rect">
            <a:avLst/>
          </a:prstGeom>
        </p:spPr>
      </p:pic>
      <p:cxnSp>
        <p:nvCxnSpPr>
          <p:cNvPr id="160" name="직선 연결선[R] 159">
            <a:extLst>
              <a:ext uri="{FF2B5EF4-FFF2-40B4-BE49-F238E27FC236}">
                <a16:creationId xmlns:a16="http://schemas.microsoft.com/office/drawing/2014/main" id="{7F084838-8F9C-F0EC-FCAC-EDE4F4D81720}"/>
              </a:ext>
            </a:extLst>
          </p:cNvPr>
          <p:cNvCxnSpPr>
            <a:stCxn id="159" idx="2"/>
            <a:endCxn id="133" idx="0"/>
          </p:cNvCxnSpPr>
          <p:nvPr/>
        </p:nvCxnSpPr>
        <p:spPr>
          <a:xfrm>
            <a:off x="8571540" y="3942653"/>
            <a:ext cx="13856" cy="462125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꺾인 연결선[E] 160">
            <a:extLst>
              <a:ext uri="{FF2B5EF4-FFF2-40B4-BE49-F238E27FC236}">
                <a16:creationId xmlns:a16="http://schemas.microsoft.com/office/drawing/2014/main" id="{544EFFFD-AC85-41F7-81A2-4BD2CC016D16}"/>
              </a:ext>
            </a:extLst>
          </p:cNvPr>
          <p:cNvCxnSpPr>
            <a:stCxn id="159" idx="3"/>
            <a:endCxn id="144" idx="0"/>
          </p:cNvCxnSpPr>
          <p:nvPr/>
        </p:nvCxnSpPr>
        <p:spPr>
          <a:xfrm>
            <a:off x="9073190" y="3656903"/>
            <a:ext cx="2192088" cy="747875"/>
          </a:xfrm>
          <a:prstGeom prst="bentConnector2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모서리가 둥근 직사각형 162">
            <a:extLst>
              <a:ext uri="{FF2B5EF4-FFF2-40B4-BE49-F238E27FC236}">
                <a16:creationId xmlns:a16="http://schemas.microsoft.com/office/drawing/2014/main" id="{3B8B843D-362D-B2EE-D33E-A478D76CAEB8}"/>
              </a:ext>
            </a:extLst>
          </p:cNvPr>
          <p:cNvSpPr/>
          <p:nvPr/>
        </p:nvSpPr>
        <p:spPr>
          <a:xfrm>
            <a:off x="6649464" y="2218146"/>
            <a:ext cx="95750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NMS server Agent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64" name="꺾인 연결선[E] 163">
            <a:extLst>
              <a:ext uri="{FF2B5EF4-FFF2-40B4-BE49-F238E27FC236}">
                <a16:creationId xmlns:a16="http://schemas.microsoft.com/office/drawing/2014/main" id="{4ED39880-0D02-1BF9-0B05-DA28DB17C5AE}"/>
              </a:ext>
            </a:extLst>
          </p:cNvPr>
          <p:cNvCxnSpPr>
            <a:cxnSpLocks/>
            <a:stCxn id="159" idx="0"/>
            <a:endCxn id="163" idx="2"/>
          </p:cNvCxnSpPr>
          <p:nvPr/>
        </p:nvCxnSpPr>
        <p:spPr>
          <a:xfrm rot="16200000" flipV="1">
            <a:off x="7458042" y="2257654"/>
            <a:ext cx="783675" cy="1443323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위쪽 화살표[U] 167">
            <a:extLst>
              <a:ext uri="{FF2B5EF4-FFF2-40B4-BE49-F238E27FC236}">
                <a16:creationId xmlns:a16="http://schemas.microsoft.com/office/drawing/2014/main" id="{9AB20CFD-F2CE-17D6-2D4B-070D85DB265B}"/>
              </a:ext>
            </a:extLst>
          </p:cNvPr>
          <p:cNvSpPr/>
          <p:nvPr/>
        </p:nvSpPr>
        <p:spPr>
          <a:xfrm>
            <a:off x="3868352" y="1731818"/>
            <a:ext cx="205163" cy="48632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9" name="위쪽 화살표[U] 168">
            <a:extLst>
              <a:ext uri="{FF2B5EF4-FFF2-40B4-BE49-F238E27FC236}">
                <a16:creationId xmlns:a16="http://schemas.microsoft.com/office/drawing/2014/main" id="{199A4113-821C-AD42-C5D9-38AA2E5AA1AF}"/>
              </a:ext>
            </a:extLst>
          </p:cNvPr>
          <p:cNvSpPr/>
          <p:nvPr/>
        </p:nvSpPr>
        <p:spPr>
          <a:xfrm>
            <a:off x="7066458" y="1731818"/>
            <a:ext cx="205163" cy="48632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97495BB6-F150-8DD0-17CC-1C6E6BBE5CC8}"/>
              </a:ext>
            </a:extLst>
          </p:cNvPr>
          <p:cNvSpPr txBox="1"/>
          <p:nvPr/>
        </p:nvSpPr>
        <p:spPr>
          <a:xfrm>
            <a:off x="3057867" y="3049576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231BCD39-7188-C5D3-186B-F4647AE9395F}"/>
              </a:ext>
            </a:extLst>
          </p:cNvPr>
          <p:cNvSpPr txBox="1"/>
          <p:nvPr/>
        </p:nvSpPr>
        <p:spPr>
          <a:xfrm>
            <a:off x="3471944" y="6392922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Service network</a:t>
            </a:r>
            <a:endParaRPr kumimoji="1" lang="ko-KR" altLang="en-US" sz="105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BE67394-95D2-D1F5-EBB4-3EFC49E3C435}"/>
              </a:ext>
            </a:extLst>
          </p:cNvPr>
          <p:cNvSpPr txBox="1"/>
          <p:nvPr/>
        </p:nvSpPr>
        <p:spPr>
          <a:xfrm>
            <a:off x="7505728" y="3022435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CFA4C0CE-6682-C138-8415-D456FE782A32}"/>
              </a:ext>
            </a:extLst>
          </p:cNvPr>
          <p:cNvSpPr txBox="1"/>
          <p:nvPr/>
        </p:nvSpPr>
        <p:spPr>
          <a:xfrm>
            <a:off x="6538810" y="6418384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Service network</a:t>
            </a:r>
            <a:endParaRPr kumimoji="1" lang="ko-KR" altLang="en-US" sz="1050" dirty="0"/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DB79C0E5-DC76-A9C6-9B9A-B430A1975F67}"/>
              </a:ext>
            </a:extLst>
          </p:cNvPr>
          <p:cNvSpPr txBox="1"/>
          <p:nvPr/>
        </p:nvSpPr>
        <p:spPr>
          <a:xfrm>
            <a:off x="8990088" y="519208"/>
            <a:ext cx="304282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AAP    Ansible Automation </a:t>
            </a:r>
            <a:r>
              <a:rPr kumimoji="1" lang="en-US" altLang="ko-KR" sz="1050" dirty="0" err="1"/>
              <a:t>Platfrom</a:t>
            </a:r>
            <a:endParaRPr kumimoji="1" lang="en-US" altLang="ko-KR" sz="1050" dirty="0"/>
          </a:p>
          <a:p>
            <a:r>
              <a:rPr kumimoji="1" lang="en-US" altLang="ko-KR" sz="1050" dirty="0"/>
              <a:t>AMF   Access &amp; Mobility Function</a:t>
            </a:r>
          </a:p>
          <a:p>
            <a:r>
              <a:rPr kumimoji="1" lang="en-US" altLang="ko-KR" sz="1050" dirty="0"/>
              <a:t>EMS   Element Management System</a:t>
            </a:r>
          </a:p>
          <a:p>
            <a:r>
              <a:rPr kumimoji="1" lang="en-US" altLang="ko-KR" sz="1050" dirty="0"/>
              <a:t>RHOCP Red Hat OpenShift Container Platform</a:t>
            </a:r>
          </a:p>
          <a:p>
            <a:r>
              <a:rPr kumimoji="1" lang="en-US" altLang="ko-KR" sz="1050" dirty="0"/>
              <a:t>SMF   Session Management System</a:t>
            </a:r>
          </a:p>
          <a:p>
            <a:r>
              <a:rPr kumimoji="1" lang="en-US" altLang="ko-KR" sz="1050" dirty="0"/>
              <a:t>UPF    User Plane Function</a:t>
            </a:r>
            <a:endParaRPr kumimoji="1" lang="ko-KR" alt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928916B-CACC-A160-45E1-C3FCB1205909}"/>
              </a:ext>
            </a:extLst>
          </p:cNvPr>
          <p:cNvSpPr txBox="1"/>
          <p:nvPr/>
        </p:nvSpPr>
        <p:spPr>
          <a:xfrm>
            <a:off x="2281756" y="4057884"/>
            <a:ext cx="15376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0432FF"/>
                </a:solidFill>
              </a:rPr>
              <a:t>Management network</a:t>
            </a:r>
            <a:endParaRPr kumimoji="1" lang="ko-KR" altLang="en-US" sz="1050" dirty="0">
              <a:solidFill>
                <a:srgbClr val="0432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31090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5C49-8173-3CDA-ED11-15505F3D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E551B3E7-7E0A-9EF2-FDA2-8618EC3E46FF}"/>
              </a:ext>
            </a:extLst>
          </p:cNvPr>
          <p:cNvSpPr/>
          <p:nvPr/>
        </p:nvSpPr>
        <p:spPr>
          <a:xfrm>
            <a:off x="437388" y="3343986"/>
            <a:ext cx="5692844" cy="3322616"/>
          </a:xfrm>
          <a:prstGeom prst="roundRect">
            <a:avLst>
              <a:gd name="adj" fmla="val 698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0" name="모서리가 둥근 직사각형 169">
            <a:extLst>
              <a:ext uri="{FF2B5EF4-FFF2-40B4-BE49-F238E27FC236}">
                <a16:creationId xmlns:a16="http://schemas.microsoft.com/office/drawing/2014/main" id="{0E88A4FD-AD7B-A0CB-5955-FF0612ACC351}"/>
              </a:ext>
            </a:extLst>
          </p:cNvPr>
          <p:cNvSpPr/>
          <p:nvPr/>
        </p:nvSpPr>
        <p:spPr>
          <a:xfrm>
            <a:off x="1751157" y="304801"/>
            <a:ext cx="7150272" cy="2604228"/>
          </a:xfrm>
          <a:prstGeom prst="roundRect">
            <a:avLst>
              <a:gd name="adj" fmla="val 6982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AB7A2114-7426-F276-61EB-6059C9572C99}"/>
              </a:ext>
            </a:extLst>
          </p:cNvPr>
          <p:cNvSpPr/>
          <p:nvPr/>
        </p:nvSpPr>
        <p:spPr>
          <a:xfrm>
            <a:off x="3416519" y="989984"/>
            <a:ext cx="4276774" cy="74183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703C5-4195-B93E-1505-F891859CCFC5}"/>
              </a:ext>
            </a:extLst>
          </p:cNvPr>
          <p:cNvSpPr txBox="1"/>
          <p:nvPr/>
        </p:nvSpPr>
        <p:spPr>
          <a:xfrm>
            <a:off x="1839816" y="462709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NMS Center</a:t>
            </a:r>
            <a:endParaRPr kumimoji="1"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BF3F5-072E-999C-715E-B1B8A9C3282C}"/>
              </a:ext>
            </a:extLst>
          </p:cNvPr>
          <p:cNvSpPr txBox="1"/>
          <p:nvPr/>
        </p:nvSpPr>
        <p:spPr>
          <a:xfrm>
            <a:off x="738316" y="3446578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</a:t>
            </a:r>
            <a:r>
              <a:rPr kumimoji="1" lang="ko-KR" altLang="en-US" b="1" dirty="0"/>
              <a:t>구로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DFCB9EA-95FF-43A3-ABBC-E17E3EF4D3AE}"/>
              </a:ext>
            </a:extLst>
          </p:cNvPr>
          <p:cNvSpPr/>
          <p:nvPr/>
        </p:nvSpPr>
        <p:spPr>
          <a:xfrm>
            <a:off x="1160764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20F96A0-FBE3-C840-77B7-CC1949470F16}"/>
              </a:ext>
            </a:extLst>
          </p:cNvPr>
          <p:cNvSpPr/>
          <p:nvPr/>
        </p:nvSpPr>
        <p:spPr>
          <a:xfrm>
            <a:off x="1365927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ED4795D-CEC0-CDBD-0E76-3C85F49A6030}"/>
              </a:ext>
            </a:extLst>
          </p:cNvPr>
          <p:cNvSpPr/>
          <p:nvPr/>
        </p:nvSpPr>
        <p:spPr>
          <a:xfrm>
            <a:off x="1319497" y="3973584"/>
            <a:ext cx="765336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5E95766-2D5D-99B2-56BC-016FAE35BF81}"/>
              </a:ext>
            </a:extLst>
          </p:cNvPr>
          <p:cNvSpPr/>
          <p:nvPr/>
        </p:nvSpPr>
        <p:spPr>
          <a:xfrm>
            <a:off x="1352071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C96E93A-2DE5-C767-1887-680325E64403}"/>
              </a:ext>
            </a:extLst>
          </p:cNvPr>
          <p:cNvSpPr/>
          <p:nvPr/>
        </p:nvSpPr>
        <p:spPr>
          <a:xfrm>
            <a:off x="1352071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4B2A3A0-53FE-B05D-0F7D-22501199EFF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36622" y="4589444"/>
            <a:ext cx="7053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E37537E-B96A-9D95-0D3E-36B6FD6CA912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22766" y="5088741"/>
            <a:ext cx="71920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8FE03AE-DFA1-CB39-4E87-3EBA1560761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022766" y="5642554"/>
            <a:ext cx="71920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FAD0E62-2DB4-EB8C-FE42-1859A50D54E6}"/>
              </a:ext>
            </a:extLst>
          </p:cNvPr>
          <p:cNvSpPr/>
          <p:nvPr/>
        </p:nvSpPr>
        <p:spPr>
          <a:xfrm>
            <a:off x="4339820" y="3995768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AB24D16C-1FB5-A4B3-7A3E-710054E85B13}"/>
              </a:ext>
            </a:extLst>
          </p:cNvPr>
          <p:cNvSpPr/>
          <p:nvPr/>
        </p:nvSpPr>
        <p:spPr>
          <a:xfrm>
            <a:off x="4544983" y="4426962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875B9DD6-6368-1E80-E2BE-9320E99566BB}"/>
              </a:ext>
            </a:extLst>
          </p:cNvPr>
          <p:cNvSpPr/>
          <p:nvPr/>
        </p:nvSpPr>
        <p:spPr>
          <a:xfrm>
            <a:off x="4339820" y="3978514"/>
            <a:ext cx="1095022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D5060457-1E74-9039-3CC0-231DEFF637A9}"/>
              </a:ext>
            </a:extLst>
          </p:cNvPr>
          <p:cNvSpPr/>
          <p:nvPr/>
        </p:nvSpPr>
        <p:spPr>
          <a:xfrm>
            <a:off x="4531127" y="492625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DC0371F-52D6-07E2-E59E-7132A931B3C2}"/>
              </a:ext>
            </a:extLst>
          </p:cNvPr>
          <p:cNvSpPr/>
          <p:nvPr/>
        </p:nvSpPr>
        <p:spPr>
          <a:xfrm>
            <a:off x="4531127" y="5480073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D86CE34-2CDA-E239-159D-602DEDD08335}"/>
              </a:ext>
            </a:extLst>
          </p:cNvPr>
          <p:cNvSpPr txBox="1"/>
          <p:nvPr/>
        </p:nvSpPr>
        <p:spPr>
          <a:xfrm>
            <a:off x="4264003" y="1176235"/>
            <a:ext cx="238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NMS Dashboard app</a:t>
            </a:r>
            <a:endParaRPr kumimoji="1" lang="ko-KR" altLang="en-US" dirty="0"/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E8C418E4-520E-3DB6-6450-3AB9385A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900" y="6095102"/>
            <a:ext cx="1003300" cy="571500"/>
          </a:xfrm>
          <a:prstGeom prst="rect">
            <a:avLst/>
          </a:prstGeom>
        </p:spPr>
      </p:pic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1828D40E-1749-D9A1-A400-828637272F9D}"/>
              </a:ext>
            </a:extLst>
          </p:cNvPr>
          <p:cNvCxnSpPr>
            <a:cxnSpLocks/>
            <a:stCxn id="36" idx="3"/>
            <a:endCxn id="95" idx="3"/>
          </p:cNvCxnSpPr>
          <p:nvPr/>
        </p:nvCxnSpPr>
        <p:spPr>
          <a:xfrm flipH="1">
            <a:off x="3965200" y="4611628"/>
            <a:ext cx="1250478" cy="1769224"/>
          </a:xfrm>
          <a:prstGeom prst="bentConnector3">
            <a:avLst>
              <a:gd name="adj1" fmla="val -3600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[E] 99">
            <a:extLst>
              <a:ext uri="{FF2B5EF4-FFF2-40B4-BE49-F238E27FC236}">
                <a16:creationId xmlns:a16="http://schemas.microsoft.com/office/drawing/2014/main" id="{4D43557A-A5BF-4CFC-0EF2-EAAD9A136862}"/>
              </a:ext>
            </a:extLst>
          </p:cNvPr>
          <p:cNvCxnSpPr>
            <a:cxnSpLocks/>
            <a:stCxn id="39" idx="3"/>
            <a:endCxn id="95" idx="3"/>
          </p:cNvCxnSpPr>
          <p:nvPr/>
        </p:nvCxnSpPr>
        <p:spPr>
          <a:xfrm flipH="1">
            <a:off x="3965200" y="5110925"/>
            <a:ext cx="1236622" cy="1269927"/>
          </a:xfrm>
          <a:prstGeom prst="bentConnector3">
            <a:avLst>
              <a:gd name="adj1" fmla="val -2856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[E] 101">
            <a:extLst>
              <a:ext uri="{FF2B5EF4-FFF2-40B4-BE49-F238E27FC236}">
                <a16:creationId xmlns:a16="http://schemas.microsoft.com/office/drawing/2014/main" id="{12DFBA92-9119-8402-FF00-E1E5DA572D25}"/>
              </a:ext>
            </a:extLst>
          </p:cNvPr>
          <p:cNvCxnSpPr>
            <a:cxnSpLocks/>
            <a:stCxn id="41" idx="3"/>
            <a:endCxn id="95" idx="3"/>
          </p:cNvCxnSpPr>
          <p:nvPr/>
        </p:nvCxnSpPr>
        <p:spPr>
          <a:xfrm flipH="1">
            <a:off x="3965200" y="5664739"/>
            <a:ext cx="1236622" cy="716113"/>
          </a:xfrm>
          <a:prstGeom prst="bentConnector3">
            <a:avLst>
              <a:gd name="adj1" fmla="val -2184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6FD5F551-8314-BF91-C832-EF5ACDE98B72}"/>
              </a:ext>
            </a:extLst>
          </p:cNvPr>
          <p:cNvCxnSpPr>
            <a:cxnSpLocks/>
            <a:stCxn id="9" idx="1"/>
            <a:endCxn id="95" idx="1"/>
          </p:cNvCxnSpPr>
          <p:nvPr/>
        </p:nvCxnSpPr>
        <p:spPr>
          <a:xfrm rot="10800000" flipH="1" flipV="1">
            <a:off x="1365926" y="4589444"/>
            <a:ext cx="1595973" cy="1791408"/>
          </a:xfrm>
          <a:prstGeom prst="bentConnector3">
            <a:avLst>
              <a:gd name="adj1" fmla="val -264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[E] 109">
            <a:extLst>
              <a:ext uri="{FF2B5EF4-FFF2-40B4-BE49-F238E27FC236}">
                <a16:creationId xmlns:a16="http://schemas.microsoft.com/office/drawing/2014/main" id="{6FE4C754-3D87-4662-8B3E-65FB94AEE9FF}"/>
              </a:ext>
            </a:extLst>
          </p:cNvPr>
          <p:cNvCxnSpPr>
            <a:cxnSpLocks/>
            <a:stCxn id="13" idx="1"/>
            <a:endCxn id="95" idx="1"/>
          </p:cNvCxnSpPr>
          <p:nvPr/>
        </p:nvCxnSpPr>
        <p:spPr>
          <a:xfrm rot="10800000" flipH="1" flipV="1">
            <a:off x="1352070" y="5088740"/>
            <a:ext cx="1609829" cy="1292111"/>
          </a:xfrm>
          <a:prstGeom prst="bentConnector3">
            <a:avLst>
              <a:gd name="adj1" fmla="val -1850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[E] 115">
            <a:extLst>
              <a:ext uri="{FF2B5EF4-FFF2-40B4-BE49-F238E27FC236}">
                <a16:creationId xmlns:a16="http://schemas.microsoft.com/office/drawing/2014/main" id="{E21F274A-332C-B2D0-D78F-5C7F2BDE4368}"/>
              </a:ext>
            </a:extLst>
          </p:cNvPr>
          <p:cNvCxnSpPr>
            <a:cxnSpLocks/>
            <a:stCxn id="15" idx="1"/>
            <a:endCxn id="95" idx="1"/>
          </p:cNvCxnSpPr>
          <p:nvPr/>
        </p:nvCxnSpPr>
        <p:spPr>
          <a:xfrm rot="10800000" flipH="1" flipV="1">
            <a:off x="1352070" y="5642554"/>
            <a:ext cx="1609829" cy="738297"/>
          </a:xfrm>
          <a:prstGeom prst="bentConnector3">
            <a:avLst>
              <a:gd name="adj1" fmla="val -142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그림 119">
            <a:extLst>
              <a:ext uri="{FF2B5EF4-FFF2-40B4-BE49-F238E27FC236}">
                <a16:creationId xmlns:a16="http://schemas.microsoft.com/office/drawing/2014/main" id="{2159AFCA-4102-9CA9-3745-4517C78B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160" y="3128220"/>
            <a:ext cx="1003300" cy="571500"/>
          </a:xfrm>
          <a:prstGeom prst="rect">
            <a:avLst/>
          </a:prstGeom>
        </p:spPr>
      </p:pic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B35DF3A4-3596-F3D1-E694-1C2533C79868}"/>
              </a:ext>
            </a:extLst>
          </p:cNvPr>
          <p:cNvCxnSpPr>
            <a:cxnSpLocks/>
            <a:stCxn id="120" idx="2"/>
            <a:endCxn id="30" idx="0"/>
          </p:cNvCxnSpPr>
          <p:nvPr/>
        </p:nvCxnSpPr>
        <p:spPr>
          <a:xfrm>
            <a:off x="3283810" y="3699720"/>
            <a:ext cx="1" cy="3039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349C3FC7-EED3-A5D6-1AAD-E8E924F4E1E2}"/>
              </a:ext>
            </a:extLst>
          </p:cNvPr>
          <p:cNvSpPr/>
          <p:nvPr/>
        </p:nvSpPr>
        <p:spPr>
          <a:xfrm>
            <a:off x="3373888" y="2218146"/>
            <a:ext cx="1035202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NMS Server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(Consumer)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9" name="꺾인 연결선[E] 128">
            <a:extLst>
              <a:ext uri="{FF2B5EF4-FFF2-40B4-BE49-F238E27FC236}">
                <a16:creationId xmlns:a16="http://schemas.microsoft.com/office/drawing/2014/main" id="{CD4033DD-9501-2EBC-AB77-911070AB7D1D}"/>
              </a:ext>
            </a:extLst>
          </p:cNvPr>
          <p:cNvCxnSpPr>
            <a:cxnSpLocks/>
            <a:stCxn id="120" idx="0"/>
            <a:endCxn id="127" idx="2"/>
          </p:cNvCxnSpPr>
          <p:nvPr/>
        </p:nvCxnSpPr>
        <p:spPr>
          <a:xfrm rot="5400000" flipH="1" flipV="1">
            <a:off x="3317278" y="2554010"/>
            <a:ext cx="540742" cy="607679"/>
          </a:xfrm>
          <a:prstGeom prst="bentConnector3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꺾인 연결선[E] 163">
            <a:extLst>
              <a:ext uri="{FF2B5EF4-FFF2-40B4-BE49-F238E27FC236}">
                <a16:creationId xmlns:a16="http://schemas.microsoft.com/office/drawing/2014/main" id="{405E92BE-9A91-6F16-0362-E495D26B6C66}"/>
              </a:ext>
            </a:extLst>
          </p:cNvPr>
          <p:cNvCxnSpPr>
            <a:cxnSpLocks/>
            <a:stCxn id="88" idx="0"/>
            <a:endCxn id="54" idx="2"/>
          </p:cNvCxnSpPr>
          <p:nvPr/>
        </p:nvCxnSpPr>
        <p:spPr>
          <a:xfrm rot="16200000" flipV="1">
            <a:off x="7874469" y="1902891"/>
            <a:ext cx="526553" cy="192410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위쪽 화살표[U] 167">
            <a:extLst>
              <a:ext uri="{FF2B5EF4-FFF2-40B4-BE49-F238E27FC236}">
                <a16:creationId xmlns:a16="http://schemas.microsoft.com/office/drawing/2014/main" id="{43D70F97-3ADC-4472-73D9-CAC8F6A07D1E}"/>
              </a:ext>
            </a:extLst>
          </p:cNvPr>
          <p:cNvSpPr/>
          <p:nvPr/>
        </p:nvSpPr>
        <p:spPr>
          <a:xfrm>
            <a:off x="3868352" y="1731818"/>
            <a:ext cx="205163" cy="48632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9" name="위쪽 화살표[U] 168">
            <a:extLst>
              <a:ext uri="{FF2B5EF4-FFF2-40B4-BE49-F238E27FC236}">
                <a16:creationId xmlns:a16="http://schemas.microsoft.com/office/drawing/2014/main" id="{1FE39EA9-F80B-A7EC-5047-BB818A5746FF}"/>
              </a:ext>
            </a:extLst>
          </p:cNvPr>
          <p:cNvSpPr/>
          <p:nvPr/>
        </p:nvSpPr>
        <p:spPr>
          <a:xfrm>
            <a:off x="7066458" y="1731818"/>
            <a:ext cx="205163" cy="486328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7CA6299-461F-891E-9AF7-E3DC3DB91973}"/>
              </a:ext>
            </a:extLst>
          </p:cNvPr>
          <p:cNvSpPr txBox="1"/>
          <p:nvPr/>
        </p:nvSpPr>
        <p:spPr>
          <a:xfrm>
            <a:off x="3599010" y="3036974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034A845-7F37-4E66-594B-E30916580650}"/>
              </a:ext>
            </a:extLst>
          </p:cNvPr>
          <p:cNvSpPr txBox="1"/>
          <p:nvPr/>
        </p:nvSpPr>
        <p:spPr>
          <a:xfrm>
            <a:off x="4194733" y="6415252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Service network</a:t>
            </a:r>
            <a:endParaRPr kumimoji="1" lang="ko-KR" altLang="en-US" sz="105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CD9F1B3-FBAA-0281-1734-1B2287D550FB}"/>
              </a:ext>
            </a:extLst>
          </p:cNvPr>
          <p:cNvSpPr txBox="1"/>
          <p:nvPr/>
        </p:nvSpPr>
        <p:spPr>
          <a:xfrm>
            <a:off x="7825911" y="2952276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D0F996C-22C5-E24E-B5DC-4E9BF493F787}"/>
              </a:ext>
            </a:extLst>
          </p:cNvPr>
          <p:cNvSpPr txBox="1"/>
          <p:nvPr/>
        </p:nvSpPr>
        <p:spPr>
          <a:xfrm>
            <a:off x="8990088" y="519208"/>
            <a:ext cx="304282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AAP    Ansible Automation </a:t>
            </a:r>
            <a:r>
              <a:rPr kumimoji="1" lang="en-US" altLang="ko-KR" sz="1050" dirty="0" err="1"/>
              <a:t>Platfrom</a:t>
            </a:r>
            <a:endParaRPr kumimoji="1" lang="en-US" altLang="ko-KR" sz="1050" dirty="0"/>
          </a:p>
          <a:p>
            <a:r>
              <a:rPr kumimoji="1" lang="en-US" altLang="ko-KR" sz="1050" dirty="0"/>
              <a:t>AMF   Access &amp; Mobility Function</a:t>
            </a:r>
          </a:p>
          <a:p>
            <a:r>
              <a:rPr kumimoji="1" lang="en-US" altLang="ko-KR" sz="1050" dirty="0"/>
              <a:t>EMS   Element Management System</a:t>
            </a:r>
          </a:p>
          <a:p>
            <a:r>
              <a:rPr kumimoji="1" lang="en-US" altLang="ko-KR" sz="1050" dirty="0"/>
              <a:t>RHOCP Red Hat OpenShift Container Platform</a:t>
            </a:r>
          </a:p>
          <a:p>
            <a:r>
              <a:rPr kumimoji="1" lang="en-US" altLang="ko-KR" sz="1050" dirty="0"/>
              <a:t>SMF   Session Management System</a:t>
            </a:r>
          </a:p>
          <a:p>
            <a:r>
              <a:rPr kumimoji="1" lang="en-US" altLang="ko-KR" sz="1050" dirty="0"/>
              <a:t>UPF    User Plane Function</a:t>
            </a:r>
            <a:endParaRPr kumimoji="1" lang="ko-KR" alt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AC160-156B-B259-FBE2-DDF53678D6C8}"/>
              </a:ext>
            </a:extLst>
          </p:cNvPr>
          <p:cNvSpPr txBox="1"/>
          <p:nvPr/>
        </p:nvSpPr>
        <p:spPr>
          <a:xfrm>
            <a:off x="132505" y="249250"/>
            <a:ext cx="1281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/>
              <a:t>Opas</a:t>
            </a:r>
            <a:r>
              <a:rPr kumimoji="1" lang="en-US" altLang="ko-KR" b="1" dirty="0"/>
              <a:t> </a:t>
            </a:r>
            <a:r>
              <a:rPr kumimoji="1" lang="ko-KR" altLang="en-US" b="1" dirty="0"/>
              <a:t>전략</a:t>
            </a:r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F412F67-9A78-E741-7F03-28FB39A432D5}"/>
              </a:ext>
            </a:extLst>
          </p:cNvPr>
          <p:cNvSpPr/>
          <p:nvPr/>
        </p:nvSpPr>
        <p:spPr>
          <a:xfrm>
            <a:off x="2741974" y="40036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9AE1FDA9-4A97-7D22-2EC4-A4F5F6ABE23C}"/>
              </a:ext>
            </a:extLst>
          </p:cNvPr>
          <p:cNvSpPr/>
          <p:nvPr/>
        </p:nvSpPr>
        <p:spPr>
          <a:xfrm>
            <a:off x="2807338" y="4003684"/>
            <a:ext cx="952945" cy="738296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</a:t>
            </a:r>
            <a:r>
              <a:rPr kumimoji="1" lang="ko-KR" altLang="en-US" sz="1100" dirty="0">
                <a:solidFill>
                  <a:schemeClr val="tx1"/>
                </a:solidFill>
              </a:rPr>
              <a:t>관리전용</a:t>
            </a:r>
            <a:r>
              <a:rPr kumimoji="1" lang="en-US" altLang="ko-KR" sz="1100" dirty="0">
                <a:solidFill>
                  <a:schemeClr val="tx1"/>
                </a:solidFill>
              </a:rPr>
              <a:t>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410ED07E-81ED-9C6D-40E1-89A7129BC9A0}"/>
              </a:ext>
            </a:extLst>
          </p:cNvPr>
          <p:cNvSpPr/>
          <p:nvPr/>
        </p:nvSpPr>
        <p:spPr>
          <a:xfrm>
            <a:off x="2873045" y="4690785"/>
            <a:ext cx="821530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AAP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77E8CFB-8DE0-D71E-5FE2-44456CDD9AD1}"/>
              </a:ext>
            </a:extLst>
          </p:cNvPr>
          <p:cNvSpPr/>
          <p:nvPr/>
        </p:nvSpPr>
        <p:spPr>
          <a:xfrm>
            <a:off x="2809982" y="5149958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Confluent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(Kafka)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08999C15-B60D-7BAF-4E6D-04AD384CCD91}"/>
              </a:ext>
            </a:extLst>
          </p:cNvPr>
          <p:cNvSpPr/>
          <p:nvPr/>
        </p:nvSpPr>
        <p:spPr>
          <a:xfrm>
            <a:off x="2809982" y="5608754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Splunk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5C2BF0C-B0C6-A5D2-C7A9-82372CF54EF0}"/>
              </a:ext>
            </a:extLst>
          </p:cNvPr>
          <p:cNvSpPr/>
          <p:nvPr/>
        </p:nvSpPr>
        <p:spPr>
          <a:xfrm>
            <a:off x="6658091" y="2232335"/>
            <a:ext cx="1035202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NMS Server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(Consumer)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2CD88E8-F399-A900-98BF-A17D2A7DA225}"/>
              </a:ext>
            </a:extLst>
          </p:cNvPr>
          <p:cNvCxnSpPr>
            <a:cxnSpLocks/>
          </p:cNvCxnSpPr>
          <p:nvPr/>
        </p:nvCxnSpPr>
        <p:spPr>
          <a:xfrm>
            <a:off x="3840642" y="4589444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E888044E-7C22-0D1D-C9A0-88E972FDED9D}"/>
              </a:ext>
            </a:extLst>
          </p:cNvPr>
          <p:cNvCxnSpPr>
            <a:cxnSpLocks/>
          </p:cNvCxnSpPr>
          <p:nvPr/>
        </p:nvCxnSpPr>
        <p:spPr>
          <a:xfrm>
            <a:off x="3825646" y="51200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304117A-8316-DE77-467E-5FA65A73CA3D}"/>
              </a:ext>
            </a:extLst>
          </p:cNvPr>
          <p:cNvCxnSpPr>
            <a:cxnSpLocks/>
          </p:cNvCxnSpPr>
          <p:nvPr/>
        </p:nvCxnSpPr>
        <p:spPr>
          <a:xfrm>
            <a:off x="3842057" y="56647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180A5040-69B7-227A-C1FA-9C680F9CE101}"/>
              </a:ext>
            </a:extLst>
          </p:cNvPr>
          <p:cNvSpPr/>
          <p:nvPr/>
        </p:nvSpPr>
        <p:spPr>
          <a:xfrm>
            <a:off x="6253375" y="3343986"/>
            <a:ext cx="5692844" cy="3322616"/>
          </a:xfrm>
          <a:prstGeom prst="roundRect">
            <a:avLst>
              <a:gd name="adj" fmla="val 698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BE811E-528E-470D-54F4-EF5B84D46F80}"/>
              </a:ext>
            </a:extLst>
          </p:cNvPr>
          <p:cNvSpPr txBox="1"/>
          <p:nvPr/>
        </p:nvSpPr>
        <p:spPr>
          <a:xfrm>
            <a:off x="6554303" y="3446578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</a:t>
            </a:r>
            <a:r>
              <a:rPr kumimoji="1" lang="ko-KR" altLang="en-US" b="1" dirty="0"/>
              <a:t>혜화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38B289CA-72D0-32B1-7E2A-9C9AC84D3A6F}"/>
              </a:ext>
            </a:extLst>
          </p:cNvPr>
          <p:cNvSpPr/>
          <p:nvPr/>
        </p:nvSpPr>
        <p:spPr>
          <a:xfrm>
            <a:off x="6976751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50A2CA4A-9FBC-07D2-F02D-B927BE5BF465}"/>
              </a:ext>
            </a:extLst>
          </p:cNvPr>
          <p:cNvSpPr/>
          <p:nvPr/>
        </p:nvSpPr>
        <p:spPr>
          <a:xfrm>
            <a:off x="7181914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A38A160E-FD0D-1039-B8F2-716559344214}"/>
              </a:ext>
            </a:extLst>
          </p:cNvPr>
          <p:cNvSpPr/>
          <p:nvPr/>
        </p:nvSpPr>
        <p:spPr>
          <a:xfrm>
            <a:off x="7135483" y="3973584"/>
            <a:ext cx="908304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AD462937-F27E-CBB1-33E1-1D18AFAE4BA2}"/>
              </a:ext>
            </a:extLst>
          </p:cNvPr>
          <p:cNvSpPr/>
          <p:nvPr/>
        </p:nvSpPr>
        <p:spPr>
          <a:xfrm>
            <a:off x="7168058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D4E4F2D3-C284-0D29-B512-E210270F7501}"/>
              </a:ext>
            </a:extLst>
          </p:cNvPr>
          <p:cNvSpPr/>
          <p:nvPr/>
        </p:nvSpPr>
        <p:spPr>
          <a:xfrm>
            <a:off x="7168058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C335FC4-94B0-1847-91F4-057EF5609110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852609" y="4589444"/>
            <a:ext cx="7053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E1B8C4DC-02CA-CA71-2630-6D5B13DF044C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7838753" y="5088741"/>
            <a:ext cx="71920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36EEF9C-49E5-3BB2-72AB-235FDA60B5F9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7838753" y="5642554"/>
            <a:ext cx="71920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47FC6252-60AF-D2A8-6FD6-7B0E8FDE8214}"/>
              </a:ext>
            </a:extLst>
          </p:cNvPr>
          <p:cNvSpPr/>
          <p:nvPr/>
        </p:nvSpPr>
        <p:spPr>
          <a:xfrm>
            <a:off x="10155807" y="3995768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AC0370E9-7306-89CC-41DB-1320A6B1D777}"/>
              </a:ext>
            </a:extLst>
          </p:cNvPr>
          <p:cNvSpPr/>
          <p:nvPr/>
        </p:nvSpPr>
        <p:spPr>
          <a:xfrm>
            <a:off x="10360970" y="4426962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64728574-2053-57CB-5CEA-BF28BAF78C62}"/>
              </a:ext>
            </a:extLst>
          </p:cNvPr>
          <p:cNvSpPr/>
          <p:nvPr/>
        </p:nvSpPr>
        <p:spPr>
          <a:xfrm>
            <a:off x="10155807" y="3978514"/>
            <a:ext cx="1095022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729A06C1-87CF-3CED-7192-B4D7214B29B2}"/>
              </a:ext>
            </a:extLst>
          </p:cNvPr>
          <p:cNvSpPr/>
          <p:nvPr/>
        </p:nvSpPr>
        <p:spPr>
          <a:xfrm>
            <a:off x="10347114" y="492625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3A41482F-FF23-0F36-3A7B-5990F7A9B1A5}"/>
              </a:ext>
            </a:extLst>
          </p:cNvPr>
          <p:cNvSpPr/>
          <p:nvPr/>
        </p:nvSpPr>
        <p:spPr>
          <a:xfrm>
            <a:off x="10347114" y="5480073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C3AEF67C-6DEF-841D-287F-92349F08F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887" y="6095102"/>
            <a:ext cx="1003300" cy="571500"/>
          </a:xfrm>
          <a:prstGeom prst="rect">
            <a:avLst/>
          </a:prstGeom>
        </p:spPr>
      </p:pic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297A83A2-076E-95E2-7211-542A4B0BC620}"/>
              </a:ext>
            </a:extLst>
          </p:cNvPr>
          <p:cNvCxnSpPr>
            <a:cxnSpLocks/>
            <a:stCxn id="77" idx="3"/>
            <a:endCxn id="81" idx="3"/>
          </p:cNvCxnSpPr>
          <p:nvPr/>
        </p:nvCxnSpPr>
        <p:spPr>
          <a:xfrm flipH="1">
            <a:off x="9781187" y="4611628"/>
            <a:ext cx="1250478" cy="1769224"/>
          </a:xfrm>
          <a:prstGeom prst="bentConnector3">
            <a:avLst>
              <a:gd name="adj1" fmla="val -3600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[E] 82">
            <a:extLst>
              <a:ext uri="{FF2B5EF4-FFF2-40B4-BE49-F238E27FC236}">
                <a16:creationId xmlns:a16="http://schemas.microsoft.com/office/drawing/2014/main" id="{56D0E34D-F98C-1288-17D3-141A33F107FC}"/>
              </a:ext>
            </a:extLst>
          </p:cNvPr>
          <p:cNvCxnSpPr>
            <a:cxnSpLocks/>
            <a:stCxn id="79" idx="3"/>
            <a:endCxn id="81" idx="3"/>
          </p:cNvCxnSpPr>
          <p:nvPr/>
        </p:nvCxnSpPr>
        <p:spPr>
          <a:xfrm flipH="1">
            <a:off x="9781187" y="5110925"/>
            <a:ext cx="1236622" cy="1269927"/>
          </a:xfrm>
          <a:prstGeom prst="bentConnector3">
            <a:avLst>
              <a:gd name="adj1" fmla="val -2856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869AE4E0-DCBA-2516-416E-55E2B2D1B14C}"/>
              </a:ext>
            </a:extLst>
          </p:cNvPr>
          <p:cNvCxnSpPr>
            <a:cxnSpLocks/>
            <a:stCxn id="80" idx="3"/>
            <a:endCxn id="81" idx="3"/>
          </p:cNvCxnSpPr>
          <p:nvPr/>
        </p:nvCxnSpPr>
        <p:spPr>
          <a:xfrm flipH="1">
            <a:off x="9781187" y="5664739"/>
            <a:ext cx="1236622" cy="716113"/>
          </a:xfrm>
          <a:prstGeom prst="bentConnector3">
            <a:avLst>
              <a:gd name="adj1" fmla="val -2184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[E] 84">
            <a:extLst>
              <a:ext uri="{FF2B5EF4-FFF2-40B4-BE49-F238E27FC236}">
                <a16:creationId xmlns:a16="http://schemas.microsoft.com/office/drawing/2014/main" id="{9EC9FC4C-DE12-7921-1948-676BD76DF2AD}"/>
              </a:ext>
            </a:extLst>
          </p:cNvPr>
          <p:cNvCxnSpPr>
            <a:cxnSpLocks/>
            <a:stCxn id="69" idx="1"/>
            <a:endCxn id="81" idx="1"/>
          </p:cNvCxnSpPr>
          <p:nvPr/>
        </p:nvCxnSpPr>
        <p:spPr>
          <a:xfrm rot="10800000" flipH="1" flipV="1">
            <a:off x="7181913" y="4589444"/>
            <a:ext cx="1595973" cy="1791408"/>
          </a:xfrm>
          <a:prstGeom prst="bentConnector3">
            <a:avLst>
              <a:gd name="adj1" fmla="val -264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[E] 85">
            <a:extLst>
              <a:ext uri="{FF2B5EF4-FFF2-40B4-BE49-F238E27FC236}">
                <a16:creationId xmlns:a16="http://schemas.microsoft.com/office/drawing/2014/main" id="{CBE0DB5D-0B58-0ECA-B388-E4FB739AE386}"/>
              </a:ext>
            </a:extLst>
          </p:cNvPr>
          <p:cNvCxnSpPr>
            <a:cxnSpLocks/>
            <a:stCxn id="71" idx="1"/>
            <a:endCxn id="81" idx="1"/>
          </p:cNvCxnSpPr>
          <p:nvPr/>
        </p:nvCxnSpPr>
        <p:spPr>
          <a:xfrm rot="10800000" flipH="1" flipV="1">
            <a:off x="7168057" y="5088740"/>
            <a:ext cx="1609829" cy="1292111"/>
          </a:xfrm>
          <a:prstGeom prst="bentConnector3">
            <a:avLst>
              <a:gd name="adj1" fmla="val -1850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FD7D8232-096D-F94C-5DD5-C70FD91D5CFE}"/>
              </a:ext>
            </a:extLst>
          </p:cNvPr>
          <p:cNvCxnSpPr>
            <a:cxnSpLocks/>
            <a:stCxn id="72" idx="1"/>
            <a:endCxn id="81" idx="1"/>
          </p:cNvCxnSpPr>
          <p:nvPr/>
        </p:nvCxnSpPr>
        <p:spPr>
          <a:xfrm rot="10800000" flipH="1" flipV="1">
            <a:off x="7168057" y="5642554"/>
            <a:ext cx="1609829" cy="738297"/>
          </a:xfrm>
          <a:prstGeom prst="bentConnector3">
            <a:avLst>
              <a:gd name="adj1" fmla="val -142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그림 87">
            <a:extLst>
              <a:ext uri="{FF2B5EF4-FFF2-40B4-BE49-F238E27FC236}">
                <a16:creationId xmlns:a16="http://schemas.microsoft.com/office/drawing/2014/main" id="{AD01959A-2F4B-FDB9-4320-E7C930C3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47" y="3128220"/>
            <a:ext cx="1003300" cy="571500"/>
          </a:xfrm>
          <a:prstGeom prst="rect">
            <a:avLst/>
          </a:prstGeom>
        </p:spPr>
      </p:pic>
      <p:cxnSp>
        <p:nvCxnSpPr>
          <p:cNvPr id="89" name="직선 연결선[R] 88">
            <a:extLst>
              <a:ext uri="{FF2B5EF4-FFF2-40B4-BE49-F238E27FC236}">
                <a16:creationId xmlns:a16="http://schemas.microsoft.com/office/drawing/2014/main" id="{4CB2FEED-380C-3340-6981-319FD497C80E}"/>
              </a:ext>
            </a:extLst>
          </p:cNvPr>
          <p:cNvCxnSpPr>
            <a:cxnSpLocks/>
            <a:stCxn id="88" idx="2"/>
            <a:endCxn id="93" idx="0"/>
          </p:cNvCxnSpPr>
          <p:nvPr/>
        </p:nvCxnSpPr>
        <p:spPr>
          <a:xfrm>
            <a:off x="9099797" y="3699720"/>
            <a:ext cx="1" cy="3039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05CB22C-A9EA-E6C7-3DCD-17DF91606713}"/>
              </a:ext>
            </a:extLst>
          </p:cNvPr>
          <p:cNvSpPr txBox="1"/>
          <p:nvPr/>
        </p:nvSpPr>
        <p:spPr>
          <a:xfrm>
            <a:off x="10010720" y="6415252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Service network</a:t>
            </a:r>
            <a:endParaRPr kumimoji="1" lang="ko-KR" altLang="en-US" sz="1050" dirty="0"/>
          </a:p>
        </p:txBody>
      </p: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57887C7B-E36F-EB74-7A62-5B5FA64EEEA2}"/>
              </a:ext>
            </a:extLst>
          </p:cNvPr>
          <p:cNvSpPr/>
          <p:nvPr/>
        </p:nvSpPr>
        <p:spPr>
          <a:xfrm>
            <a:off x="8557961" y="40036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384FBEA-1C83-DE69-E971-CF298B5E340B}"/>
              </a:ext>
            </a:extLst>
          </p:cNvPr>
          <p:cNvSpPr/>
          <p:nvPr/>
        </p:nvSpPr>
        <p:spPr>
          <a:xfrm>
            <a:off x="8623325" y="4003684"/>
            <a:ext cx="952945" cy="738296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</a:t>
            </a:r>
            <a:r>
              <a:rPr kumimoji="1" lang="ko-KR" altLang="en-US" sz="1100" dirty="0">
                <a:solidFill>
                  <a:schemeClr val="tx1"/>
                </a:solidFill>
              </a:rPr>
              <a:t>관리전용</a:t>
            </a:r>
            <a:r>
              <a:rPr kumimoji="1" lang="en-US" altLang="ko-KR" sz="1100" dirty="0">
                <a:solidFill>
                  <a:schemeClr val="tx1"/>
                </a:solidFill>
              </a:rPr>
              <a:t>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33EA593F-782E-4064-EC22-7C8720238138}"/>
              </a:ext>
            </a:extLst>
          </p:cNvPr>
          <p:cNvSpPr/>
          <p:nvPr/>
        </p:nvSpPr>
        <p:spPr>
          <a:xfrm>
            <a:off x="8689032" y="4690785"/>
            <a:ext cx="821530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AAP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17F74D7C-49DD-86B8-B5E1-C2E823FAE56D}"/>
              </a:ext>
            </a:extLst>
          </p:cNvPr>
          <p:cNvSpPr/>
          <p:nvPr/>
        </p:nvSpPr>
        <p:spPr>
          <a:xfrm>
            <a:off x="8625969" y="5149958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Confluent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(Kafka)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D4D0B398-B47A-1DCC-9DF2-A42794F2F4C0}"/>
              </a:ext>
            </a:extLst>
          </p:cNvPr>
          <p:cNvSpPr/>
          <p:nvPr/>
        </p:nvSpPr>
        <p:spPr>
          <a:xfrm>
            <a:off x="8625969" y="5608754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Splunk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726C247C-A1D6-C6C1-15F8-C38E7954E8F9}"/>
              </a:ext>
            </a:extLst>
          </p:cNvPr>
          <p:cNvCxnSpPr>
            <a:cxnSpLocks/>
          </p:cNvCxnSpPr>
          <p:nvPr/>
        </p:nvCxnSpPr>
        <p:spPr>
          <a:xfrm>
            <a:off x="9656629" y="4589444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392F810-02BB-BAAE-C5A5-7EE07ECF491D}"/>
              </a:ext>
            </a:extLst>
          </p:cNvPr>
          <p:cNvCxnSpPr>
            <a:cxnSpLocks/>
          </p:cNvCxnSpPr>
          <p:nvPr/>
        </p:nvCxnSpPr>
        <p:spPr>
          <a:xfrm>
            <a:off x="9641633" y="51200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13F4164-95FD-21B0-6510-3D143FF284B1}"/>
              </a:ext>
            </a:extLst>
          </p:cNvPr>
          <p:cNvCxnSpPr>
            <a:cxnSpLocks/>
          </p:cNvCxnSpPr>
          <p:nvPr/>
        </p:nvCxnSpPr>
        <p:spPr>
          <a:xfrm>
            <a:off x="9658044" y="56647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526AB09B-4A0D-6EC0-EE9D-19F980638E6B}"/>
              </a:ext>
            </a:extLst>
          </p:cNvPr>
          <p:cNvGrpSpPr/>
          <p:nvPr/>
        </p:nvGrpSpPr>
        <p:grpSpPr>
          <a:xfrm>
            <a:off x="1687415" y="3815910"/>
            <a:ext cx="1274484" cy="171525"/>
            <a:chOff x="1687415" y="3815910"/>
            <a:chExt cx="1274484" cy="171525"/>
          </a:xfrm>
        </p:grpSpPr>
        <p:cxnSp>
          <p:nvCxnSpPr>
            <p:cNvPr id="112" name="직선 연결선[R] 111">
              <a:extLst>
                <a:ext uri="{FF2B5EF4-FFF2-40B4-BE49-F238E27FC236}">
                  <a16:creationId xmlns:a16="http://schemas.microsoft.com/office/drawing/2014/main" id="{5B9E8293-A7C5-9BDF-E169-6FA0BE726ED7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[R] 112">
              <a:extLst>
                <a:ext uri="{FF2B5EF4-FFF2-40B4-BE49-F238E27FC236}">
                  <a16:creationId xmlns:a16="http://schemas.microsoft.com/office/drawing/2014/main" id="{30AC92DA-FAD1-E287-C8C3-FDF79B5E292B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[R] 117">
              <a:extLst>
                <a:ext uri="{FF2B5EF4-FFF2-40B4-BE49-F238E27FC236}">
                  <a16:creationId xmlns:a16="http://schemas.microsoft.com/office/drawing/2014/main" id="{1FDE109C-CBEC-0DF1-B033-4B8093FB5390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3215F3CA-E19B-0C12-031E-1B9A5343E6DF}"/>
              </a:ext>
            </a:extLst>
          </p:cNvPr>
          <p:cNvGrpSpPr/>
          <p:nvPr/>
        </p:nvGrpSpPr>
        <p:grpSpPr>
          <a:xfrm>
            <a:off x="3571633" y="3815322"/>
            <a:ext cx="1274484" cy="171525"/>
            <a:chOff x="1687415" y="3815910"/>
            <a:chExt cx="1274484" cy="171525"/>
          </a:xfrm>
        </p:grpSpPr>
        <p:cxnSp>
          <p:nvCxnSpPr>
            <p:cNvPr id="124" name="직선 연결선[R] 123">
              <a:extLst>
                <a:ext uri="{FF2B5EF4-FFF2-40B4-BE49-F238E27FC236}">
                  <a16:creationId xmlns:a16="http://schemas.microsoft.com/office/drawing/2014/main" id="{B0A885CE-FEAF-065E-8B9F-42801761237B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[R] 124">
              <a:extLst>
                <a:ext uri="{FF2B5EF4-FFF2-40B4-BE49-F238E27FC236}">
                  <a16:creationId xmlns:a16="http://schemas.microsoft.com/office/drawing/2014/main" id="{FBAA51A5-25FE-A945-E618-800B304D8DA3}"/>
                </a:ext>
              </a:extLst>
            </p:cNvPr>
            <p:cNvCxnSpPr>
              <a:cxnSpLocks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[R] 127">
              <a:extLst>
                <a:ext uri="{FF2B5EF4-FFF2-40B4-BE49-F238E27FC236}">
                  <a16:creationId xmlns:a16="http://schemas.microsoft.com/office/drawing/2014/main" id="{9950D77C-1171-FDE3-BCA1-95B1D4B5E596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FD323537-E242-4D7E-2DAF-FC3488C36E27}"/>
              </a:ext>
            </a:extLst>
          </p:cNvPr>
          <p:cNvGrpSpPr/>
          <p:nvPr/>
        </p:nvGrpSpPr>
        <p:grpSpPr>
          <a:xfrm>
            <a:off x="7468277" y="3829782"/>
            <a:ext cx="1274484" cy="171525"/>
            <a:chOff x="1687415" y="3815910"/>
            <a:chExt cx="1274484" cy="171525"/>
          </a:xfrm>
        </p:grpSpPr>
        <p:cxnSp>
          <p:nvCxnSpPr>
            <p:cNvPr id="165" name="직선 연결선[R] 164">
              <a:extLst>
                <a:ext uri="{FF2B5EF4-FFF2-40B4-BE49-F238E27FC236}">
                  <a16:creationId xmlns:a16="http://schemas.microsoft.com/office/drawing/2014/main" id="{4CDED436-9AAB-E672-7240-33F3024DC54F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[R] 165">
              <a:extLst>
                <a:ext uri="{FF2B5EF4-FFF2-40B4-BE49-F238E27FC236}">
                  <a16:creationId xmlns:a16="http://schemas.microsoft.com/office/drawing/2014/main" id="{267A47B8-A5B3-0BCC-4777-7FB404404EE4}"/>
                </a:ext>
              </a:extLst>
            </p:cNvPr>
            <p:cNvCxnSpPr>
              <a:cxnSpLocks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[R] 177">
              <a:extLst>
                <a:ext uri="{FF2B5EF4-FFF2-40B4-BE49-F238E27FC236}">
                  <a16:creationId xmlns:a16="http://schemas.microsoft.com/office/drawing/2014/main" id="{CAA67AAC-C027-46A9-5CBD-65C11508D075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CC57BBA1-5E6C-D013-5710-B66EE8E4CA08}"/>
              </a:ext>
            </a:extLst>
          </p:cNvPr>
          <p:cNvGrpSpPr/>
          <p:nvPr/>
        </p:nvGrpSpPr>
        <p:grpSpPr>
          <a:xfrm>
            <a:off x="9352495" y="3829194"/>
            <a:ext cx="1274484" cy="171525"/>
            <a:chOff x="1687415" y="3815910"/>
            <a:chExt cx="1274484" cy="171525"/>
          </a:xfrm>
        </p:grpSpPr>
        <p:cxnSp>
          <p:nvCxnSpPr>
            <p:cNvPr id="180" name="직선 연결선[R] 179">
              <a:extLst>
                <a:ext uri="{FF2B5EF4-FFF2-40B4-BE49-F238E27FC236}">
                  <a16:creationId xmlns:a16="http://schemas.microsoft.com/office/drawing/2014/main" id="{F70DCEF2-267D-280F-ADC5-5E278E83C981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[R] 180">
              <a:extLst>
                <a:ext uri="{FF2B5EF4-FFF2-40B4-BE49-F238E27FC236}">
                  <a16:creationId xmlns:a16="http://schemas.microsoft.com/office/drawing/2014/main" id="{1810ADEE-F5E3-5AA3-1FFC-B411510A685D}"/>
                </a:ext>
              </a:extLst>
            </p:cNvPr>
            <p:cNvCxnSpPr>
              <a:cxnSpLocks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[R] 181">
              <a:extLst>
                <a:ext uri="{FF2B5EF4-FFF2-40B4-BE49-F238E27FC236}">
                  <a16:creationId xmlns:a16="http://schemas.microsoft.com/office/drawing/2014/main" id="{EF6D8882-6E57-7161-0066-718F3FF90B89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B1D39F77-F79F-A407-0E76-8EE4AC5932D1}"/>
              </a:ext>
            </a:extLst>
          </p:cNvPr>
          <p:cNvSpPr txBox="1"/>
          <p:nvPr/>
        </p:nvSpPr>
        <p:spPr>
          <a:xfrm>
            <a:off x="3679838" y="3562312"/>
            <a:ext cx="15376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0432FF"/>
                </a:solidFill>
              </a:rPr>
              <a:t>Management network</a:t>
            </a:r>
            <a:endParaRPr kumimoji="1" lang="ko-KR" altLang="en-US" sz="1050" dirty="0">
              <a:solidFill>
                <a:srgbClr val="0432FF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8940B68-99F5-BE73-9CCC-529C230B3542}"/>
              </a:ext>
            </a:extLst>
          </p:cNvPr>
          <p:cNvSpPr txBox="1"/>
          <p:nvPr/>
        </p:nvSpPr>
        <p:spPr>
          <a:xfrm>
            <a:off x="67971" y="860919"/>
            <a:ext cx="237757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CNF domain</a:t>
            </a:r>
            <a:r>
              <a:rPr kumimoji="1" lang="ko-KR" altLang="en-US" sz="1050" dirty="0" err="1"/>
              <a:t>에</a:t>
            </a:r>
            <a:r>
              <a:rPr kumimoji="1" lang="ko-KR" altLang="en-US" sz="1050" dirty="0"/>
              <a:t> 대해서는</a:t>
            </a:r>
            <a:endParaRPr kumimoji="1" lang="en-US" altLang="ko-KR" sz="1050" dirty="0"/>
          </a:p>
          <a:p>
            <a:r>
              <a:rPr kumimoji="1" lang="ko-KR" altLang="en-US" sz="1050" dirty="0"/>
              <a:t>장비별 </a:t>
            </a:r>
            <a:r>
              <a:rPr kumimoji="1" lang="en-US" altLang="ko-KR" sz="1050" dirty="0"/>
              <a:t>EMS</a:t>
            </a:r>
            <a:r>
              <a:rPr kumimoji="1" lang="ko-KR" altLang="en-US" sz="1050" dirty="0"/>
              <a:t>가 없는 </a:t>
            </a:r>
            <a:endParaRPr kumimoji="1" lang="en-US" altLang="ko-KR" sz="1050" dirty="0"/>
          </a:p>
          <a:p>
            <a:r>
              <a:rPr kumimoji="1" lang="en-US" altLang="ko-KR" sz="1050" dirty="0"/>
              <a:t>Platform </a:t>
            </a:r>
            <a:r>
              <a:rPr kumimoji="1" lang="ko-KR" altLang="en-US" sz="1050" dirty="0"/>
              <a:t>중심 </a:t>
            </a:r>
            <a:r>
              <a:rPr kumimoji="1" lang="en-US" altLang="ko-KR" sz="1050" dirty="0"/>
              <a:t>OSS </a:t>
            </a:r>
            <a:r>
              <a:rPr kumimoji="1" lang="ko-KR" altLang="en-US" sz="1050" dirty="0"/>
              <a:t>구조 지향</a:t>
            </a:r>
            <a:endParaRPr kumimoji="1" lang="en-US" altLang="ko-KR" sz="1050" dirty="0"/>
          </a:p>
          <a:p>
            <a:r>
              <a:rPr kumimoji="1" lang="en-US" altLang="ko-KR" sz="1050" dirty="0"/>
              <a:t>RHOCP</a:t>
            </a:r>
            <a:r>
              <a:rPr kumimoji="1" lang="en-US" altLang="ko-KR" sz="1050" dirty="0">
                <a:sym typeface="Wingdings" pitchFamily="2" charset="2"/>
              </a:rPr>
              <a:t>/Confluent/AAP/</a:t>
            </a:r>
          </a:p>
          <a:p>
            <a:r>
              <a:rPr kumimoji="1" lang="en-US" altLang="ko-KR" sz="1050" dirty="0">
                <a:sym typeface="Wingdings" pitchFamily="2" charset="2"/>
              </a:rPr>
              <a:t>Splunk  OpenShift AI </a:t>
            </a:r>
            <a:r>
              <a:rPr kumimoji="1" lang="ko-KR" altLang="en-US" sz="1050" dirty="0">
                <a:sym typeface="Wingdings" pitchFamily="2" charset="2"/>
              </a:rPr>
              <a:t>구조로 통합</a:t>
            </a:r>
            <a:endParaRPr kumimoji="1" lang="en-US" altLang="ko-KR" sz="1050" dirty="0"/>
          </a:p>
        </p:txBody>
      </p:sp>
    </p:spTree>
    <p:extLst>
      <p:ext uri="{BB962C8B-B14F-4D97-AF65-F5344CB8AC3E}">
        <p14:creationId xmlns:p14="http://schemas.microsoft.com/office/powerpoint/2010/main" val="3166701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5C49-8173-3CDA-ED11-15505F3D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모서리가 둥근 직사각형 170">
            <a:extLst>
              <a:ext uri="{FF2B5EF4-FFF2-40B4-BE49-F238E27FC236}">
                <a16:creationId xmlns:a16="http://schemas.microsoft.com/office/drawing/2014/main" id="{E551B3E7-7E0A-9EF2-FDA2-8618EC3E46FF}"/>
              </a:ext>
            </a:extLst>
          </p:cNvPr>
          <p:cNvSpPr/>
          <p:nvPr/>
        </p:nvSpPr>
        <p:spPr>
          <a:xfrm>
            <a:off x="437388" y="3343986"/>
            <a:ext cx="5692844" cy="3322616"/>
          </a:xfrm>
          <a:prstGeom prst="roundRect">
            <a:avLst>
              <a:gd name="adj" fmla="val 698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0" name="모서리가 둥근 직사각형 169">
            <a:extLst>
              <a:ext uri="{FF2B5EF4-FFF2-40B4-BE49-F238E27FC236}">
                <a16:creationId xmlns:a16="http://schemas.microsoft.com/office/drawing/2014/main" id="{0E88A4FD-AD7B-A0CB-5955-FF0612ACC351}"/>
              </a:ext>
            </a:extLst>
          </p:cNvPr>
          <p:cNvSpPr/>
          <p:nvPr/>
        </p:nvSpPr>
        <p:spPr>
          <a:xfrm>
            <a:off x="1751157" y="304801"/>
            <a:ext cx="7150272" cy="2604228"/>
          </a:xfrm>
          <a:prstGeom prst="roundRect">
            <a:avLst>
              <a:gd name="adj" fmla="val 6982"/>
            </a:avLst>
          </a:prstGeom>
          <a:solidFill>
            <a:schemeClr val="accent4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7" name="모서리가 둥근 직사각형 166">
            <a:extLst>
              <a:ext uri="{FF2B5EF4-FFF2-40B4-BE49-F238E27FC236}">
                <a16:creationId xmlns:a16="http://schemas.microsoft.com/office/drawing/2014/main" id="{AB7A2114-7426-F276-61EB-6059C9572C99}"/>
              </a:ext>
            </a:extLst>
          </p:cNvPr>
          <p:cNvSpPr/>
          <p:nvPr/>
        </p:nvSpPr>
        <p:spPr>
          <a:xfrm>
            <a:off x="3416519" y="989984"/>
            <a:ext cx="4276774" cy="741834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703C5-4195-B93E-1505-F891859CCFC5}"/>
              </a:ext>
            </a:extLst>
          </p:cNvPr>
          <p:cNvSpPr txBox="1"/>
          <p:nvPr/>
        </p:nvSpPr>
        <p:spPr>
          <a:xfrm>
            <a:off x="1839816" y="462709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NMS Center</a:t>
            </a:r>
            <a:endParaRPr kumimoji="1" lang="ko-KR" alt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A6BF3F5-072E-999C-715E-B1B8A9C3282C}"/>
              </a:ext>
            </a:extLst>
          </p:cNvPr>
          <p:cNvSpPr txBox="1"/>
          <p:nvPr/>
        </p:nvSpPr>
        <p:spPr>
          <a:xfrm>
            <a:off x="738316" y="3446578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</a:t>
            </a:r>
            <a:r>
              <a:rPr kumimoji="1" lang="ko-KR" altLang="en-US" b="1" dirty="0"/>
              <a:t>구로</a:t>
            </a:r>
          </a:p>
        </p:txBody>
      </p:sp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BDFCB9EA-95FF-43A3-ABBC-E17E3EF4D3AE}"/>
              </a:ext>
            </a:extLst>
          </p:cNvPr>
          <p:cNvSpPr/>
          <p:nvPr/>
        </p:nvSpPr>
        <p:spPr>
          <a:xfrm>
            <a:off x="1160764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" name="모서리가 둥근 직사각형 8">
            <a:extLst>
              <a:ext uri="{FF2B5EF4-FFF2-40B4-BE49-F238E27FC236}">
                <a16:creationId xmlns:a16="http://schemas.microsoft.com/office/drawing/2014/main" id="{A20F96A0-FBE3-C840-77B7-CC1949470F16}"/>
              </a:ext>
            </a:extLst>
          </p:cNvPr>
          <p:cNvSpPr/>
          <p:nvPr/>
        </p:nvSpPr>
        <p:spPr>
          <a:xfrm>
            <a:off x="1365927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" name="모서리가 둥근 직사각형 10">
            <a:extLst>
              <a:ext uri="{FF2B5EF4-FFF2-40B4-BE49-F238E27FC236}">
                <a16:creationId xmlns:a16="http://schemas.microsoft.com/office/drawing/2014/main" id="{2ED4795D-CEC0-CDBD-0E76-3C85F49A6030}"/>
              </a:ext>
            </a:extLst>
          </p:cNvPr>
          <p:cNvSpPr/>
          <p:nvPr/>
        </p:nvSpPr>
        <p:spPr>
          <a:xfrm>
            <a:off x="1319497" y="3973584"/>
            <a:ext cx="765336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모서리가 둥근 직사각형 12">
            <a:extLst>
              <a:ext uri="{FF2B5EF4-FFF2-40B4-BE49-F238E27FC236}">
                <a16:creationId xmlns:a16="http://schemas.microsoft.com/office/drawing/2014/main" id="{C5E95766-2D5D-99B2-56BC-016FAE35BF81}"/>
              </a:ext>
            </a:extLst>
          </p:cNvPr>
          <p:cNvSpPr/>
          <p:nvPr/>
        </p:nvSpPr>
        <p:spPr>
          <a:xfrm>
            <a:off x="1352071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5" name="모서리가 둥근 직사각형 14">
            <a:extLst>
              <a:ext uri="{FF2B5EF4-FFF2-40B4-BE49-F238E27FC236}">
                <a16:creationId xmlns:a16="http://schemas.microsoft.com/office/drawing/2014/main" id="{1C96E93A-2DE5-C767-1887-680325E64403}"/>
              </a:ext>
            </a:extLst>
          </p:cNvPr>
          <p:cNvSpPr/>
          <p:nvPr/>
        </p:nvSpPr>
        <p:spPr>
          <a:xfrm>
            <a:off x="1352071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UPFF-1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C4B2A3A0-53FE-B05D-0F7D-22501199EFFE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2036622" y="4589444"/>
            <a:ext cx="7053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AE37537E-B96A-9D95-0D3E-36B6FD6CA912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022766" y="5088741"/>
            <a:ext cx="71920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F8FE03AE-DFA1-CB39-4E87-3EBA1560761B}"/>
              </a:ext>
            </a:extLst>
          </p:cNvPr>
          <p:cNvCxnSpPr>
            <a:cxnSpLocks/>
            <a:stCxn id="15" idx="3"/>
          </p:cNvCxnSpPr>
          <p:nvPr/>
        </p:nvCxnSpPr>
        <p:spPr>
          <a:xfrm flipV="1">
            <a:off x="2022766" y="5642554"/>
            <a:ext cx="71920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모서리가 둥근 직사각형 34">
            <a:extLst>
              <a:ext uri="{FF2B5EF4-FFF2-40B4-BE49-F238E27FC236}">
                <a16:creationId xmlns:a16="http://schemas.microsoft.com/office/drawing/2014/main" id="{FFAD0E62-2DB4-EB8C-FE42-1859A50D54E6}"/>
              </a:ext>
            </a:extLst>
          </p:cNvPr>
          <p:cNvSpPr/>
          <p:nvPr/>
        </p:nvSpPr>
        <p:spPr>
          <a:xfrm>
            <a:off x="4339820" y="3995768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AB24D16C-1FB5-A4B3-7A3E-710054E85B13}"/>
              </a:ext>
            </a:extLst>
          </p:cNvPr>
          <p:cNvSpPr/>
          <p:nvPr/>
        </p:nvSpPr>
        <p:spPr>
          <a:xfrm>
            <a:off x="4544983" y="4426962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875B9DD6-6368-1E80-E2BE-9320E99566BB}"/>
              </a:ext>
            </a:extLst>
          </p:cNvPr>
          <p:cNvSpPr/>
          <p:nvPr/>
        </p:nvSpPr>
        <p:spPr>
          <a:xfrm>
            <a:off x="4339820" y="3978514"/>
            <a:ext cx="1095022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모서리가 둥근 직사각형 38">
            <a:extLst>
              <a:ext uri="{FF2B5EF4-FFF2-40B4-BE49-F238E27FC236}">
                <a16:creationId xmlns:a16="http://schemas.microsoft.com/office/drawing/2014/main" id="{D5060457-1E74-9039-3CC0-231DEFF637A9}"/>
              </a:ext>
            </a:extLst>
          </p:cNvPr>
          <p:cNvSpPr/>
          <p:nvPr/>
        </p:nvSpPr>
        <p:spPr>
          <a:xfrm>
            <a:off x="4531127" y="492625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1" name="모서리가 둥근 직사각형 40">
            <a:extLst>
              <a:ext uri="{FF2B5EF4-FFF2-40B4-BE49-F238E27FC236}">
                <a16:creationId xmlns:a16="http://schemas.microsoft.com/office/drawing/2014/main" id="{ADC0371F-52D6-07E2-E59E-7132A931B3C2}"/>
              </a:ext>
            </a:extLst>
          </p:cNvPr>
          <p:cNvSpPr/>
          <p:nvPr/>
        </p:nvSpPr>
        <p:spPr>
          <a:xfrm>
            <a:off x="4531127" y="5480073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DD86CE34-2CDA-E239-159D-602DEDD08335}"/>
              </a:ext>
            </a:extLst>
          </p:cNvPr>
          <p:cNvSpPr txBox="1"/>
          <p:nvPr/>
        </p:nvSpPr>
        <p:spPr>
          <a:xfrm>
            <a:off x="4264003" y="1176235"/>
            <a:ext cx="23854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NMS Dashboard app</a:t>
            </a:r>
            <a:endParaRPr kumimoji="1" lang="ko-KR" altLang="en-US" dirty="0"/>
          </a:p>
        </p:txBody>
      </p:sp>
      <p:pic>
        <p:nvPicPr>
          <p:cNvPr id="95" name="그림 94">
            <a:extLst>
              <a:ext uri="{FF2B5EF4-FFF2-40B4-BE49-F238E27FC236}">
                <a16:creationId xmlns:a16="http://schemas.microsoft.com/office/drawing/2014/main" id="{E8C418E4-520E-3DB6-6450-3AB9385A3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1900" y="6095102"/>
            <a:ext cx="1003300" cy="571500"/>
          </a:xfrm>
          <a:prstGeom prst="rect">
            <a:avLst/>
          </a:prstGeom>
        </p:spPr>
      </p:pic>
      <p:cxnSp>
        <p:nvCxnSpPr>
          <p:cNvPr id="97" name="꺾인 연결선[E] 96">
            <a:extLst>
              <a:ext uri="{FF2B5EF4-FFF2-40B4-BE49-F238E27FC236}">
                <a16:creationId xmlns:a16="http://schemas.microsoft.com/office/drawing/2014/main" id="{1828D40E-1749-D9A1-A400-828637272F9D}"/>
              </a:ext>
            </a:extLst>
          </p:cNvPr>
          <p:cNvCxnSpPr>
            <a:cxnSpLocks/>
            <a:stCxn id="36" idx="3"/>
            <a:endCxn id="95" idx="3"/>
          </p:cNvCxnSpPr>
          <p:nvPr/>
        </p:nvCxnSpPr>
        <p:spPr>
          <a:xfrm flipH="1">
            <a:off x="3965200" y="4611628"/>
            <a:ext cx="1250478" cy="1769224"/>
          </a:xfrm>
          <a:prstGeom prst="bentConnector3">
            <a:avLst>
              <a:gd name="adj1" fmla="val -3600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꺾인 연결선[E] 99">
            <a:extLst>
              <a:ext uri="{FF2B5EF4-FFF2-40B4-BE49-F238E27FC236}">
                <a16:creationId xmlns:a16="http://schemas.microsoft.com/office/drawing/2014/main" id="{4D43557A-A5BF-4CFC-0EF2-EAAD9A136862}"/>
              </a:ext>
            </a:extLst>
          </p:cNvPr>
          <p:cNvCxnSpPr>
            <a:cxnSpLocks/>
            <a:stCxn id="39" idx="3"/>
            <a:endCxn id="95" idx="3"/>
          </p:cNvCxnSpPr>
          <p:nvPr/>
        </p:nvCxnSpPr>
        <p:spPr>
          <a:xfrm flipH="1">
            <a:off x="3965200" y="5110925"/>
            <a:ext cx="1236622" cy="1269927"/>
          </a:xfrm>
          <a:prstGeom prst="bentConnector3">
            <a:avLst>
              <a:gd name="adj1" fmla="val -2856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꺾인 연결선[E] 101">
            <a:extLst>
              <a:ext uri="{FF2B5EF4-FFF2-40B4-BE49-F238E27FC236}">
                <a16:creationId xmlns:a16="http://schemas.microsoft.com/office/drawing/2014/main" id="{12DFBA92-9119-8402-FF00-E1E5DA572D25}"/>
              </a:ext>
            </a:extLst>
          </p:cNvPr>
          <p:cNvCxnSpPr>
            <a:cxnSpLocks/>
            <a:stCxn id="41" idx="3"/>
            <a:endCxn id="95" idx="3"/>
          </p:cNvCxnSpPr>
          <p:nvPr/>
        </p:nvCxnSpPr>
        <p:spPr>
          <a:xfrm flipH="1">
            <a:off x="3965200" y="5664739"/>
            <a:ext cx="1236622" cy="716113"/>
          </a:xfrm>
          <a:prstGeom prst="bentConnector3">
            <a:avLst>
              <a:gd name="adj1" fmla="val -2184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꺾인 연결선[E] 105">
            <a:extLst>
              <a:ext uri="{FF2B5EF4-FFF2-40B4-BE49-F238E27FC236}">
                <a16:creationId xmlns:a16="http://schemas.microsoft.com/office/drawing/2014/main" id="{6FD5F551-8314-BF91-C832-EF5ACDE98B72}"/>
              </a:ext>
            </a:extLst>
          </p:cNvPr>
          <p:cNvCxnSpPr>
            <a:cxnSpLocks/>
            <a:stCxn id="9" idx="1"/>
            <a:endCxn id="95" idx="1"/>
          </p:cNvCxnSpPr>
          <p:nvPr/>
        </p:nvCxnSpPr>
        <p:spPr>
          <a:xfrm rot="10800000" flipH="1" flipV="1">
            <a:off x="1365926" y="4589444"/>
            <a:ext cx="1595973" cy="1791408"/>
          </a:xfrm>
          <a:prstGeom prst="bentConnector3">
            <a:avLst>
              <a:gd name="adj1" fmla="val -264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꺾인 연결선[E] 109">
            <a:extLst>
              <a:ext uri="{FF2B5EF4-FFF2-40B4-BE49-F238E27FC236}">
                <a16:creationId xmlns:a16="http://schemas.microsoft.com/office/drawing/2014/main" id="{6FE4C754-3D87-4662-8B3E-65FB94AEE9FF}"/>
              </a:ext>
            </a:extLst>
          </p:cNvPr>
          <p:cNvCxnSpPr>
            <a:cxnSpLocks/>
            <a:stCxn id="13" idx="1"/>
            <a:endCxn id="95" idx="1"/>
          </p:cNvCxnSpPr>
          <p:nvPr/>
        </p:nvCxnSpPr>
        <p:spPr>
          <a:xfrm rot="10800000" flipH="1" flipV="1">
            <a:off x="1352070" y="5088740"/>
            <a:ext cx="1609829" cy="1292111"/>
          </a:xfrm>
          <a:prstGeom prst="bentConnector3">
            <a:avLst>
              <a:gd name="adj1" fmla="val -1850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꺾인 연결선[E] 115">
            <a:extLst>
              <a:ext uri="{FF2B5EF4-FFF2-40B4-BE49-F238E27FC236}">
                <a16:creationId xmlns:a16="http://schemas.microsoft.com/office/drawing/2014/main" id="{E21F274A-332C-B2D0-D78F-5C7F2BDE4368}"/>
              </a:ext>
            </a:extLst>
          </p:cNvPr>
          <p:cNvCxnSpPr>
            <a:cxnSpLocks/>
            <a:stCxn id="15" idx="1"/>
            <a:endCxn id="95" idx="1"/>
          </p:cNvCxnSpPr>
          <p:nvPr/>
        </p:nvCxnSpPr>
        <p:spPr>
          <a:xfrm rot="10800000" flipH="1" flipV="1">
            <a:off x="1352070" y="5642554"/>
            <a:ext cx="1609829" cy="738297"/>
          </a:xfrm>
          <a:prstGeom prst="bentConnector3">
            <a:avLst>
              <a:gd name="adj1" fmla="val -142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0" name="그림 119">
            <a:extLst>
              <a:ext uri="{FF2B5EF4-FFF2-40B4-BE49-F238E27FC236}">
                <a16:creationId xmlns:a16="http://schemas.microsoft.com/office/drawing/2014/main" id="{2159AFCA-4102-9CA9-3745-4517C78B8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160" y="3128220"/>
            <a:ext cx="1003300" cy="571500"/>
          </a:xfrm>
          <a:prstGeom prst="rect">
            <a:avLst/>
          </a:prstGeom>
        </p:spPr>
      </p:pic>
      <p:cxnSp>
        <p:nvCxnSpPr>
          <p:cNvPr id="123" name="직선 연결선[R] 122">
            <a:extLst>
              <a:ext uri="{FF2B5EF4-FFF2-40B4-BE49-F238E27FC236}">
                <a16:creationId xmlns:a16="http://schemas.microsoft.com/office/drawing/2014/main" id="{B35DF3A4-3596-F3D1-E694-1C2533C79868}"/>
              </a:ext>
            </a:extLst>
          </p:cNvPr>
          <p:cNvCxnSpPr>
            <a:cxnSpLocks/>
            <a:stCxn id="120" idx="2"/>
            <a:endCxn id="30" idx="0"/>
          </p:cNvCxnSpPr>
          <p:nvPr/>
        </p:nvCxnSpPr>
        <p:spPr>
          <a:xfrm>
            <a:off x="3283810" y="3699720"/>
            <a:ext cx="1" cy="3039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모서리가 둥근 직사각형 126">
            <a:extLst>
              <a:ext uri="{FF2B5EF4-FFF2-40B4-BE49-F238E27FC236}">
                <a16:creationId xmlns:a16="http://schemas.microsoft.com/office/drawing/2014/main" id="{349C3FC7-EED3-A5D6-1AAD-E8E924F4E1E2}"/>
              </a:ext>
            </a:extLst>
          </p:cNvPr>
          <p:cNvSpPr/>
          <p:nvPr/>
        </p:nvSpPr>
        <p:spPr>
          <a:xfrm>
            <a:off x="3373888" y="1962828"/>
            <a:ext cx="1035202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NMS Server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(Consumer)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129" name="꺾인 연결선[E] 128">
            <a:extLst>
              <a:ext uri="{FF2B5EF4-FFF2-40B4-BE49-F238E27FC236}">
                <a16:creationId xmlns:a16="http://schemas.microsoft.com/office/drawing/2014/main" id="{CD4033DD-9501-2EBC-AB77-911070AB7D1D}"/>
              </a:ext>
            </a:extLst>
          </p:cNvPr>
          <p:cNvCxnSpPr>
            <a:cxnSpLocks/>
            <a:stCxn id="120" idx="0"/>
            <a:endCxn id="105" idx="2"/>
          </p:cNvCxnSpPr>
          <p:nvPr/>
        </p:nvCxnSpPr>
        <p:spPr>
          <a:xfrm rot="5400000" flipH="1" flipV="1">
            <a:off x="3429996" y="2636106"/>
            <a:ext cx="345928" cy="638300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꺾인 연결선[E] 163">
            <a:extLst>
              <a:ext uri="{FF2B5EF4-FFF2-40B4-BE49-F238E27FC236}">
                <a16:creationId xmlns:a16="http://schemas.microsoft.com/office/drawing/2014/main" id="{405E92BE-9A91-6F16-0362-E495D26B6C66}"/>
              </a:ext>
            </a:extLst>
          </p:cNvPr>
          <p:cNvCxnSpPr>
            <a:cxnSpLocks/>
            <a:stCxn id="88" idx="0"/>
            <a:endCxn id="107" idx="2"/>
          </p:cNvCxnSpPr>
          <p:nvPr/>
        </p:nvCxnSpPr>
        <p:spPr>
          <a:xfrm rot="16200000" flipV="1">
            <a:off x="7977052" y="2005475"/>
            <a:ext cx="352006" cy="1893484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8" name="위쪽 화살표[U] 167">
            <a:extLst>
              <a:ext uri="{FF2B5EF4-FFF2-40B4-BE49-F238E27FC236}">
                <a16:creationId xmlns:a16="http://schemas.microsoft.com/office/drawing/2014/main" id="{43D70F97-3ADC-4472-73D9-CAC8F6A07D1E}"/>
              </a:ext>
            </a:extLst>
          </p:cNvPr>
          <p:cNvSpPr/>
          <p:nvPr/>
        </p:nvSpPr>
        <p:spPr>
          <a:xfrm>
            <a:off x="3868352" y="1731818"/>
            <a:ext cx="254680" cy="2426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69" name="위쪽 화살표[U] 168">
            <a:extLst>
              <a:ext uri="{FF2B5EF4-FFF2-40B4-BE49-F238E27FC236}">
                <a16:creationId xmlns:a16="http://schemas.microsoft.com/office/drawing/2014/main" id="{1FE39EA9-F80B-A7EC-5047-BB818A5746FF}"/>
              </a:ext>
            </a:extLst>
          </p:cNvPr>
          <p:cNvSpPr/>
          <p:nvPr/>
        </p:nvSpPr>
        <p:spPr>
          <a:xfrm>
            <a:off x="7066458" y="1731818"/>
            <a:ext cx="254680" cy="242633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47CA6299-461F-891E-9AF7-E3DC3DB91973}"/>
              </a:ext>
            </a:extLst>
          </p:cNvPr>
          <p:cNvSpPr txBox="1"/>
          <p:nvPr/>
        </p:nvSpPr>
        <p:spPr>
          <a:xfrm>
            <a:off x="3599010" y="3036974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3034A845-7F37-4E66-594B-E30916580650}"/>
              </a:ext>
            </a:extLst>
          </p:cNvPr>
          <p:cNvSpPr txBox="1"/>
          <p:nvPr/>
        </p:nvSpPr>
        <p:spPr>
          <a:xfrm>
            <a:off x="4194733" y="6415252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Service network</a:t>
            </a:r>
            <a:endParaRPr kumimoji="1" lang="ko-KR" altLang="en-US" sz="1050" dirty="0"/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7CD9F1B3-FBAA-0281-1734-1B2287D550FB}"/>
              </a:ext>
            </a:extLst>
          </p:cNvPr>
          <p:cNvSpPr txBox="1"/>
          <p:nvPr/>
        </p:nvSpPr>
        <p:spPr>
          <a:xfrm>
            <a:off x="7825911" y="2952276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CD0F996C-22C5-E24E-B5DC-4E9BF493F787}"/>
              </a:ext>
            </a:extLst>
          </p:cNvPr>
          <p:cNvSpPr txBox="1"/>
          <p:nvPr/>
        </p:nvSpPr>
        <p:spPr>
          <a:xfrm>
            <a:off x="8990088" y="519208"/>
            <a:ext cx="3042821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AAP    Ansible Automation </a:t>
            </a:r>
            <a:r>
              <a:rPr kumimoji="1" lang="en-US" altLang="ko-KR" sz="1050" dirty="0" err="1"/>
              <a:t>Platfrom</a:t>
            </a:r>
            <a:endParaRPr kumimoji="1" lang="en-US" altLang="ko-KR" sz="1050" dirty="0"/>
          </a:p>
          <a:p>
            <a:r>
              <a:rPr kumimoji="1" lang="en-US" altLang="ko-KR" sz="1050" dirty="0"/>
              <a:t>AMF   Access &amp; Mobility Function</a:t>
            </a:r>
          </a:p>
          <a:p>
            <a:r>
              <a:rPr kumimoji="1" lang="en-US" altLang="ko-KR" sz="1050" dirty="0"/>
              <a:t>EMS   Element Management System</a:t>
            </a:r>
          </a:p>
          <a:p>
            <a:r>
              <a:rPr kumimoji="1" lang="en-US" altLang="ko-KR" sz="1050" dirty="0"/>
              <a:t>RHOCP Red Hat OpenShift Container Platform</a:t>
            </a:r>
          </a:p>
          <a:p>
            <a:r>
              <a:rPr kumimoji="1" lang="en-US" altLang="ko-KR" sz="1050" dirty="0"/>
              <a:t>SMF   Session Management System</a:t>
            </a:r>
          </a:p>
          <a:p>
            <a:r>
              <a:rPr kumimoji="1" lang="en-US" altLang="ko-KR" sz="1050" dirty="0"/>
              <a:t>UPF    User Plane Function</a:t>
            </a:r>
            <a:endParaRPr kumimoji="1" lang="ko-KR" altLang="en-US" sz="105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2AC160-156B-B259-FBE2-DDF53678D6C8}"/>
              </a:ext>
            </a:extLst>
          </p:cNvPr>
          <p:cNvSpPr txBox="1"/>
          <p:nvPr/>
        </p:nvSpPr>
        <p:spPr>
          <a:xfrm>
            <a:off x="132505" y="249250"/>
            <a:ext cx="19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 err="1"/>
              <a:t>Opas</a:t>
            </a:r>
            <a:r>
              <a:rPr kumimoji="1" lang="en-US" altLang="ko-KR" b="1" dirty="0"/>
              <a:t> </a:t>
            </a:r>
            <a:r>
              <a:rPr kumimoji="1" lang="ko-KR" altLang="en-US" b="1" dirty="0"/>
              <a:t>전략</a:t>
            </a:r>
            <a:r>
              <a:rPr kumimoji="1" lang="en-US" altLang="ko-KR" b="1" dirty="0"/>
              <a:t>(</a:t>
            </a:r>
            <a:r>
              <a:rPr kumimoji="1" lang="ko-KR" altLang="en-US" b="1" dirty="0"/>
              <a:t>수정</a:t>
            </a:r>
            <a:r>
              <a:rPr kumimoji="1" lang="en-US" altLang="ko-KR" b="1" dirty="0"/>
              <a:t>)</a:t>
            </a:r>
            <a:endParaRPr kumimoji="1" lang="ko-KR" altLang="en-US" b="1" dirty="0"/>
          </a:p>
        </p:txBody>
      </p:sp>
      <p:sp>
        <p:nvSpPr>
          <p:cNvPr id="29" name="모서리가 둥근 직사각형 28">
            <a:extLst>
              <a:ext uri="{FF2B5EF4-FFF2-40B4-BE49-F238E27FC236}">
                <a16:creationId xmlns:a16="http://schemas.microsoft.com/office/drawing/2014/main" id="{5F412F67-9A78-E741-7F03-28FB39A432D5}"/>
              </a:ext>
            </a:extLst>
          </p:cNvPr>
          <p:cNvSpPr/>
          <p:nvPr/>
        </p:nvSpPr>
        <p:spPr>
          <a:xfrm>
            <a:off x="2741974" y="4003684"/>
            <a:ext cx="1083672" cy="2038120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0" name="모서리가 둥근 직사각형 29">
            <a:extLst>
              <a:ext uri="{FF2B5EF4-FFF2-40B4-BE49-F238E27FC236}">
                <a16:creationId xmlns:a16="http://schemas.microsoft.com/office/drawing/2014/main" id="{9AE1FDA9-4A97-7D22-2EC4-A4F5F6ABE23C}"/>
              </a:ext>
            </a:extLst>
          </p:cNvPr>
          <p:cNvSpPr/>
          <p:nvPr/>
        </p:nvSpPr>
        <p:spPr>
          <a:xfrm>
            <a:off x="2807338" y="4003684"/>
            <a:ext cx="952945" cy="738296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</a:t>
            </a:r>
            <a:r>
              <a:rPr kumimoji="1" lang="ko-KR" altLang="en-US" sz="1100" dirty="0">
                <a:solidFill>
                  <a:schemeClr val="tx1"/>
                </a:solidFill>
              </a:rPr>
              <a:t>관리전용</a:t>
            </a:r>
            <a:r>
              <a:rPr kumimoji="1" lang="en-US" altLang="ko-KR" sz="1100" dirty="0">
                <a:solidFill>
                  <a:schemeClr val="tx1"/>
                </a:solidFill>
              </a:rPr>
              <a:t>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49" name="모서리가 둥근 직사각형 48">
            <a:extLst>
              <a:ext uri="{FF2B5EF4-FFF2-40B4-BE49-F238E27FC236}">
                <a16:creationId xmlns:a16="http://schemas.microsoft.com/office/drawing/2014/main" id="{410ED07E-81ED-9C6D-40E1-89A7129BC9A0}"/>
              </a:ext>
            </a:extLst>
          </p:cNvPr>
          <p:cNvSpPr/>
          <p:nvPr/>
        </p:nvSpPr>
        <p:spPr>
          <a:xfrm>
            <a:off x="2873045" y="4690785"/>
            <a:ext cx="821530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AAP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0" name="모서리가 둥근 직사각형 49">
            <a:extLst>
              <a:ext uri="{FF2B5EF4-FFF2-40B4-BE49-F238E27FC236}">
                <a16:creationId xmlns:a16="http://schemas.microsoft.com/office/drawing/2014/main" id="{777E8CFB-8DE0-D71E-5FE2-44456CDD9AD1}"/>
              </a:ext>
            </a:extLst>
          </p:cNvPr>
          <p:cNvSpPr/>
          <p:nvPr/>
        </p:nvSpPr>
        <p:spPr>
          <a:xfrm>
            <a:off x="2809982" y="5149958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Confluent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(Kafka)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51" name="모서리가 둥근 직사각형 50">
            <a:extLst>
              <a:ext uri="{FF2B5EF4-FFF2-40B4-BE49-F238E27FC236}">
                <a16:creationId xmlns:a16="http://schemas.microsoft.com/office/drawing/2014/main" id="{08999C15-B60D-7BAF-4E6D-04AD384CCD91}"/>
              </a:ext>
            </a:extLst>
          </p:cNvPr>
          <p:cNvSpPr/>
          <p:nvPr/>
        </p:nvSpPr>
        <p:spPr>
          <a:xfrm>
            <a:off x="2809982" y="5608754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Splunk</a:t>
            </a:r>
          </a:p>
        </p:txBody>
      </p:sp>
      <p:sp>
        <p:nvSpPr>
          <p:cNvPr id="54" name="모서리가 둥근 직사각형 53">
            <a:extLst>
              <a:ext uri="{FF2B5EF4-FFF2-40B4-BE49-F238E27FC236}">
                <a16:creationId xmlns:a16="http://schemas.microsoft.com/office/drawing/2014/main" id="{65C2BF0C-B0C6-A5D2-C7A9-82372CF54EF0}"/>
              </a:ext>
            </a:extLst>
          </p:cNvPr>
          <p:cNvSpPr/>
          <p:nvPr/>
        </p:nvSpPr>
        <p:spPr>
          <a:xfrm>
            <a:off x="6658091" y="1977017"/>
            <a:ext cx="1035202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NMS Server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(Consumer)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82CD88E8-F399-A900-98BF-A17D2A7DA225}"/>
              </a:ext>
            </a:extLst>
          </p:cNvPr>
          <p:cNvCxnSpPr>
            <a:cxnSpLocks/>
          </p:cNvCxnSpPr>
          <p:nvPr/>
        </p:nvCxnSpPr>
        <p:spPr>
          <a:xfrm>
            <a:off x="3840642" y="4589444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E888044E-7C22-0D1D-C9A0-88E972FDED9D}"/>
              </a:ext>
            </a:extLst>
          </p:cNvPr>
          <p:cNvCxnSpPr>
            <a:cxnSpLocks/>
          </p:cNvCxnSpPr>
          <p:nvPr/>
        </p:nvCxnSpPr>
        <p:spPr>
          <a:xfrm>
            <a:off x="3825646" y="51200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E304117A-8316-DE77-467E-5FA65A73CA3D}"/>
              </a:ext>
            </a:extLst>
          </p:cNvPr>
          <p:cNvCxnSpPr>
            <a:cxnSpLocks/>
          </p:cNvCxnSpPr>
          <p:nvPr/>
        </p:nvCxnSpPr>
        <p:spPr>
          <a:xfrm>
            <a:off x="3842057" y="56647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180A5040-69B7-227A-C1FA-9C680F9CE101}"/>
              </a:ext>
            </a:extLst>
          </p:cNvPr>
          <p:cNvSpPr/>
          <p:nvPr/>
        </p:nvSpPr>
        <p:spPr>
          <a:xfrm>
            <a:off x="6253375" y="3343986"/>
            <a:ext cx="5692844" cy="3322616"/>
          </a:xfrm>
          <a:prstGeom prst="roundRect">
            <a:avLst>
              <a:gd name="adj" fmla="val 6982"/>
            </a:avLst>
          </a:prstGeom>
          <a:solidFill>
            <a:schemeClr val="accent6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14BE811E-528E-470D-54F4-EF5B84D46F80}"/>
              </a:ext>
            </a:extLst>
          </p:cNvPr>
          <p:cNvSpPr txBox="1"/>
          <p:nvPr/>
        </p:nvSpPr>
        <p:spPr>
          <a:xfrm>
            <a:off x="6554303" y="3446578"/>
            <a:ext cx="1012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b="1" dirty="0"/>
              <a:t>KT </a:t>
            </a:r>
            <a:r>
              <a:rPr kumimoji="1" lang="ko-KR" altLang="en-US" b="1" dirty="0"/>
              <a:t>혜화</a:t>
            </a:r>
          </a:p>
        </p:txBody>
      </p:sp>
      <p:sp>
        <p:nvSpPr>
          <p:cNvPr id="68" name="모서리가 둥근 직사각형 67">
            <a:extLst>
              <a:ext uri="{FF2B5EF4-FFF2-40B4-BE49-F238E27FC236}">
                <a16:creationId xmlns:a16="http://schemas.microsoft.com/office/drawing/2014/main" id="{38B289CA-72D0-32B1-7E2A-9C9AC84D3A6F}"/>
              </a:ext>
            </a:extLst>
          </p:cNvPr>
          <p:cNvSpPr/>
          <p:nvPr/>
        </p:nvSpPr>
        <p:spPr>
          <a:xfrm>
            <a:off x="6976751" y="3973584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69" name="모서리가 둥근 직사각형 68">
            <a:extLst>
              <a:ext uri="{FF2B5EF4-FFF2-40B4-BE49-F238E27FC236}">
                <a16:creationId xmlns:a16="http://schemas.microsoft.com/office/drawing/2014/main" id="{50A2CA4A-9FBC-07D2-F02D-B927BE5BF465}"/>
              </a:ext>
            </a:extLst>
          </p:cNvPr>
          <p:cNvSpPr/>
          <p:nvPr/>
        </p:nvSpPr>
        <p:spPr>
          <a:xfrm>
            <a:off x="7181914" y="440477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0" name="모서리가 둥근 직사각형 69">
            <a:extLst>
              <a:ext uri="{FF2B5EF4-FFF2-40B4-BE49-F238E27FC236}">
                <a16:creationId xmlns:a16="http://schemas.microsoft.com/office/drawing/2014/main" id="{A38A160E-FD0D-1039-B8F2-716559344214}"/>
              </a:ext>
            </a:extLst>
          </p:cNvPr>
          <p:cNvSpPr/>
          <p:nvPr/>
        </p:nvSpPr>
        <p:spPr>
          <a:xfrm>
            <a:off x="7135483" y="3973584"/>
            <a:ext cx="908304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1" name="모서리가 둥근 직사각형 70">
            <a:extLst>
              <a:ext uri="{FF2B5EF4-FFF2-40B4-BE49-F238E27FC236}">
                <a16:creationId xmlns:a16="http://schemas.microsoft.com/office/drawing/2014/main" id="{AD462937-F27E-CBB1-33E1-1D18AFAE4BA2}"/>
              </a:ext>
            </a:extLst>
          </p:cNvPr>
          <p:cNvSpPr/>
          <p:nvPr/>
        </p:nvSpPr>
        <p:spPr>
          <a:xfrm>
            <a:off x="7168058" y="4904075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2" name="모서리가 둥근 직사각형 71">
            <a:extLst>
              <a:ext uri="{FF2B5EF4-FFF2-40B4-BE49-F238E27FC236}">
                <a16:creationId xmlns:a16="http://schemas.microsoft.com/office/drawing/2014/main" id="{D4E4F2D3-C284-0D29-B512-E210270F7501}"/>
              </a:ext>
            </a:extLst>
          </p:cNvPr>
          <p:cNvSpPr/>
          <p:nvPr/>
        </p:nvSpPr>
        <p:spPr>
          <a:xfrm>
            <a:off x="7168058" y="545788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UPFF-3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73" name="직선 화살표 연결선 72">
            <a:extLst>
              <a:ext uri="{FF2B5EF4-FFF2-40B4-BE49-F238E27FC236}">
                <a16:creationId xmlns:a16="http://schemas.microsoft.com/office/drawing/2014/main" id="{6C335FC4-94B0-1847-91F4-057EF5609110}"/>
              </a:ext>
            </a:extLst>
          </p:cNvPr>
          <p:cNvCxnSpPr>
            <a:cxnSpLocks/>
            <a:stCxn id="69" idx="3"/>
          </p:cNvCxnSpPr>
          <p:nvPr/>
        </p:nvCxnSpPr>
        <p:spPr>
          <a:xfrm>
            <a:off x="7852609" y="4589444"/>
            <a:ext cx="705352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직선 화살표 연결선 73">
            <a:extLst>
              <a:ext uri="{FF2B5EF4-FFF2-40B4-BE49-F238E27FC236}">
                <a16:creationId xmlns:a16="http://schemas.microsoft.com/office/drawing/2014/main" id="{E1B8C4DC-02CA-CA71-2630-6D5B13DF044C}"/>
              </a:ext>
            </a:extLst>
          </p:cNvPr>
          <p:cNvCxnSpPr>
            <a:cxnSpLocks/>
            <a:stCxn id="71" idx="3"/>
          </p:cNvCxnSpPr>
          <p:nvPr/>
        </p:nvCxnSpPr>
        <p:spPr>
          <a:xfrm>
            <a:off x="7838753" y="5088741"/>
            <a:ext cx="719208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화살표 연결선 74">
            <a:extLst>
              <a:ext uri="{FF2B5EF4-FFF2-40B4-BE49-F238E27FC236}">
                <a16:creationId xmlns:a16="http://schemas.microsoft.com/office/drawing/2014/main" id="{436EEF9C-49E5-3BB2-72AB-235FDA60B5F9}"/>
              </a:ext>
            </a:extLst>
          </p:cNvPr>
          <p:cNvCxnSpPr>
            <a:cxnSpLocks/>
            <a:stCxn id="72" idx="3"/>
          </p:cNvCxnSpPr>
          <p:nvPr/>
        </p:nvCxnSpPr>
        <p:spPr>
          <a:xfrm flipV="1">
            <a:off x="7838753" y="5642554"/>
            <a:ext cx="719208" cy="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모서리가 둥근 직사각형 75">
            <a:extLst>
              <a:ext uri="{FF2B5EF4-FFF2-40B4-BE49-F238E27FC236}">
                <a16:creationId xmlns:a16="http://schemas.microsoft.com/office/drawing/2014/main" id="{47FC6252-60AF-D2A8-6FD6-7B0E8FDE8214}"/>
              </a:ext>
            </a:extLst>
          </p:cNvPr>
          <p:cNvSpPr/>
          <p:nvPr/>
        </p:nvSpPr>
        <p:spPr>
          <a:xfrm>
            <a:off x="10155807" y="3995768"/>
            <a:ext cx="1083672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77" name="모서리가 둥근 직사각형 76">
            <a:extLst>
              <a:ext uri="{FF2B5EF4-FFF2-40B4-BE49-F238E27FC236}">
                <a16:creationId xmlns:a16="http://schemas.microsoft.com/office/drawing/2014/main" id="{AC0370E9-7306-89CC-41DB-1320A6B1D777}"/>
              </a:ext>
            </a:extLst>
          </p:cNvPr>
          <p:cNvSpPr/>
          <p:nvPr/>
        </p:nvSpPr>
        <p:spPr>
          <a:xfrm>
            <a:off x="10360970" y="4426962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8" name="모서리가 둥근 직사각형 77">
            <a:extLst>
              <a:ext uri="{FF2B5EF4-FFF2-40B4-BE49-F238E27FC236}">
                <a16:creationId xmlns:a16="http://schemas.microsoft.com/office/drawing/2014/main" id="{64728574-2053-57CB-5CEA-BF28BAF78C62}"/>
              </a:ext>
            </a:extLst>
          </p:cNvPr>
          <p:cNvSpPr/>
          <p:nvPr/>
        </p:nvSpPr>
        <p:spPr>
          <a:xfrm>
            <a:off x="10155807" y="3978514"/>
            <a:ext cx="1095022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cluster-12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79" name="모서리가 둥근 직사각형 78">
            <a:extLst>
              <a:ext uri="{FF2B5EF4-FFF2-40B4-BE49-F238E27FC236}">
                <a16:creationId xmlns:a16="http://schemas.microsoft.com/office/drawing/2014/main" id="{729A06C1-87CF-3CED-7192-B4D7214B29B2}"/>
              </a:ext>
            </a:extLst>
          </p:cNvPr>
          <p:cNvSpPr/>
          <p:nvPr/>
        </p:nvSpPr>
        <p:spPr>
          <a:xfrm>
            <a:off x="10347114" y="4926259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80" name="모서리가 둥근 직사각형 79">
            <a:extLst>
              <a:ext uri="{FF2B5EF4-FFF2-40B4-BE49-F238E27FC236}">
                <a16:creationId xmlns:a16="http://schemas.microsoft.com/office/drawing/2014/main" id="{3A41482F-FF23-0F36-3A7B-5990F7A9B1A5}"/>
              </a:ext>
            </a:extLst>
          </p:cNvPr>
          <p:cNvSpPr/>
          <p:nvPr/>
        </p:nvSpPr>
        <p:spPr>
          <a:xfrm>
            <a:off x="10347114" y="5480073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UPF-4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pic>
        <p:nvPicPr>
          <p:cNvPr id="81" name="그림 80">
            <a:extLst>
              <a:ext uri="{FF2B5EF4-FFF2-40B4-BE49-F238E27FC236}">
                <a16:creationId xmlns:a16="http://schemas.microsoft.com/office/drawing/2014/main" id="{C3AEF67C-6DEF-841D-287F-92349F08F0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7887" y="6095102"/>
            <a:ext cx="1003300" cy="571500"/>
          </a:xfrm>
          <a:prstGeom prst="rect">
            <a:avLst/>
          </a:prstGeom>
        </p:spPr>
      </p:pic>
      <p:cxnSp>
        <p:nvCxnSpPr>
          <p:cNvPr id="82" name="꺾인 연결선[E] 81">
            <a:extLst>
              <a:ext uri="{FF2B5EF4-FFF2-40B4-BE49-F238E27FC236}">
                <a16:creationId xmlns:a16="http://schemas.microsoft.com/office/drawing/2014/main" id="{297A83A2-076E-95E2-7211-542A4B0BC620}"/>
              </a:ext>
            </a:extLst>
          </p:cNvPr>
          <p:cNvCxnSpPr>
            <a:cxnSpLocks/>
            <a:stCxn id="77" idx="3"/>
            <a:endCxn id="81" idx="3"/>
          </p:cNvCxnSpPr>
          <p:nvPr/>
        </p:nvCxnSpPr>
        <p:spPr>
          <a:xfrm flipH="1">
            <a:off x="9781187" y="4611628"/>
            <a:ext cx="1250478" cy="1769224"/>
          </a:xfrm>
          <a:prstGeom prst="bentConnector3">
            <a:avLst>
              <a:gd name="adj1" fmla="val -36008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[E] 82">
            <a:extLst>
              <a:ext uri="{FF2B5EF4-FFF2-40B4-BE49-F238E27FC236}">
                <a16:creationId xmlns:a16="http://schemas.microsoft.com/office/drawing/2014/main" id="{56D0E34D-F98C-1288-17D3-141A33F107FC}"/>
              </a:ext>
            </a:extLst>
          </p:cNvPr>
          <p:cNvCxnSpPr>
            <a:cxnSpLocks/>
            <a:stCxn id="79" idx="3"/>
            <a:endCxn id="81" idx="3"/>
          </p:cNvCxnSpPr>
          <p:nvPr/>
        </p:nvCxnSpPr>
        <p:spPr>
          <a:xfrm flipH="1">
            <a:off x="9781187" y="5110925"/>
            <a:ext cx="1236622" cy="1269927"/>
          </a:xfrm>
          <a:prstGeom prst="bentConnector3">
            <a:avLst>
              <a:gd name="adj1" fmla="val -28569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[E] 83">
            <a:extLst>
              <a:ext uri="{FF2B5EF4-FFF2-40B4-BE49-F238E27FC236}">
                <a16:creationId xmlns:a16="http://schemas.microsoft.com/office/drawing/2014/main" id="{869AE4E0-DCBA-2516-416E-55E2B2D1B14C}"/>
              </a:ext>
            </a:extLst>
          </p:cNvPr>
          <p:cNvCxnSpPr>
            <a:cxnSpLocks/>
            <a:stCxn id="80" idx="3"/>
            <a:endCxn id="81" idx="3"/>
          </p:cNvCxnSpPr>
          <p:nvPr/>
        </p:nvCxnSpPr>
        <p:spPr>
          <a:xfrm flipH="1">
            <a:off x="9781187" y="5664739"/>
            <a:ext cx="1236622" cy="716113"/>
          </a:xfrm>
          <a:prstGeom prst="bentConnector3">
            <a:avLst>
              <a:gd name="adj1" fmla="val -2184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꺾인 연결선[E] 84">
            <a:extLst>
              <a:ext uri="{FF2B5EF4-FFF2-40B4-BE49-F238E27FC236}">
                <a16:creationId xmlns:a16="http://schemas.microsoft.com/office/drawing/2014/main" id="{9EC9FC4C-DE12-7921-1948-676BD76DF2AD}"/>
              </a:ext>
            </a:extLst>
          </p:cNvPr>
          <p:cNvCxnSpPr>
            <a:cxnSpLocks/>
            <a:stCxn id="69" idx="1"/>
            <a:endCxn id="81" idx="1"/>
          </p:cNvCxnSpPr>
          <p:nvPr/>
        </p:nvCxnSpPr>
        <p:spPr>
          <a:xfrm rot="10800000" flipH="1" flipV="1">
            <a:off x="7181913" y="4589444"/>
            <a:ext cx="1595973" cy="1791408"/>
          </a:xfrm>
          <a:prstGeom prst="bentConnector3">
            <a:avLst>
              <a:gd name="adj1" fmla="val -26477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꺾인 연결선[E] 85">
            <a:extLst>
              <a:ext uri="{FF2B5EF4-FFF2-40B4-BE49-F238E27FC236}">
                <a16:creationId xmlns:a16="http://schemas.microsoft.com/office/drawing/2014/main" id="{CBE0DB5D-0B58-0ECA-B388-E4FB739AE386}"/>
              </a:ext>
            </a:extLst>
          </p:cNvPr>
          <p:cNvCxnSpPr>
            <a:cxnSpLocks/>
            <a:stCxn id="71" idx="1"/>
            <a:endCxn id="81" idx="1"/>
          </p:cNvCxnSpPr>
          <p:nvPr/>
        </p:nvCxnSpPr>
        <p:spPr>
          <a:xfrm rot="10800000" flipH="1" flipV="1">
            <a:off x="7168057" y="5088740"/>
            <a:ext cx="1609829" cy="1292111"/>
          </a:xfrm>
          <a:prstGeom prst="bentConnector3">
            <a:avLst>
              <a:gd name="adj1" fmla="val -18503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꺾인 연결선[E] 86">
            <a:extLst>
              <a:ext uri="{FF2B5EF4-FFF2-40B4-BE49-F238E27FC236}">
                <a16:creationId xmlns:a16="http://schemas.microsoft.com/office/drawing/2014/main" id="{FD7D8232-096D-F94C-5DD5-C70FD91D5CFE}"/>
              </a:ext>
            </a:extLst>
          </p:cNvPr>
          <p:cNvCxnSpPr>
            <a:cxnSpLocks/>
            <a:stCxn id="72" idx="1"/>
            <a:endCxn id="81" idx="1"/>
          </p:cNvCxnSpPr>
          <p:nvPr/>
        </p:nvCxnSpPr>
        <p:spPr>
          <a:xfrm rot="10800000" flipH="1" flipV="1">
            <a:off x="7168057" y="5642554"/>
            <a:ext cx="1609829" cy="738297"/>
          </a:xfrm>
          <a:prstGeom prst="bentConnector3">
            <a:avLst>
              <a:gd name="adj1" fmla="val -142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8" name="그림 87">
            <a:extLst>
              <a:ext uri="{FF2B5EF4-FFF2-40B4-BE49-F238E27FC236}">
                <a16:creationId xmlns:a16="http://schemas.microsoft.com/office/drawing/2014/main" id="{AD01959A-2F4B-FDB9-4320-E7C930C3B4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8147" y="3128220"/>
            <a:ext cx="1003300" cy="571500"/>
          </a:xfrm>
          <a:prstGeom prst="rect">
            <a:avLst/>
          </a:prstGeom>
        </p:spPr>
      </p:pic>
      <p:cxnSp>
        <p:nvCxnSpPr>
          <p:cNvPr id="89" name="직선 연결선[R] 88">
            <a:extLst>
              <a:ext uri="{FF2B5EF4-FFF2-40B4-BE49-F238E27FC236}">
                <a16:creationId xmlns:a16="http://schemas.microsoft.com/office/drawing/2014/main" id="{4CB2FEED-380C-3340-6981-319FD497C80E}"/>
              </a:ext>
            </a:extLst>
          </p:cNvPr>
          <p:cNvCxnSpPr>
            <a:cxnSpLocks/>
            <a:stCxn id="88" idx="2"/>
            <a:endCxn id="93" idx="0"/>
          </p:cNvCxnSpPr>
          <p:nvPr/>
        </p:nvCxnSpPr>
        <p:spPr>
          <a:xfrm>
            <a:off x="9099797" y="3699720"/>
            <a:ext cx="1" cy="303964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805CB22C-A9EA-E6C7-3DCD-17DF91606713}"/>
              </a:ext>
            </a:extLst>
          </p:cNvPr>
          <p:cNvSpPr txBox="1"/>
          <p:nvPr/>
        </p:nvSpPr>
        <p:spPr>
          <a:xfrm>
            <a:off x="10010720" y="6415252"/>
            <a:ext cx="115448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Service network</a:t>
            </a:r>
            <a:endParaRPr kumimoji="1" lang="ko-KR" altLang="en-US" sz="1050" dirty="0"/>
          </a:p>
        </p:txBody>
      </p:sp>
      <p:sp>
        <p:nvSpPr>
          <p:cNvPr id="92" name="모서리가 둥근 직사각형 91">
            <a:extLst>
              <a:ext uri="{FF2B5EF4-FFF2-40B4-BE49-F238E27FC236}">
                <a16:creationId xmlns:a16="http://schemas.microsoft.com/office/drawing/2014/main" id="{57887C7B-E36F-EB74-7A62-5B5FA64EEEA2}"/>
              </a:ext>
            </a:extLst>
          </p:cNvPr>
          <p:cNvSpPr/>
          <p:nvPr/>
        </p:nvSpPr>
        <p:spPr>
          <a:xfrm>
            <a:off x="8557961" y="4003684"/>
            <a:ext cx="1083672" cy="2038120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93" name="모서리가 둥근 직사각형 92">
            <a:extLst>
              <a:ext uri="{FF2B5EF4-FFF2-40B4-BE49-F238E27FC236}">
                <a16:creationId xmlns:a16="http://schemas.microsoft.com/office/drawing/2014/main" id="{2384FBEA-1C83-DE69-E971-CF298B5E340B}"/>
              </a:ext>
            </a:extLst>
          </p:cNvPr>
          <p:cNvSpPr/>
          <p:nvPr/>
        </p:nvSpPr>
        <p:spPr>
          <a:xfrm>
            <a:off x="8623325" y="4003684"/>
            <a:ext cx="952945" cy="738296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</a:t>
            </a:r>
            <a:r>
              <a:rPr kumimoji="1" lang="ko-KR" altLang="en-US" sz="1100" dirty="0">
                <a:solidFill>
                  <a:schemeClr val="tx1"/>
                </a:solidFill>
              </a:rPr>
              <a:t>관리전용</a:t>
            </a:r>
            <a:r>
              <a:rPr kumimoji="1" lang="en-US" altLang="ko-KR" sz="1100" dirty="0">
                <a:solidFill>
                  <a:schemeClr val="tx1"/>
                </a:solidFill>
              </a:rPr>
              <a:t>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6" name="모서리가 둥근 직사각형 95">
            <a:extLst>
              <a:ext uri="{FF2B5EF4-FFF2-40B4-BE49-F238E27FC236}">
                <a16:creationId xmlns:a16="http://schemas.microsoft.com/office/drawing/2014/main" id="{33EA593F-782E-4064-EC22-7C8720238138}"/>
              </a:ext>
            </a:extLst>
          </p:cNvPr>
          <p:cNvSpPr/>
          <p:nvPr/>
        </p:nvSpPr>
        <p:spPr>
          <a:xfrm>
            <a:off x="8689032" y="4690785"/>
            <a:ext cx="821530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AAP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8" name="모서리가 둥근 직사각형 97">
            <a:extLst>
              <a:ext uri="{FF2B5EF4-FFF2-40B4-BE49-F238E27FC236}">
                <a16:creationId xmlns:a16="http://schemas.microsoft.com/office/drawing/2014/main" id="{17F74D7C-49DD-86B8-B5E1-C2E823FAE56D}"/>
              </a:ext>
            </a:extLst>
          </p:cNvPr>
          <p:cNvSpPr/>
          <p:nvPr/>
        </p:nvSpPr>
        <p:spPr>
          <a:xfrm>
            <a:off x="8625969" y="5149958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Confluent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(Kafka)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99" name="모서리가 둥근 직사각형 98">
            <a:extLst>
              <a:ext uri="{FF2B5EF4-FFF2-40B4-BE49-F238E27FC236}">
                <a16:creationId xmlns:a16="http://schemas.microsoft.com/office/drawing/2014/main" id="{D4D0B398-B47A-1DCC-9DF2-A42794F2F4C0}"/>
              </a:ext>
            </a:extLst>
          </p:cNvPr>
          <p:cNvSpPr/>
          <p:nvPr/>
        </p:nvSpPr>
        <p:spPr>
          <a:xfrm>
            <a:off x="8625969" y="5608754"/>
            <a:ext cx="947657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Splunk</a:t>
            </a:r>
          </a:p>
        </p:txBody>
      </p:sp>
      <p:cxnSp>
        <p:nvCxnSpPr>
          <p:cNvPr id="101" name="직선 화살표 연결선 100">
            <a:extLst>
              <a:ext uri="{FF2B5EF4-FFF2-40B4-BE49-F238E27FC236}">
                <a16:creationId xmlns:a16="http://schemas.microsoft.com/office/drawing/2014/main" id="{726C247C-A1D6-C6C1-15F8-C38E7954E8F9}"/>
              </a:ext>
            </a:extLst>
          </p:cNvPr>
          <p:cNvCxnSpPr>
            <a:cxnSpLocks/>
          </p:cNvCxnSpPr>
          <p:nvPr/>
        </p:nvCxnSpPr>
        <p:spPr>
          <a:xfrm>
            <a:off x="9656629" y="4589444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>
            <a:extLst>
              <a:ext uri="{FF2B5EF4-FFF2-40B4-BE49-F238E27FC236}">
                <a16:creationId xmlns:a16="http://schemas.microsoft.com/office/drawing/2014/main" id="{1392F810-02BB-BAAE-C5A5-7EE07ECF491D}"/>
              </a:ext>
            </a:extLst>
          </p:cNvPr>
          <p:cNvCxnSpPr>
            <a:cxnSpLocks/>
          </p:cNvCxnSpPr>
          <p:nvPr/>
        </p:nvCxnSpPr>
        <p:spPr>
          <a:xfrm>
            <a:off x="9641633" y="51200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>
            <a:extLst>
              <a:ext uri="{FF2B5EF4-FFF2-40B4-BE49-F238E27FC236}">
                <a16:creationId xmlns:a16="http://schemas.microsoft.com/office/drawing/2014/main" id="{E13F4164-95FD-21B0-6510-3D143FF284B1}"/>
              </a:ext>
            </a:extLst>
          </p:cNvPr>
          <p:cNvCxnSpPr>
            <a:cxnSpLocks/>
          </p:cNvCxnSpPr>
          <p:nvPr/>
        </p:nvCxnSpPr>
        <p:spPr>
          <a:xfrm>
            <a:off x="9658044" y="5664739"/>
            <a:ext cx="705352" cy="0"/>
          </a:xfrm>
          <a:prstGeom prst="straightConnector1">
            <a:avLst/>
          </a:prstGeom>
          <a:ln w="19050"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그룹 120">
            <a:extLst>
              <a:ext uri="{FF2B5EF4-FFF2-40B4-BE49-F238E27FC236}">
                <a16:creationId xmlns:a16="http://schemas.microsoft.com/office/drawing/2014/main" id="{526AB09B-4A0D-6EC0-EE9D-19F980638E6B}"/>
              </a:ext>
            </a:extLst>
          </p:cNvPr>
          <p:cNvGrpSpPr/>
          <p:nvPr/>
        </p:nvGrpSpPr>
        <p:grpSpPr>
          <a:xfrm>
            <a:off x="1687415" y="3815910"/>
            <a:ext cx="1274484" cy="171525"/>
            <a:chOff x="1687415" y="3815910"/>
            <a:chExt cx="1274484" cy="171525"/>
          </a:xfrm>
        </p:grpSpPr>
        <p:cxnSp>
          <p:nvCxnSpPr>
            <p:cNvPr id="112" name="직선 연결선[R] 111">
              <a:extLst>
                <a:ext uri="{FF2B5EF4-FFF2-40B4-BE49-F238E27FC236}">
                  <a16:creationId xmlns:a16="http://schemas.microsoft.com/office/drawing/2014/main" id="{5B9E8293-A7C5-9BDF-E169-6FA0BE726ED7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직선 연결선[R] 112">
              <a:extLst>
                <a:ext uri="{FF2B5EF4-FFF2-40B4-BE49-F238E27FC236}">
                  <a16:creationId xmlns:a16="http://schemas.microsoft.com/office/drawing/2014/main" id="{30AC92DA-FAD1-E287-C8C3-FDF79B5E292B}"/>
                </a:ext>
              </a:extLst>
            </p:cNvPr>
            <p:cNvCxnSpPr>
              <a:cxnSpLocks/>
              <a:endCxn id="11" idx="0"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직선 연결선[R] 117">
              <a:extLst>
                <a:ext uri="{FF2B5EF4-FFF2-40B4-BE49-F238E27FC236}">
                  <a16:creationId xmlns:a16="http://schemas.microsoft.com/office/drawing/2014/main" id="{1FDE109C-CBEC-0DF1-B033-4B8093FB5390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2" name="그룹 121">
            <a:extLst>
              <a:ext uri="{FF2B5EF4-FFF2-40B4-BE49-F238E27FC236}">
                <a16:creationId xmlns:a16="http://schemas.microsoft.com/office/drawing/2014/main" id="{3215F3CA-E19B-0C12-031E-1B9A5343E6DF}"/>
              </a:ext>
            </a:extLst>
          </p:cNvPr>
          <p:cNvGrpSpPr/>
          <p:nvPr/>
        </p:nvGrpSpPr>
        <p:grpSpPr>
          <a:xfrm>
            <a:off x="3571633" y="3815322"/>
            <a:ext cx="1274484" cy="171525"/>
            <a:chOff x="1687415" y="3815910"/>
            <a:chExt cx="1274484" cy="171525"/>
          </a:xfrm>
        </p:grpSpPr>
        <p:cxnSp>
          <p:nvCxnSpPr>
            <p:cNvPr id="124" name="직선 연결선[R] 123">
              <a:extLst>
                <a:ext uri="{FF2B5EF4-FFF2-40B4-BE49-F238E27FC236}">
                  <a16:creationId xmlns:a16="http://schemas.microsoft.com/office/drawing/2014/main" id="{B0A885CE-FEAF-065E-8B9F-42801761237B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직선 연결선[R] 124">
              <a:extLst>
                <a:ext uri="{FF2B5EF4-FFF2-40B4-BE49-F238E27FC236}">
                  <a16:creationId xmlns:a16="http://schemas.microsoft.com/office/drawing/2014/main" id="{FBAA51A5-25FE-A945-E618-800B304D8DA3}"/>
                </a:ext>
              </a:extLst>
            </p:cNvPr>
            <p:cNvCxnSpPr>
              <a:cxnSpLocks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직선 연결선[R] 127">
              <a:extLst>
                <a:ext uri="{FF2B5EF4-FFF2-40B4-BE49-F238E27FC236}">
                  <a16:creationId xmlns:a16="http://schemas.microsoft.com/office/drawing/2014/main" id="{9950D77C-1171-FDE3-BCA1-95B1D4B5E596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62" name="그룹 161">
            <a:extLst>
              <a:ext uri="{FF2B5EF4-FFF2-40B4-BE49-F238E27FC236}">
                <a16:creationId xmlns:a16="http://schemas.microsoft.com/office/drawing/2014/main" id="{FD323537-E242-4D7E-2DAF-FC3488C36E27}"/>
              </a:ext>
            </a:extLst>
          </p:cNvPr>
          <p:cNvGrpSpPr/>
          <p:nvPr/>
        </p:nvGrpSpPr>
        <p:grpSpPr>
          <a:xfrm>
            <a:off x="7468277" y="3829782"/>
            <a:ext cx="1274484" cy="171525"/>
            <a:chOff x="1687415" y="3815910"/>
            <a:chExt cx="1274484" cy="171525"/>
          </a:xfrm>
        </p:grpSpPr>
        <p:cxnSp>
          <p:nvCxnSpPr>
            <p:cNvPr id="165" name="직선 연결선[R] 164">
              <a:extLst>
                <a:ext uri="{FF2B5EF4-FFF2-40B4-BE49-F238E27FC236}">
                  <a16:creationId xmlns:a16="http://schemas.microsoft.com/office/drawing/2014/main" id="{4CDED436-9AAB-E672-7240-33F3024DC54F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직선 연결선[R] 165">
              <a:extLst>
                <a:ext uri="{FF2B5EF4-FFF2-40B4-BE49-F238E27FC236}">
                  <a16:creationId xmlns:a16="http://schemas.microsoft.com/office/drawing/2014/main" id="{267A47B8-A5B3-0BCC-4777-7FB404404EE4}"/>
                </a:ext>
              </a:extLst>
            </p:cNvPr>
            <p:cNvCxnSpPr>
              <a:cxnSpLocks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직선 연결선[R] 177">
              <a:extLst>
                <a:ext uri="{FF2B5EF4-FFF2-40B4-BE49-F238E27FC236}">
                  <a16:creationId xmlns:a16="http://schemas.microsoft.com/office/drawing/2014/main" id="{CAA67AAC-C027-46A9-5CBD-65C11508D075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CC57BBA1-5E6C-D013-5710-B66EE8E4CA08}"/>
              </a:ext>
            </a:extLst>
          </p:cNvPr>
          <p:cNvGrpSpPr/>
          <p:nvPr/>
        </p:nvGrpSpPr>
        <p:grpSpPr>
          <a:xfrm>
            <a:off x="9352495" y="3829194"/>
            <a:ext cx="1274484" cy="171525"/>
            <a:chOff x="1687415" y="3815910"/>
            <a:chExt cx="1274484" cy="171525"/>
          </a:xfrm>
        </p:grpSpPr>
        <p:cxnSp>
          <p:nvCxnSpPr>
            <p:cNvPr id="180" name="직선 연결선[R] 179">
              <a:extLst>
                <a:ext uri="{FF2B5EF4-FFF2-40B4-BE49-F238E27FC236}">
                  <a16:creationId xmlns:a16="http://schemas.microsoft.com/office/drawing/2014/main" id="{F70DCEF2-267D-280F-ADC5-5E278E83C981}"/>
                </a:ext>
              </a:extLst>
            </p:cNvPr>
            <p:cNvCxnSpPr>
              <a:cxnSpLocks/>
            </p:cNvCxnSpPr>
            <p:nvPr/>
          </p:nvCxnSpPr>
          <p:spPr>
            <a:xfrm>
              <a:off x="1687415" y="3815910"/>
              <a:ext cx="1274484" cy="0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직선 연결선[R] 180">
              <a:extLst>
                <a:ext uri="{FF2B5EF4-FFF2-40B4-BE49-F238E27FC236}">
                  <a16:creationId xmlns:a16="http://schemas.microsoft.com/office/drawing/2014/main" id="{1810ADEE-F5E3-5AA3-1FFC-B411510A685D}"/>
                </a:ext>
              </a:extLst>
            </p:cNvPr>
            <p:cNvCxnSpPr>
              <a:cxnSpLocks/>
            </p:cNvCxnSpPr>
            <p:nvPr/>
          </p:nvCxnSpPr>
          <p:spPr>
            <a:xfrm>
              <a:off x="1702165" y="3815910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직선 연결선[R] 181">
              <a:extLst>
                <a:ext uri="{FF2B5EF4-FFF2-40B4-BE49-F238E27FC236}">
                  <a16:creationId xmlns:a16="http://schemas.microsoft.com/office/drawing/2014/main" id="{EF6D8882-6E57-7161-0066-718F3FF90B89}"/>
                </a:ext>
              </a:extLst>
            </p:cNvPr>
            <p:cNvCxnSpPr>
              <a:cxnSpLocks/>
            </p:cNvCxnSpPr>
            <p:nvPr/>
          </p:nvCxnSpPr>
          <p:spPr>
            <a:xfrm>
              <a:off x="2949080" y="3829761"/>
              <a:ext cx="0" cy="157674"/>
            </a:xfrm>
            <a:prstGeom prst="line">
              <a:avLst/>
            </a:prstGeom>
            <a:ln w="25400">
              <a:solidFill>
                <a:srgbClr val="0432F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3" name="TextBox 182">
            <a:extLst>
              <a:ext uri="{FF2B5EF4-FFF2-40B4-BE49-F238E27FC236}">
                <a16:creationId xmlns:a16="http://schemas.microsoft.com/office/drawing/2014/main" id="{B1D39F77-F79F-A407-0E76-8EE4AC5932D1}"/>
              </a:ext>
            </a:extLst>
          </p:cNvPr>
          <p:cNvSpPr txBox="1"/>
          <p:nvPr/>
        </p:nvSpPr>
        <p:spPr>
          <a:xfrm>
            <a:off x="3679838" y="3562312"/>
            <a:ext cx="153760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0432FF"/>
                </a:solidFill>
              </a:rPr>
              <a:t>Management network</a:t>
            </a:r>
            <a:endParaRPr kumimoji="1" lang="ko-KR" altLang="en-US" sz="1050" dirty="0">
              <a:solidFill>
                <a:srgbClr val="0432FF"/>
              </a:solidFill>
            </a:endParaRP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98940B68-99F5-BE73-9CCC-529C230B3542}"/>
              </a:ext>
            </a:extLst>
          </p:cNvPr>
          <p:cNvSpPr txBox="1"/>
          <p:nvPr/>
        </p:nvSpPr>
        <p:spPr>
          <a:xfrm>
            <a:off x="67971" y="860919"/>
            <a:ext cx="2377574" cy="90024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/>
              <a:t>CNF domain</a:t>
            </a:r>
            <a:r>
              <a:rPr kumimoji="1" lang="ko-KR" altLang="en-US" sz="1050" dirty="0" err="1"/>
              <a:t>에</a:t>
            </a:r>
            <a:r>
              <a:rPr kumimoji="1" lang="ko-KR" altLang="en-US" sz="1050" dirty="0"/>
              <a:t> 대해서는</a:t>
            </a:r>
            <a:endParaRPr kumimoji="1" lang="en-US" altLang="ko-KR" sz="1050" dirty="0"/>
          </a:p>
          <a:p>
            <a:r>
              <a:rPr kumimoji="1" lang="ko-KR" altLang="en-US" sz="1050" dirty="0"/>
              <a:t>장비별 </a:t>
            </a:r>
            <a:r>
              <a:rPr kumimoji="1" lang="en-US" altLang="ko-KR" sz="1050" dirty="0"/>
              <a:t>EMS</a:t>
            </a:r>
            <a:r>
              <a:rPr kumimoji="1" lang="ko-KR" altLang="en-US" sz="1050" dirty="0"/>
              <a:t>가 없는 </a:t>
            </a:r>
            <a:endParaRPr kumimoji="1" lang="en-US" altLang="ko-KR" sz="1050" dirty="0"/>
          </a:p>
          <a:p>
            <a:r>
              <a:rPr kumimoji="1" lang="en-US" altLang="ko-KR" sz="1050" dirty="0"/>
              <a:t>Platform </a:t>
            </a:r>
            <a:r>
              <a:rPr kumimoji="1" lang="ko-KR" altLang="en-US" sz="1050" dirty="0"/>
              <a:t>중심 </a:t>
            </a:r>
            <a:r>
              <a:rPr kumimoji="1" lang="en-US" altLang="ko-KR" sz="1050" dirty="0"/>
              <a:t>OSS </a:t>
            </a:r>
            <a:r>
              <a:rPr kumimoji="1" lang="ko-KR" altLang="en-US" sz="1050" dirty="0"/>
              <a:t>구조 지향</a:t>
            </a:r>
            <a:endParaRPr kumimoji="1" lang="en-US" altLang="ko-KR" sz="1050" dirty="0"/>
          </a:p>
          <a:p>
            <a:r>
              <a:rPr kumimoji="1" lang="en-US" altLang="ko-KR" sz="1050" dirty="0"/>
              <a:t>RHOCP</a:t>
            </a:r>
            <a:r>
              <a:rPr kumimoji="1" lang="en-US" altLang="ko-KR" sz="1050" dirty="0">
                <a:sym typeface="Wingdings" pitchFamily="2" charset="2"/>
              </a:rPr>
              <a:t>/Confluent/AAP/</a:t>
            </a:r>
          </a:p>
          <a:p>
            <a:r>
              <a:rPr kumimoji="1" lang="en-US" altLang="ko-KR" sz="1050" dirty="0">
                <a:sym typeface="Wingdings" pitchFamily="2" charset="2"/>
              </a:rPr>
              <a:t>Splunk  OpenShift AI </a:t>
            </a:r>
            <a:r>
              <a:rPr kumimoji="1" lang="ko-KR" altLang="en-US" sz="1050" dirty="0">
                <a:sym typeface="Wingdings" pitchFamily="2" charset="2"/>
              </a:rPr>
              <a:t>구조로 통합</a:t>
            </a:r>
            <a:endParaRPr kumimoji="1" lang="en-US" altLang="ko-KR" sz="1050" dirty="0"/>
          </a:p>
        </p:txBody>
      </p:sp>
      <p:sp>
        <p:nvSpPr>
          <p:cNvPr id="105" name="모서리가 둥근 직사각형 126">
            <a:extLst>
              <a:ext uri="{FF2B5EF4-FFF2-40B4-BE49-F238E27FC236}">
                <a16:creationId xmlns:a16="http://schemas.microsoft.com/office/drawing/2014/main" id="{1FDA21E4-D780-4AF9-948E-C46A1EDA511B}"/>
              </a:ext>
            </a:extLst>
          </p:cNvPr>
          <p:cNvSpPr/>
          <p:nvPr/>
        </p:nvSpPr>
        <p:spPr>
          <a:xfrm>
            <a:off x="3373888" y="2412960"/>
            <a:ext cx="1096444" cy="369332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chemeClr val="tx1"/>
                </a:solidFill>
              </a:rPr>
              <a:t>Client for NMS(Consumer)</a:t>
            </a:r>
            <a:endParaRPr kumimoji="1" lang="ko-KR" altLang="en-US" sz="900" dirty="0">
              <a:solidFill>
                <a:schemeClr val="tx1"/>
              </a:solidFill>
            </a:endParaRPr>
          </a:p>
        </p:txBody>
      </p:sp>
      <p:sp>
        <p:nvSpPr>
          <p:cNvPr id="107" name="모서리가 둥근 직사각형 126">
            <a:extLst>
              <a:ext uri="{FF2B5EF4-FFF2-40B4-BE49-F238E27FC236}">
                <a16:creationId xmlns:a16="http://schemas.microsoft.com/office/drawing/2014/main" id="{D5D2C0EA-39FC-407A-9C5A-BE63FE9DC080}"/>
              </a:ext>
            </a:extLst>
          </p:cNvPr>
          <p:cNvSpPr/>
          <p:nvPr/>
        </p:nvSpPr>
        <p:spPr>
          <a:xfrm>
            <a:off x="6658091" y="2406882"/>
            <a:ext cx="1096444" cy="369332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chemeClr val="tx1"/>
                </a:solidFill>
              </a:rPr>
              <a:t>Client for NMS(Consumer)</a:t>
            </a:r>
            <a:endParaRPr kumimoji="1" lang="ko-KR" altLang="en-US" sz="9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557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455C49-8173-3CDA-ED11-15505F3DF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모서리가 둥근 직사각형 28">
            <a:extLst>
              <a:ext uri="{FF2B5EF4-FFF2-40B4-BE49-F238E27FC236}">
                <a16:creationId xmlns:a16="http://schemas.microsoft.com/office/drawing/2014/main" id="{11BC4937-4D85-4AB2-9550-FC218C45561F}"/>
              </a:ext>
            </a:extLst>
          </p:cNvPr>
          <p:cNvSpPr/>
          <p:nvPr/>
        </p:nvSpPr>
        <p:spPr>
          <a:xfrm>
            <a:off x="4677197" y="1692894"/>
            <a:ext cx="1419810" cy="2319926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11" name="모서리가 둥근 직사각형 29">
            <a:extLst>
              <a:ext uri="{FF2B5EF4-FFF2-40B4-BE49-F238E27FC236}">
                <a16:creationId xmlns:a16="http://schemas.microsoft.com/office/drawing/2014/main" id="{21A1F9DA-0817-42AB-8F13-3F66B4D498BB}"/>
              </a:ext>
            </a:extLst>
          </p:cNvPr>
          <p:cNvSpPr/>
          <p:nvPr/>
        </p:nvSpPr>
        <p:spPr>
          <a:xfrm>
            <a:off x="4764219" y="1692894"/>
            <a:ext cx="952945" cy="738296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</a:t>
            </a:r>
            <a:r>
              <a:rPr kumimoji="1" lang="ko-KR" altLang="en-US" sz="1100" dirty="0">
                <a:solidFill>
                  <a:schemeClr val="tx1"/>
                </a:solidFill>
              </a:rPr>
              <a:t>관리전용</a:t>
            </a:r>
            <a:r>
              <a:rPr kumimoji="1" lang="en-US" altLang="ko-KR" sz="1100" dirty="0">
                <a:solidFill>
                  <a:schemeClr val="tx1"/>
                </a:solidFill>
              </a:rPr>
              <a:t>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4" name="모서리가 둥근 직사각형 49">
            <a:extLst>
              <a:ext uri="{FF2B5EF4-FFF2-40B4-BE49-F238E27FC236}">
                <a16:creationId xmlns:a16="http://schemas.microsoft.com/office/drawing/2014/main" id="{1BBD60C9-C585-485E-A163-CEDBBF79C580}"/>
              </a:ext>
            </a:extLst>
          </p:cNvPr>
          <p:cNvSpPr/>
          <p:nvPr/>
        </p:nvSpPr>
        <p:spPr>
          <a:xfrm>
            <a:off x="4764533" y="2468243"/>
            <a:ext cx="1245138" cy="1324884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Confluent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(Kafka)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19" name="모서리가 둥근 직사각형 67">
            <a:extLst>
              <a:ext uri="{FF2B5EF4-FFF2-40B4-BE49-F238E27FC236}">
                <a16:creationId xmlns:a16="http://schemas.microsoft.com/office/drawing/2014/main" id="{67AB8393-81B1-4638-BDC3-99EB03E107F9}"/>
              </a:ext>
            </a:extLst>
          </p:cNvPr>
          <p:cNvSpPr/>
          <p:nvPr/>
        </p:nvSpPr>
        <p:spPr>
          <a:xfrm>
            <a:off x="1185900" y="1833797"/>
            <a:ext cx="1714423" cy="2038120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26" name="모서리가 둥근 직사각형 68">
            <a:extLst>
              <a:ext uri="{FF2B5EF4-FFF2-40B4-BE49-F238E27FC236}">
                <a16:creationId xmlns:a16="http://schemas.microsoft.com/office/drawing/2014/main" id="{C7221A1C-7223-498E-BF81-129DAD492531}"/>
              </a:ext>
            </a:extLst>
          </p:cNvPr>
          <p:cNvSpPr/>
          <p:nvPr/>
        </p:nvSpPr>
        <p:spPr>
          <a:xfrm>
            <a:off x="1391064" y="2264991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AMF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0" name="모서리가 둥근 직사각형 69">
            <a:extLst>
              <a:ext uri="{FF2B5EF4-FFF2-40B4-BE49-F238E27FC236}">
                <a16:creationId xmlns:a16="http://schemas.microsoft.com/office/drawing/2014/main" id="{6B948AD7-2ABE-4FBF-BA4E-F681DE84E033}"/>
              </a:ext>
            </a:extLst>
          </p:cNvPr>
          <p:cNvSpPr/>
          <p:nvPr/>
        </p:nvSpPr>
        <p:spPr>
          <a:xfrm>
            <a:off x="1344633" y="1833797"/>
            <a:ext cx="908304" cy="369332"/>
          </a:xfrm>
          <a:prstGeom prst="roundRect">
            <a:avLst>
              <a:gd name="adj" fmla="val 11262"/>
            </a:avLst>
          </a:prstGeom>
          <a:noFill/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RHOCP</a:t>
            </a:r>
          </a:p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cluster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1" name="모서리가 둥근 직사각형 70">
            <a:extLst>
              <a:ext uri="{FF2B5EF4-FFF2-40B4-BE49-F238E27FC236}">
                <a16:creationId xmlns:a16="http://schemas.microsoft.com/office/drawing/2014/main" id="{CD898C42-7016-434C-B4ED-40DA5FBCC9FD}"/>
              </a:ext>
            </a:extLst>
          </p:cNvPr>
          <p:cNvSpPr/>
          <p:nvPr/>
        </p:nvSpPr>
        <p:spPr>
          <a:xfrm>
            <a:off x="1377208" y="2764288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SMF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32" name="모서리가 둥근 직사각형 71">
            <a:extLst>
              <a:ext uri="{FF2B5EF4-FFF2-40B4-BE49-F238E27FC236}">
                <a16:creationId xmlns:a16="http://schemas.microsoft.com/office/drawing/2014/main" id="{4E3D0B1C-8427-4D95-B2E0-A5B3BEB6CF7C}"/>
              </a:ext>
            </a:extLst>
          </p:cNvPr>
          <p:cNvSpPr/>
          <p:nvPr/>
        </p:nvSpPr>
        <p:spPr>
          <a:xfrm>
            <a:off x="1377208" y="3318102"/>
            <a:ext cx="670695" cy="369332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UPFF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cxnSp>
        <p:nvCxnSpPr>
          <p:cNvPr id="6" name="연결선: 꺾임 5">
            <a:extLst>
              <a:ext uri="{FF2B5EF4-FFF2-40B4-BE49-F238E27FC236}">
                <a16:creationId xmlns:a16="http://schemas.microsoft.com/office/drawing/2014/main" id="{0B21F55B-05EE-4548-8D24-0A8C4BE0DC72}"/>
              </a:ext>
            </a:extLst>
          </p:cNvPr>
          <p:cNvCxnSpPr>
            <a:cxnSpLocks/>
            <a:stCxn id="126" idx="3"/>
            <a:endCxn id="140" idx="1"/>
          </p:cNvCxnSpPr>
          <p:nvPr/>
        </p:nvCxnSpPr>
        <p:spPr>
          <a:xfrm>
            <a:off x="2061759" y="2449657"/>
            <a:ext cx="3025864" cy="6361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29CD13BE-FA1C-47AC-9A41-94A6DFA88446}"/>
              </a:ext>
            </a:extLst>
          </p:cNvPr>
          <p:cNvCxnSpPr>
            <a:cxnSpLocks/>
            <a:stCxn id="131" idx="3"/>
            <a:endCxn id="140" idx="1"/>
          </p:cNvCxnSpPr>
          <p:nvPr/>
        </p:nvCxnSpPr>
        <p:spPr>
          <a:xfrm>
            <a:off x="2047903" y="2948954"/>
            <a:ext cx="3039720" cy="13684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연결선: 꺾임 132">
            <a:extLst>
              <a:ext uri="{FF2B5EF4-FFF2-40B4-BE49-F238E27FC236}">
                <a16:creationId xmlns:a16="http://schemas.microsoft.com/office/drawing/2014/main" id="{AC3A823E-B890-4CC3-B4E0-368015DD1E27}"/>
              </a:ext>
            </a:extLst>
          </p:cNvPr>
          <p:cNvCxnSpPr>
            <a:cxnSpLocks/>
            <a:stCxn id="132" idx="3"/>
            <a:endCxn id="140" idx="1"/>
          </p:cNvCxnSpPr>
          <p:nvPr/>
        </p:nvCxnSpPr>
        <p:spPr>
          <a:xfrm flipV="1">
            <a:off x="2047903" y="3085803"/>
            <a:ext cx="3039720" cy="4169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TextBox 133">
            <a:extLst>
              <a:ext uri="{FF2B5EF4-FFF2-40B4-BE49-F238E27FC236}">
                <a16:creationId xmlns:a16="http://schemas.microsoft.com/office/drawing/2014/main" id="{8494D8BE-264A-4573-AC2E-9920BD516128}"/>
              </a:ext>
            </a:extLst>
          </p:cNvPr>
          <p:cNvSpPr txBox="1"/>
          <p:nvPr/>
        </p:nvSpPr>
        <p:spPr>
          <a:xfrm>
            <a:off x="3008853" y="1506252"/>
            <a:ext cx="1574665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dirty="0"/>
              <a:t>Log Forwarding</a:t>
            </a:r>
            <a:endParaRPr kumimoji="1" lang="en-US" altLang="ko-KR" sz="1050" b="1" dirty="0">
              <a:solidFill>
                <a:srgbClr val="0070C0"/>
              </a:solidFill>
            </a:endParaRPr>
          </a:p>
          <a:p>
            <a:r>
              <a:rPr kumimoji="1" lang="en-US" altLang="ko-KR" sz="1050" dirty="0">
                <a:solidFill>
                  <a:srgbClr val="0070C0"/>
                </a:solidFill>
              </a:rPr>
              <a:t>(</a:t>
            </a:r>
            <a:r>
              <a:rPr lang="en-US" altLang="ko-KR" sz="1050" dirty="0"/>
              <a:t>Application / Infrastructure / Audit Log </a:t>
            </a:r>
            <a:r>
              <a:rPr lang="ko-KR" altLang="en-US" sz="1050" dirty="0"/>
              <a:t>또는 실제 이벤트 등</a:t>
            </a:r>
            <a:r>
              <a:rPr kumimoji="1" lang="en-US" altLang="ko-KR" sz="1050" dirty="0">
                <a:solidFill>
                  <a:srgbClr val="0070C0"/>
                </a:solidFill>
              </a:rPr>
              <a:t>)</a:t>
            </a:r>
            <a:endParaRPr kumimoji="1" lang="ko-KR" altLang="en-US" sz="1050" dirty="0">
              <a:solidFill>
                <a:srgbClr val="0070C0"/>
              </a:solidFill>
            </a:endParaRPr>
          </a:p>
        </p:txBody>
      </p:sp>
      <p:cxnSp>
        <p:nvCxnSpPr>
          <p:cNvPr id="135" name="꺾인 연결선[E] 163">
            <a:extLst>
              <a:ext uri="{FF2B5EF4-FFF2-40B4-BE49-F238E27FC236}">
                <a16:creationId xmlns:a16="http://schemas.microsoft.com/office/drawing/2014/main" id="{CB18AFDB-8F69-4890-B05B-B377C87E4370}"/>
              </a:ext>
            </a:extLst>
          </p:cNvPr>
          <p:cNvCxnSpPr>
            <a:cxnSpLocks/>
            <a:stCxn id="108" idx="3"/>
            <a:endCxn id="109" idx="1"/>
          </p:cNvCxnSpPr>
          <p:nvPr/>
        </p:nvCxnSpPr>
        <p:spPr>
          <a:xfrm>
            <a:off x="6097007" y="2852857"/>
            <a:ext cx="654700" cy="850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TextBox 135">
            <a:extLst>
              <a:ext uri="{FF2B5EF4-FFF2-40B4-BE49-F238E27FC236}">
                <a16:creationId xmlns:a16="http://schemas.microsoft.com/office/drawing/2014/main" id="{31975C1A-DF18-4155-BE77-63EB34A39B29}"/>
              </a:ext>
            </a:extLst>
          </p:cNvPr>
          <p:cNvSpPr txBox="1"/>
          <p:nvPr/>
        </p:nvSpPr>
        <p:spPr>
          <a:xfrm>
            <a:off x="6982883" y="3082705"/>
            <a:ext cx="10647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050" dirty="0">
                <a:solidFill>
                  <a:srgbClr val="FF0000"/>
                </a:solidFill>
              </a:rPr>
              <a:t>NMS network</a:t>
            </a:r>
            <a:endParaRPr kumimoji="1" lang="ko-KR" altLang="en-US" sz="1050" dirty="0">
              <a:solidFill>
                <a:srgbClr val="FF0000"/>
              </a:solidFill>
            </a:endParaRPr>
          </a:p>
        </p:txBody>
      </p:sp>
      <p:sp>
        <p:nvSpPr>
          <p:cNvPr id="138" name="모서리가 둥근 직사각형 126">
            <a:extLst>
              <a:ext uri="{FF2B5EF4-FFF2-40B4-BE49-F238E27FC236}">
                <a16:creationId xmlns:a16="http://schemas.microsoft.com/office/drawing/2014/main" id="{6DBF8EBC-0E80-438B-A93D-CC0EA34EFBA1}"/>
              </a:ext>
            </a:extLst>
          </p:cNvPr>
          <p:cNvSpPr/>
          <p:nvPr/>
        </p:nvSpPr>
        <p:spPr>
          <a:xfrm>
            <a:off x="9118612" y="2497172"/>
            <a:ext cx="1096444" cy="711370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900" dirty="0">
                <a:solidFill>
                  <a:schemeClr val="tx1"/>
                </a:solidFill>
              </a:rPr>
              <a:t>Client for NMS(Consumer)</a:t>
            </a:r>
            <a:endParaRPr kumimoji="1" lang="ko-KR" altLang="en-US" sz="900" dirty="0">
              <a:solidFill>
                <a:schemeClr val="tx1"/>
              </a:solidFill>
            </a:endParaRPr>
          </a:p>
        </p:txBody>
      </p:sp>
      <p:cxnSp>
        <p:nvCxnSpPr>
          <p:cNvPr id="139" name="꺾인 연결선[E] 163">
            <a:extLst>
              <a:ext uri="{FF2B5EF4-FFF2-40B4-BE49-F238E27FC236}">
                <a16:creationId xmlns:a16="http://schemas.microsoft.com/office/drawing/2014/main" id="{60D60772-7CD1-4561-BDEC-2E8C41AE4E2E}"/>
              </a:ext>
            </a:extLst>
          </p:cNvPr>
          <p:cNvCxnSpPr>
            <a:cxnSpLocks/>
            <a:stCxn id="109" idx="3"/>
            <a:endCxn id="138" idx="1"/>
          </p:cNvCxnSpPr>
          <p:nvPr/>
        </p:nvCxnSpPr>
        <p:spPr>
          <a:xfrm flipV="1">
            <a:off x="7755007" y="2852857"/>
            <a:ext cx="1363605" cy="8505"/>
          </a:xfrm>
          <a:prstGeom prst="bentConnector3">
            <a:avLst>
              <a:gd name="adj1" fmla="val 50000"/>
            </a:avLst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모서리가 둥근 직사각형 49">
            <a:extLst>
              <a:ext uri="{FF2B5EF4-FFF2-40B4-BE49-F238E27FC236}">
                <a16:creationId xmlns:a16="http://schemas.microsoft.com/office/drawing/2014/main" id="{F7F7684A-0DEC-4E90-A24D-0FD4D507F7C3}"/>
              </a:ext>
            </a:extLst>
          </p:cNvPr>
          <p:cNvSpPr/>
          <p:nvPr/>
        </p:nvSpPr>
        <p:spPr>
          <a:xfrm>
            <a:off x="5087623" y="2949236"/>
            <a:ext cx="806054" cy="273133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Broker 1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61" name="모서리가 둥근 직사각형 49">
            <a:extLst>
              <a:ext uri="{FF2B5EF4-FFF2-40B4-BE49-F238E27FC236}">
                <a16:creationId xmlns:a16="http://schemas.microsoft.com/office/drawing/2014/main" id="{06298F4C-0021-4B5F-A4E7-007297CEB00F}"/>
              </a:ext>
            </a:extLst>
          </p:cNvPr>
          <p:cNvSpPr/>
          <p:nvPr/>
        </p:nvSpPr>
        <p:spPr>
          <a:xfrm>
            <a:off x="5101479" y="3426726"/>
            <a:ext cx="806054" cy="273133"/>
          </a:xfrm>
          <a:prstGeom prst="roundRect">
            <a:avLst>
              <a:gd name="adj" fmla="val 11262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kumimoji="1" lang="en-US" altLang="ko-KR" sz="1100" dirty="0">
                <a:solidFill>
                  <a:schemeClr val="tx1"/>
                </a:solidFill>
              </a:rPr>
              <a:t>Broker n</a:t>
            </a:r>
            <a:endParaRPr kumimoji="1"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146" name="Rectangle 1">
            <a:extLst>
              <a:ext uri="{FF2B5EF4-FFF2-40B4-BE49-F238E27FC236}">
                <a16:creationId xmlns:a16="http://schemas.microsoft.com/office/drawing/2014/main" id="{EFBF4BEF-90B5-409A-8C23-4E1349FB3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8447" y="6152155"/>
            <a:ext cx="18473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ko-KR" altLang="ko-KR" sz="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</a:b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6" name="모서리가 둥근 직사각형 68">
            <a:extLst>
              <a:ext uri="{FF2B5EF4-FFF2-40B4-BE49-F238E27FC236}">
                <a16:creationId xmlns:a16="http://schemas.microsoft.com/office/drawing/2014/main" id="{C66C118B-EFE6-4817-A9DC-71FE31090BB3}"/>
              </a:ext>
            </a:extLst>
          </p:cNvPr>
          <p:cNvSpPr/>
          <p:nvPr/>
        </p:nvSpPr>
        <p:spPr>
          <a:xfrm>
            <a:off x="2109257" y="2278090"/>
            <a:ext cx="669953" cy="351735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Vector Collector</a:t>
            </a:r>
            <a:endParaRPr kumimoji="1"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5" name="모서리가 둥근 직사각형 68">
            <a:extLst>
              <a:ext uri="{FF2B5EF4-FFF2-40B4-BE49-F238E27FC236}">
                <a16:creationId xmlns:a16="http://schemas.microsoft.com/office/drawing/2014/main" id="{80B17638-36B7-4BB7-BEBE-F3B8B0561E22}"/>
              </a:ext>
            </a:extLst>
          </p:cNvPr>
          <p:cNvSpPr/>
          <p:nvPr/>
        </p:nvSpPr>
        <p:spPr>
          <a:xfrm>
            <a:off x="2093378" y="2792500"/>
            <a:ext cx="669953" cy="351735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Vector Collector</a:t>
            </a:r>
            <a:endParaRPr kumimoji="1"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86" name="모서리가 둥근 직사각형 68">
            <a:extLst>
              <a:ext uri="{FF2B5EF4-FFF2-40B4-BE49-F238E27FC236}">
                <a16:creationId xmlns:a16="http://schemas.microsoft.com/office/drawing/2014/main" id="{044FC682-6F8B-4586-9A69-E4FF7E10A0C4}"/>
              </a:ext>
            </a:extLst>
          </p:cNvPr>
          <p:cNvSpPr/>
          <p:nvPr/>
        </p:nvSpPr>
        <p:spPr>
          <a:xfrm>
            <a:off x="2111545" y="3344315"/>
            <a:ext cx="669953" cy="351735"/>
          </a:xfrm>
          <a:prstGeom prst="roundRect">
            <a:avLst>
              <a:gd name="adj" fmla="val 11262"/>
            </a:avLst>
          </a:prstGeom>
          <a:solidFill>
            <a:schemeClr val="accent4">
              <a:lumMod val="60000"/>
              <a:lumOff val="40000"/>
            </a:schemeClr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700" dirty="0">
                <a:solidFill>
                  <a:srgbClr val="000000"/>
                </a:solidFill>
                <a:latin typeface="맑은 고딕" panose="020B0503020000020004" pitchFamily="50" charset="-127"/>
              </a:rPr>
              <a:t>Vector Collector</a:t>
            </a:r>
            <a:endParaRPr kumimoji="1" lang="ko-KR" altLang="en-US" sz="700" dirty="0">
              <a:solidFill>
                <a:schemeClr val="tx1"/>
              </a:solidFill>
            </a:endParaRPr>
          </a:p>
        </p:txBody>
      </p: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A04DFCE8-EC0A-49CA-AC00-0CF6F03AACA8}"/>
              </a:ext>
            </a:extLst>
          </p:cNvPr>
          <p:cNvSpPr/>
          <p:nvPr/>
        </p:nvSpPr>
        <p:spPr>
          <a:xfrm>
            <a:off x="7737121" y="2247902"/>
            <a:ext cx="167050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b="1" dirty="0" err="1"/>
              <a:t>kafka</a:t>
            </a:r>
            <a:r>
              <a:rPr lang="en-US" altLang="ko-KR" sz="1050" b="1" dirty="0"/>
              <a:t> Native Protocol (TCP/TLS)</a:t>
            </a:r>
            <a:r>
              <a:rPr lang="en-US" altLang="ko-KR" sz="1050" dirty="0"/>
              <a:t> </a:t>
            </a:r>
            <a:endParaRPr lang="ko-KR" altLang="en-US" sz="1050" dirty="0"/>
          </a:p>
        </p:txBody>
      </p:sp>
      <p:cxnSp>
        <p:nvCxnSpPr>
          <p:cNvPr id="187" name="연결선: 꺾임 186">
            <a:extLst>
              <a:ext uri="{FF2B5EF4-FFF2-40B4-BE49-F238E27FC236}">
                <a16:creationId xmlns:a16="http://schemas.microsoft.com/office/drawing/2014/main" id="{C947B9B7-BCB1-48E8-AC3D-2FE5F2A6554A}"/>
              </a:ext>
            </a:extLst>
          </p:cNvPr>
          <p:cNvCxnSpPr>
            <a:cxnSpLocks/>
            <a:stCxn id="161" idx="1"/>
            <a:endCxn id="140" idx="1"/>
          </p:cNvCxnSpPr>
          <p:nvPr/>
        </p:nvCxnSpPr>
        <p:spPr>
          <a:xfrm rot="10800000">
            <a:off x="5087623" y="3085803"/>
            <a:ext cx="13856" cy="477490"/>
          </a:xfrm>
          <a:prstGeom prst="bentConnector3">
            <a:avLst>
              <a:gd name="adj1" fmla="val 174982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8" name="직사각형 187">
            <a:extLst>
              <a:ext uri="{FF2B5EF4-FFF2-40B4-BE49-F238E27FC236}">
                <a16:creationId xmlns:a16="http://schemas.microsoft.com/office/drawing/2014/main" id="{3600E6BD-2BEE-4FD2-9E27-AFF5704B4FC3}"/>
              </a:ext>
            </a:extLst>
          </p:cNvPr>
          <p:cNvSpPr/>
          <p:nvPr/>
        </p:nvSpPr>
        <p:spPr>
          <a:xfrm>
            <a:off x="5163609" y="3197590"/>
            <a:ext cx="1027076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dirty="0">
                <a:solidFill>
                  <a:srgbClr val="000000"/>
                </a:solidFill>
                <a:latin typeface="맑은 고딕" panose="020B0503020000020004" pitchFamily="50" charset="-127"/>
              </a:rPr>
              <a:t>…………….</a:t>
            </a:r>
            <a:endParaRPr lang="ko-KR" altLang="en-US" sz="1050" dirty="0"/>
          </a:p>
        </p:txBody>
      </p:sp>
      <p:cxnSp>
        <p:nvCxnSpPr>
          <p:cNvPr id="190" name="연결선: 꺾임 189">
            <a:extLst>
              <a:ext uri="{FF2B5EF4-FFF2-40B4-BE49-F238E27FC236}">
                <a16:creationId xmlns:a16="http://schemas.microsoft.com/office/drawing/2014/main" id="{A537AE56-768A-4007-82FA-E970DCDC01AC}"/>
              </a:ext>
            </a:extLst>
          </p:cNvPr>
          <p:cNvCxnSpPr>
            <a:cxnSpLocks/>
            <a:endCxn id="140" idx="3"/>
          </p:cNvCxnSpPr>
          <p:nvPr/>
        </p:nvCxnSpPr>
        <p:spPr>
          <a:xfrm rot="10800000" flipV="1">
            <a:off x="5893678" y="2713191"/>
            <a:ext cx="3224941" cy="372612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9" name="그림 108">
            <a:extLst>
              <a:ext uri="{FF2B5EF4-FFF2-40B4-BE49-F238E27FC236}">
                <a16:creationId xmlns:a16="http://schemas.microsoft.com/office/drawing/2014/main" id="{1F166AC9-7046-44CB-9262-A3DFF7AB04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1707" y="2575612"/>
            <a:ext cx="1003300" cy="571500"/>
          </a:xfrm>
          <a:prstGeom prst="rect">
            <a:avLst/>
          </a:prstGeom>
        </p:spPr>
      </p:pic>
      <p:cxnSp>
        <p:nvCxnSpPr>
          <p:cNvPr id="191" name="연결선: 꺾임 190">
            <a:extLst>
              <a:ext uri="{FF2B5EF4-FFF2-40B4-BE49-F238E27FC236}">
                <a16:creationId xmlns:a16="http://schemas.microsoft.com/office/drawing/2014/main" id="{55EF4357-B01B-4495-8616-798348BF8C71}"/>
              </a:ext>
            </a:extLst>
          </p:cNvPr>
          <p:cNvCxnSpPr>
            <a:cxnSpLocks/>
            <a:stCxn id="161" idx="3"/>
            <a:endCxn id="140" idx="3"/>
          </p:cNvCxnSpPr>
          <p:nvPr/>
        </p:nvCxnSpPr>
        <p:spPr>
          <a:xfrm flipH="1" flipV="1">
            <a:off x="5893677" y="3085803"/>
            <a:ext cx="13856" cy="477490"/>
          </a:xfrm>
          <a:prstGeom prst="bentConnector3">
            <a:avLst>
              <a:gd name="adj1" fmla="val -2938756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직사각형 193">
            <a:extLst>
              <a:ext uri="{FF2B5EF4-FFF2-40B4-BE49-F238E27FC236}">
                <a16:creationId xmlns:a16="http://schemas.microsoft.com/office/drawing/2014/main" id="{34CDD668-83E5-40E5-B366-50452EF843A5}"/>
              </a:ext>
            </a:extLst>
          </p:cNvPr>
          <p:cNvSpPr/>
          <p:nvPr/>
        </p:nvSpPr>
        <p:spPr>
          <a:xfrm>
            <a:off x="359465" y="4350626"/>
            <a:ext cx="11832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ko-KR" dirty="0"/>
              <a:t>Client for NMS(Consumer) : </a:t>
            </a:r>
            <a:r>
              <a:rPr lang="en-US" altLang="ko-KR" dirty="0"/>
              <a:t>Kafka Topic</a:t>
            </a:r>
            <a:r>
              <a:rPr lang="ko-KR" altLang="en-US" dirty="0"/>
              <a:t>의 데이터를 실시간 수신하여 </a:t>
            </a:r>
            <a:r>
              <a:rPr lang="en-US" altLang="ko-KR" dirty="0"/>
              <a:t>NMS Server</a:t>
            </a:r>
            <a:r>
              <a:rPr lang="ko-KR" altLang="en-US" dirty="0"/>
              <a:t>로 전달하는 </a:t>
            </a:r>
            <a:r>
              <a:rPr lang="en-US" altLang="ko-KR" dirty="0"/>
              <a:t>Consumer Client</a:t>
            </a:r>
            <a:r>
              <a:rPr kumimoji="1" lang="en-US" altLang="ko-KR" dirty="0"/>
              <a:t> </a:t>
            </a:r>
            <a:endParaRPr kumimoji="1" lang="ko-KR" altLang="en-US" dirty="0"/>
          </a:p>
        </p:txBody>
      </p:sp>
      <p:sp>
        <p:nvSpPr>
          <p:cNvPr id="195" name="직사각형 194">
            <a:extLst>
              <a:ext uri="{FF2B5EF4-FFF2-40B4-BE49-F238E27FC236}">
                <a16:creationId xmlns:a16="http://schemas.microsoft.com/office/drawing/2014/main" id="{2E5A37DA-B33C-465E-8FC3-60805FA3E9E4}"/>
              </a:ext>
            </a:extLst>
          </p:cNvPr>
          <p:cNvSpPr/>
          <p:nvPr/>
        </p:nvSpPr>
        <p:spPr>
          <a:xfrm>
            <a:off x="2962538" y="2455229"/>
            <a:ext cx="1670505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50" b="1" dirty="0" err="1"/>
              <a:t>kafka</a:t>
            </a:r>
            <a:r>
              <a:rPr lang="en-US" altLang="ko-KR" sz="1050" b="1" dirty="0"/>
              <a:t> Native Protocol (TCP/TLS)</a:t>
            </a:r>
            <a:r>
              <a:rPr lang="en-US" altLang="ko-KR" sz="1050" dirty="0"/>
              <a:t> </a:t>
            </a:r>
            <a:endParaRPr lang="ko-KR" altLang="en-US" sz="1050" dirty="0"/>
          </a:p>
        </p:txBody>
      </p:sp>
      <p:sp>
        <p:nvSpPr>
          <p:cNvPr id="199" name="직사각형 198">
            <a:extLst>
              <a:ext uri="{FF2B5EF4-FFF2-40B4-BE49-F238E27FC236}">
                <a16:creationId xmlns:a16="http://schemas.microsoft.com/office/drawing/2014/main" id="{44A5531F-E17D-433D-BFD1-4336CBF54ECF}"/>
              </a:ext>
            </a:extLst>
          </p:cNvPr>
          <p:cNvSpPr/>
          <p:nvPr/>
        </p:nvSpPr>
        <p:spPr>
          <a:xfrm>
            <a:off x="519762" y="659319"/>
            <a:ext cx="10756171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RHOCP</a:t>
            </a:r>
            <a:r>
              <a:rPr lang="ko-KR" altLang="en-US" dirty="0"/>
              <a:t>의 로그는 </a:t>
            </a:r>
            <a:r>
              <a:rPr lang="en-US" altLang="ko-KR" dirty="0"/>
              <a:t>Vector Collector</a:t>
            </a:r>
            <a:r>
              <a:rPr lang="ko-KR" altLang="en-US" dirty="0"/>
              <a:t>가 수집하여 </a:t>
            </a:r>
            <a:r>
              <a:rPr lang="en-US" altLang="ko-KR" dirty="0" err="1"/>
              <a:t>ClusterLogForwarder</a:t>
            </a:r>
            <a:r>
              <a:rPr lang="en-US" altLang="ko-KR" dirty="0"/>
              <a:t> </a:t>
            </a:r>
            <a:r>
              <a:rPr lang="ko-KR" altLang="en-US" dirty="0"/>
              <a:t>정책에 따라 </a:t>
            </a:r>
            <a:r>
              <a:rPr lang="en-US" altLang="ko-KR" dirty="0"/>
              <a:t>Kafka Native Protocol</a:t>
            </a:r>
            <a:r>
              <a:rPr lang="ko-KR" altLang="en-US" dirty="0"/>
              <a:t>로 지정된 </a:t>
            </a:r>
            <a:r>
              <a:rPr lang="en-US" altLang="ko-KR" dirty="0"/>
              <a:t>Kafka Topic</a:t>
            </a:r>
            <a:r>
              <a:rPr lang="ko-KR" altLang="en-US" dirty="0"/>
              <a:t>에 전달한다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22587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467</Words>
  <Application>Microsoft Office PowerPoint</Application>
  <PresentationFormat>와이드스크린</PresentationFormat>
  <Paragraphs>206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Hwang Kevin</dc:creator>
  <cp:lastModifiedBy>박규남</cp:lastModifiedBy>
  <cp:revision>14</cp:revision>
  <cp:lastPrinted>2026-09-03T01:11:53Z</cp:lastPrinted>
  <dcterms:created xsi:type="dcterms:W3CDTF">2026-09-02T05:58:28Z</dcterms:created>
  <dcterms:modified xsi:type="dcterms:W3CDTF">2026-09-03T04:06:14Z</dcterms:modified>
</cp:coreProperties>
</file>